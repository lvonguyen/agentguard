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16"/>
  </p:notesMasterIdLst>
  <p:sldIdLst>
    <p:sldId id="279" r:id="rId6"/>
    <p:sldId id="387" r:id="rId7"/>
    <p:sldId id="331" r:id="rId12"/>
    <p:sldId id="306" r:id="rId9"/>
    <p:sldId id="390" r:id="rId11"/>
    <p:sldId id="320" r:id="rId13"/>
    <p:sldId id="31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4C97A-B994-4343-B57E-FF65FC8F96B4}" v="33" dt="2023-04-21T00:47:4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3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0" y="3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m Vo-Nguyen (ITSCo - US)" userId="5c0c970f-39f5-4fe7-a459-06ac3852409e" providerId="ADAL" clId="{5D24C97A-B994-4343-B57E-FF65FC8F96B4}"/>
    <pc:docChg chg="undo custSel addSld delSld modSld sldOrd">
      <pc:chgData name="Liem Vo-Nguyen (ITSCo - US)" userId="5c0c970f-39f5-4fe7-a459-06ac3852409e" providerId="ADAL" clId="{5D24C97A-B994-4343-B57E-FF65FC8F96B4}" dt="2023-04-21T00:48:54.785" v="174" actId="47"/>
      <pc:docMkLst>
        <pc:docMk/>
      </pc:docMkLst>
      <pc:sldChg chg="del">
        <pc:chgData name="Liem Vo-Nguyen (ITSCo - US)" userId="5c0c970f-39f5-4fe7-a459-06ac3852409e" providerId="ADAL" clId="{5D24C97A-B994-4343-B57E-FF65FC8F96B4}" dt="2023-04-21T00:26:41.511" v="12" actId="47"/>
        <pc:sldMkLst>
          <pc:docMk/>
          <pc:sldMk cId="109857222" sldId="256"/>
        </pc:sldMkLst>
      </pc:sldChg>
      <pc:sldChg chg="add del ord">
        <pc:chgData name="Liem Vo-Nguyen (ITSCo - US)" userId="5c0c970f-39f5-4fe7-a459-06ac3852409e" providerId="ADAL" clId="{5D24C97A-B994-4343-B57E-FF65FC8F96B4}" dt="2023-04-21T00:39:43.206" v="44" actId="47"/>
        <pc:sldMkLst>
          <pc:docMk/>
          <pc:sldMk cId="0" sldId="258"/>
        </pc:sldMkLst>
      </pc:sldChg>
      <pc:sldChg chg="add del">
        <pc:chgData name="Liem Vo-Nguyen (ITSCo - US)" userId="5c0c970f-39f5-4fe7-a459-06ac3852409e" providerId="ADAL" clId="{5D24C97A-B994-4343-B57E-FF65FC8F96B4}" dt="2023-04-21T00:39:11.588" v="42" actId="2696"/>
        <pc:sldMkLst>
          <pc:docMk/>
          <pc:sldMk cId="0" sldId="266"/>
        </pc:sldMkLst>
      </pc:sldChg>
      <pc:sldChg chg="addSp delSp modSp add mod">
        <pc:chgData name="Liem Vo-Nguyen (ITSCo - US)" userId="5c0c970f-39f5-4fe7-a459-06ac3852409e" providerId="ADAL" clId="{5D24C97A-B994-4343-B57E-FF65FC8F96B4}" dt="2023-04-21T00:48:26.429" v="171" actId="478"/>
        <pc:sldMkLst>
          <pc:docMk/>
          <pc:sldMk cId="0" sldId="279"/>
        </pc:sldMkLst>
        <pc:spChg chg="mod">
          <ac:chgData name="Liem Vo-Nguyen (ITSCo - US)" userId="5c0c970f-39f5-4fe7-a459-06ac3852409e" providerId="ADAL" clId="{5D24C97A-B994-4343-B57E-FF65FC8F96B4}" dt="2023-04-21T00:43:28.990" v="112" actId="113"/>
          <ac:spMkLst>
            <pc:docMk/>
            <pc:sldMk cId="0" sldId="279"/>
            <ac:spMk id="14937" creationId="{00000000-0000-0000-0000-000000000000}"/>
          </ac:spMkLst>
        </pc:spChg>
        <pc:spChg chg="mod">
          <ac:chgData name="Liem Vo-Nguyen (ITSCo - US)" userId="5c0c970f-39f5-4fe7-a459-06ac3852409e" providerId="ADAL" clId="{5D24C97A-B994-4343-B57E-FF65FC8F96B4}" dt="2023-04-21T00:41:23.912" v="110" actId="20577"/>
          <ac:spMkLst>
            <pc:docMk/>
            <pc:sldMk cId="0" sldId="279"/>
            <ac:spMk id="14938" creationId="{00000000-0000-0000-0000-000000000000}"/>
          </ac:spMkLst>
        </pc:spChg>
        <pc:spChg chg="del mod">
          <ac:chgData name="Liem Vo-Nguyen (ITSCo - US)" userId="5c0c970f-39f5-4fe7-a459-06ac3852409e" providerId="ADAL" clId="{5D24C97A-B994-4343-B57E-FF65FC8F96B4}" dt="2023-04-21T00:48:26.429" v="171" actId="478"/>
          <ac:spMkLst>
            <pc:docMk/>
            <pc:sldMk cId="0" sldId="279"/>
            <ac:spMk id="14939" creationId="{00000000-0000-0000-0000-000000000000}"/>
          </ac:spMkLst>
        </pc:spChg>
        <pc:picChg chg="add del mod">
          <ac:chgData name="Liem Vo-Nguyen (ITSCo - US)" userId="5c0c970f-39f5-4fe7-a459-06ac3852409e" providerId="ADAL" clId="{5D24C97A-B994-4343-B57E-FF65FC8F96B4}" dt="2023-04-21T00:45:22.819" v="119" actId="21"/>
          <ac:picMkLst>
            <pc:docMk/>
            <pc:sldMk cId="0" sldId="279"/>
            <ac:picMk id="3" creationId="{2A22043C-D13E-4D47-865C-17DD0DD346B0}"/>
          </ac:picMkLst>
        </pc:picChg>
        <pc:picChg chg="add del mod">
          <ac:chgData name="Liem Vo-Nguyen (ITSCo - US)" userId="5c0c970f-39f5-4fe7-a459-06ac3852409e" providerId="ADAL" clId="{5D24C97A-B994-4343-B57E-FF65FC8F96B4}" dt="2023-04-21T00:47:27.811" v="146" actId="931"/>
          <ac:picMkLst>
            <pc:docMk/>
            <pc:sldMk cId="0" sldId="279"/>
            <ac:picMk id="5" creationId="{3E6ECC16-33D6-49FC-A073-145ED6665F3A}"/>
          </ac:picMkLst>
        </pc:picChg>
        <pc:picChg chg="add mod ord">
          <ac:chgData name="Liem Vo-Nguyen (ITSCo - US)" userId="5c0c970f-39f5-4fe7-a459-06ac3852409e" providerId="ADAL" clId="{5D24C97A-B994-4343-B57E-FF65FC8F96B4}" dt="2023-04-21T00:48:23.538" v="170" actId="1076"/>
          <ac:picMkLst>
            <pc:docMk/>
            <pc:sldMk cId="0" sldId="279"/>
            <ac:picMk id="7" creationId="{24B05228-0B24-4E69-9594-C93A2C880942}"/>
          </ac:picMkLst>
        </pc:picChg>
        <pc:picChg chg="add del mod">
          <ac:chgData name="Liem Vo-Nguyen (ITSCo - US)" userId="5c0c970f-39f5-4fe7-a459-06ac3852409e" providerId="ADAL" clId="{5D24C97A-B994-4343-B57E-FF65FC8F96B4}" dt="2023-04-21T00:45:28.323" v="121"/>
          <ac:picMkLst>
            <pc:docMk/>
            <pc:sldMk cId="0" sldId="279"/>
            <ac:picMk id="12" creationId="{6AA4657C-84E8-4F4C-87D9-1FF60089F86E}"/>
          </ac:picMkLst>
        </pc:picChg>
        <pc:picChg chg="add del mod">
          <ac:chgData name="Liem Vo-Nguyen (ITSCo - US)" userId="5c0c970f-39f5-4fe7-a459-06ac3852409e" providerId="ADAL" clId="{5D24C97A-B994-4343-B57E-FF65FC8F96B4}" dt="2023-04-21T00:45:32.833" v="123"/>
          <ac:picMkLst>
            <pc:docMk/>
            <pc:sldMk cId="0" sldId="279"/>
            <ac:picMk id="13" creationId="{07337FA5-0DE2-4CB0-A19F-1AA872F9ACCE}"/>
          </ac:picMkLst>
        </pc:picChg>
        <pc:picChg chg="add del mod">
          <ac:chgData name="Liem Vo-Nguyen (ITSCo - US)" userId="5c0c970f-39f5-4fe7-a459-06ac3852409e" providerId="ADAL" clId="{5D24C97A-B994-4343-B57E-FF65FC8F96B4}" dt="2023-04-21T00:47:29.071" v="149"/>
          <ac:picMkLst>
            <pc:docMk/>
            <pc:sldMk cId="0" sldId="279"/>
            <ac:picMk id="14" creationId="{3F0AA93E-5046-4337-917C-88C49BDF3BFA}"/>
          </ac:picMkLst>
        </pc:picChg>
      </pc:sldChg>
      <pc:sldChg chg="add">
        <pc:chgData name="Liem Vo-Nguyen (ITSCo - US)" userId="5c0c970f-39f5-4fe7-a459-06ac3852409e" providerId="ADAL" clId="{5D24C97A-B994-4343-B57E-FF65FC8F96B4}" dt="2023-04-21T00:35:01.331" v="18"/>
        <pc:sldMkLst>
          <pc:docMk/>
          <pc:sldMk cId="0" sldId="306"/>
        </pc:sldMkLst>
      </pc:sldChg>
      <pc:sldChg chg="modSp add mod">
        <pc:chgData name="Liem Vo-Nguyen (ITSCo - US)" userId="5c0c970f-39f5-4fe7-a459-06ac3852409e" providerId="ADAL" clId="{5D24C97A-B994-4343-B57E-FF65FC8F96B4}" dt="2023-04-21T00:38:55.183" v="39" actId="20577"/>
        <pc:sldMkLst>
          <pc:docMk/>
          <pc:sldMk cId="0" sldId="315"/>
        </pc:sldMkLst>
        <pc:spChg chg="mod">
          <ac:chgData name="Liem Vo-Nguyen (ITSCo - US)" userId="5c0c970f-39f5-4fe7-a459-06ac3852409e" providerId="ADAL" clId="{5D24C97A-B994-4343-B57E-FF65FC8F96B4}" dt="2023-04-21T00:38:50.569" v="37" actId="20577"/>
          <ac:spMkLst>
            <pc:docMk/>
            <pc:sldMk cId="0" sldId="315"/>
            <ac:spMk id="3145" creationId="{00000000-0000-0000-0000-000000000000}"/>
          </ac:spMkLst>
        </pc:spChg>
        <pc:spChg chg="mod">
          <ac:chgData name="Liem Vo-Nguyen (ITSCo - US)" userId="5c0c970f-39f5-4fe7-a459-06ac3852409e" providerId="ADAL" clId="{5D24C97A-B994-4343-B57E-FF65FC8F96B4}" dt="2023-04-21T00:38:55.183" v="39" actId="20577"/>
          <ac:spMkLst>
            <pc:docMk/>
            <pc:sldMk cId="0" sldId="315"/>
            <ac:spMk id="3147" creationId="{00000000-0000-0000-0000-000000000000}"/>
          </ac:spMkLst>
        </pc:spChg>
      </pc:sldChg>
      <pc:sldChg chg="add setBg">
        <pc:chgData name="Liem Vo-Nguyen (ITSCo - US)" userId="5c0c970f-39f5-4fe7-a459-06ac3852409e" providerId="ADAL" clId="{5D24C97A-B994-4343-B57E-FF65FC8F96B4}" dt="2023-04-21T00:36:54.775" v="26"/>
        <pc:sldMkLst>
          <pc:docMk/>
          <pc:sldMk cId="0" sldId="316"/>
        </pc:sldMkLst>
      </pc:sldChg>
      <pc:sldChg chg="add">
        <pc:chgData name="Liem Vo-Nguyen (ITSCo - US)" userId="5c0c970f-39f5-4fe7-a459-06ac3852409e" providerId="ADAL" clId="{5D24C97A-B994-4343-B57E-FF65FC8F96B4}" dt="2023-04-21T00:32:23.154" v="15"/>
        <pc:sldMkLst>
          <pc:docMk/>
          <pc:sldMk cId="0" sldId="320"/>
        </pc:sldMkLst>
      </pc:sldChg>
      <pc:sldChg chg="add">
        <pc:chgData name="Liem Vo-Nguyen (ITSCo - US)" userId="5c0c970f-39f5-4fe7-a459-06ac3852409e" providerId="ADAL" clId="{5D24C97A-B994-4343-B57E-FF65FC8F96B4}" dt="2023-04-21T00:34:32.758" v="17"/>
        <pc:sldMkLst>
          <pc:docMk/>
          <pc:sldMk cId="0" sldId="321"/>
        </pc:sldMkLst>
      </pc:sldChg>
      <pc:sldChg chg="add setBg">
        <pc:chgData name="Liem Vo-Nguyen (ITSCo - US)" userId="5c0c970f-39f5-4fe7-a459-06ac3852409e" providerId="ADAL" clId="{5D24C97A-B994-4343-B57E-FF65FC8F96B4}" dt="2023-04-21T00:24:01.195" v="0"/>
        <pc:sldMkLst>
          <pc:docMk/>
          <pc:sldMk cId="0" sldId="325"/>
        </pc:sldMkLst>
      </pc:sldChg>
      <pc:sldChg chg="add ord">
        <pc:chgData name="Liem Vo-Nguyen (ITSCo - US)" userId="5c0c970f-39f5-4fe7-a459-06ac3852409e" providerId="ADAL" clId="{5D24C97A-B994-4343-B57E-FF65FC8F96B4}" dt="2023-04-21T00:48:34.730" v="173"/>
        <pc:sldMkLst>
          <pc:docMk/>
          <pc:sldMk cId="0" sldId="331"/>
        </pc:sldMkLst>
      </pc:sldChg>
      <pc:sldChg chg="add del ord">
        <pc:chgData name="Liem Vo-Nguyen (ITSCo - US)" userId="5c0c970f-39f5-4fe7-a459-06ac3852409e" providerId="ADAL" clId="{5D24C97A-B994-4343-B57E-FF65FC8F96B4}" dt="2023-04-21T00:42:50.715" v="111" actId="47"/>
        <pc:sldMkLst>
          <pc:docMk/>
          <pc:sldMk cId="0" sldId="382"/>
        </pc:sldMkLst>
      </pc:sldChg>
      <pc:sldChg chg="add del ord">
        <pc:chgData name="Liem Vo-Nguyen (ITSCo - US)" userId="5c0c970f-39f5-4fe7-a459-06ac3852409e" providerId="ADAL" clId="{5D24C97A-B994-4343-B57E-FF65FC8F96B4}" dt="2023-04-21T00:35:33.405" v="22"/>
        <pc:sldMkLst>
          <pc:docMk/>
          <pc:sldMk cId="0" sldId="387"/>
        </pc:sldMkLst>
      </pc:sldChg>
      <pc:sldChg chg="modSp add del mod">
        <pc:chgData name="Liem Vo-Nguyen (ITSCo - US)" userId="5c0c970f-39f5-4fe7-a459-06ac3852409e" providerId="ADAL" clId="{5D24C97A-B994-4343-B57E-FF65FC8F96B4}" dt="2023-04-21T00:48:54.785" v="174" actId="47"/>
        <pc:sldMkLst>
          <pc:docMk/>
          <pc:sldMk cId="0" sldId="389"/>
        </pc:sldMkLst>
        <pc:spChg chg="mod">
          <ac:chgData name="Liem Vo-Nguyen (ITSCo - US)" userId="5c0c970f-39f5-4fe7-a459-06ac3852409e" providerId="ADAL" clId="{5D24C97A-B994-4343-B57E-FF65FC8F96B4}" dt="2023-04-21T00:39:05.119" v="41" actId="20577"/>
          <ac:spMkLst>
            <pc:docMk/>
            <pc:sldMk cId="0" sldId="389"/>
            <ac:spMk id="8488" creationId="{00000000-0000-0000-0000-000000000000}"/>
          </ac:spMkLst>
        </pc:spChg>
      </pc:sldChg>
      <pc:sldChg chg="add setBg">
        <pc:chgData name="Liem Vo-Nguyen (ITSCo - US)" userId="5c0c970f-39f5-4fe7-a459-06ac3852409e" providerId="ADAL" clId="{5D24C97A-B994-4343-B57E-FF65FC8F96B4}" dt="2023-04-21T00:32:50.348" v="16"/>
        <pc:sldMkLst>
          <pc:docMk/>
          <pc:sldMk cId="0" sldId="390"/>
        </pc:sldMkLst>
      </pc:sldChg>
      <pc:sldChg chg="add del ord">
        <pc:chgData name="Liem Vo-Nguyen (ITSCo - US)" userId="5c0c970f-39f5-4fe7-a459-06ac3852409e" providerId="ADAL" clId="{5D24C97A-B994-4343-B57E-FF65FC8F96B4}" dt="2023-04-21T00:39:22.203" v="43" actId="2696"/>
        <pc:sldMkLst>
          <pc:docMk/>
          <pc:sldMk cId="2362901232" sldId="391"/>
        </pc:sldMkLst>
      </pc:sldChg>
      <pc:sldMasterChg chg="delSldLayout">
        <pc:chgData name="Liem Vo-Nguyen (ITSCo - US)" userId="5c0c970f-39f5-4fe7-a459-06ac3852409e" providerId="ADAL" clId="{5D24C97A-B994-4343-B57E-FF65FC8F96B4}" dt="2023-04-21T00:48:54.785" v="174" actId="47"/>
        <pc:sldMasterMkLst>
          <pc:docMk/>
          <pc:sldMasterMk cId="2384417043" sldId="2147483673"/>
        </pc:sldMasterMkLst>
        <pc:sldLayoutChg chg="del">
          <pc:chgData name="Liem Vo-Nguyen (ITSCo - US)" userId="5c0c970f-39f5-4fe7-a459-06ac3852409e" providerId="ADAL" clId="{5D24C97A-B994-4343-B57E-FF65FC8F96B4}" dt="2023-04-21T00:39:11.588" v="42" actId="2696"/>
          <pc:sldLayoutMkLst>
            <pc:docMk/>
            <pc:sldMasterMk cId="2384417043" sldId="2147483673"/>
            <pc:sldLayoutMk cId="3113485713" sldId="2147483724"/>
          </pc:sldLayoutMkLst>
        </pc:sldLayoutChg>
        <pc:sldLayoutChg chg="del">
          <pc:chgData name="Liem Vo-Nguyen (ITSCo - US)" userId="5c0c970f-39f5-4fe7-a459-06ac3852409e" providerId="ADAL" clId="{5D24C97A-B994-4343-B57E-FF65FC8F96B4}" dt="2023-04-21T00:48:54.785" v="174" actId="47"/>
          <pc:sldLayoutMkLst>
            <pc:docMk/>
            <pc:sldMasterMk cId="2384417043" sldId="2147483673"/>
            <pc:sldLayoutMk cId="3927784301" sldId="2147483725"/>
          </pc:sldLayoutMkLst>
        </pc:sldLayoutChg>
        <pc:sldLayoutChg chg="del">
          <pc:chgData name="Liem Vo-Nguyen (ITSCo - US)" userId="5c0c970f-39f5-4fe7-a459-06ac3852409e" providerId="ADAL" clId="{5D24C97A-B994-4343-B57E-FF65FC8F96B4}" dt="2023-04-21T00:39:43.206" v="44" actId="47"/>
          <pc:sldLayoutMkLst>
            <pc:docMk/>
            <pc:sldMasterMk cId="2384417043" sldId="2147483673"/>
            <pc:sldLayoutMk cId="3766187968" sldId="2147483740"/>
          </pc:sldLayoutMkLst>
        </pc:sldLayoutChg>
        <pc:sldLayoutChg chg="del">
          <pc:chgData name="Liem Vo-Nguyen (ITSCo - US)" userId="5c0c970f-39f5-4fe7-a459-06ac3852409e" providerId="ADAL" clId="{5D24C97A-B994-4343-B57E-FF65FC8F96B4}" dt="2023-04-21T00:42:50.715" v="111" actId="47"/>
          <pc:sldLayoutMkLst>
            <pc:docMk/>
            <pc:sldMasterMk cId="2384417043" sldId="2147483673"/>
            <pc:sldLayoutMk cId="682055003" sldId="2147483771"/>
          </pc:sldLayoutMkLst>
        </pc:sldLayoutChg>
      </pc:sldMaster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65154-23B8-4A42-8C3C-B6A24A0CBE33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36BB2-2E33-4B81-92C8-AD4E97A1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5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9" name="Google Shape;14929;g9259a1d4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0" name="Google Shape;14930;g9259a1d4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" name="Google Shape;8396;gb6ddb10c4a_0_3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7" name="Google Shape;8397;gb6ddb10c4a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e957a8ecc5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ge957a8ecc5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0" name="Google Shape;18530;gc8fc429c9a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1" name="Google Shape;18531;gc8fc429c9a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7587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" name="Google Shape;6461;gc63a07c9ad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2" name="Google Shape;6462;gc63a07c9ad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7" name="Google Shape;15957;g86b5dec286_0_2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58" name="Google Shape;15958;g86b5dec286_0_22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gcfbe68ad2a_0_57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1" name="Google Shape;2931;gcfbe68ad2a_0_5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9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9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9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9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9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9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9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9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9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0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10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10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0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 - Subtitle">
  <p:cSld name="Title and Full Content - Subtitle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5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1130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55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00" name="Google Shape;300;p5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1" name="Google Shape;301;p55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1382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">
  <p:cSld name="Title Slide 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8096400" cy="34292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3429000"/>
            <a:ext cx="8096400" cy="11432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096251" y="0"/>
            <a:ext cx="4095600" cy="34292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7180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Grey">
  <p:cSld name="Title Slide 1 Gre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8096400" cy="342920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3429000"/>
            <a:ext cx="8096400" cy="11432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096251" y="0"/>
            <a:ext cx="4095600" cy="34292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7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01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Dark Grey">
  <p:cSld name="Title Slide 1 Dark Gre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8096400" cy="34292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0" y="3429000"/>
            <a:ext cx="8096400" cy="114320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096251" y="0"/>
            <a:ext cx="4095600" cy="34292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0547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All Grey">
  <p:cSld name="Title Slide All Grey">
    <p:bg>
      <p:bgPr>
        <a:solidFill>
          <a:srgbClr val="464646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5812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All White">
  <p:cSld name="Title Slide All Whit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0601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2">
  <p:cSld name="Title Slide 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6096000" y="0"/>
            <a:ext cx="6096000" cy="4576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0" y="0"/>
            <a:ext cx="6096000" cy="4576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0" y="4575812"/>
            <a:ext cx="6096000" cy="2282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"/>
          <p:cNvSpPr txBox="1">
            <a:spLocks noGrp="1"/>
          </p:cNvSpPr>
          <p:nvPr>
            <p:ph type="ctrTitle"/>
          </p:nvPr>
        </p:nvSpPr>
        <p:spPr>
          <a:xfrm>
            <a:off x="442913" y="428625"/>
            <a:ext cx="547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442913" y="5101595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737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301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0" y="0"/>
            <a:ext cx="6096000" cy="34292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0" y="3429000"/>
            <a:ext cx="6096000" cy="11432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442913" y="428625"/>
            <a:ext cx="547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295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ines">
  <p:cSld name="Title Slide Lines">
    <p:bg>
      <p:bgPr>
        <a:solidFill>
          <a:srgbClr val="DEDEDE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9"/>
          <p:cNvGrpSpPr/>
          <p:nvPr/>
        </p:nvGrpSpPr>
        <p:grpSpPr>
          <a:xfrm>
            <a:off x="-1" y="-1"/>
            <a:ext cx="12191893" cy="6857976"/>
            <a:chOff x="-1" y="-1"/>
            <a:chExt cx="12191893" cy="6857975"/>
          </a:xfrm>
        </p:grpSpPr>
        <p:grpSp>
          <p:nvGrpSpPr>
            <p:cNvPr id="57" name="Google Shape;57;p9"/>
            <p:cNvGrpSpPr/>
            <p:nvPr/>
          </p:nvGrpSpPr>
          <p:grpSpPr>
            <a:xfrm>
              <a:off x="-1" y="-1"/>
              <a:ext cx="12191893" cy="6857975"/>
              <a:chOff x="152400" y="152400"/>
              <a:chExt cx="12196772" cy="6862779"/>
            </a:xfrm>
          </p:grpSpPr>
          <p:sp>
            <p:nvSpPr>
              <p:cNvPr id="58" name="Google Shape;58;p9"/>
              <p:cNvSpPr/>
              <p:nvPr/>
            </p:nvSpPr>
            <p:spPr>
              <a:xfrm>
                <a:off x="152400" y="3775075"/>
                <a:ext cx="9142419" cy="777876"/>
              </a:xfrm>
              <a:custGeom>
                <a:avLst/>
                <a:gdLst/>
                <a:ahLst/>
                <a:cxnLst/>
                <a:rect l="l" t="t" r="r" b="b"/>
                <a:pathLst>
                  <a:path w="7908" h="1632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7908" y="0"/>
                    </a:lnTo>
                    <a:lnTo>
                      <a:pt x="7908" y="1632"/>
                    </a:lnTo>
                    <a:lnTo>
                      <a:pt x="0" y="16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9"/>
              <p:cNvSpPr/>
              <p:nvPr/>
            </p:nvSpPr>
            <p:spPr>
              <a:xfrm>
                <a:off x="152400" y="152400"/>
                <a:ext cx="12196772" cy="6862779"/>
              </a:xfrm>
              <a:custGeom>
                <a:avLst/>
                <a:gdLst/>
                <a:ahLst/>
                <a:cxnLst/>
                <a:rect l="l" t="t" r="r" b="b"/>
                <a:pathLst>
                  <a:path w="25599" h="14399" extrusionOk="0">
                    <a:moveTo>
                      <a:pt x="19187" y="0"/>
                    </a:moveTo>
                    <a:lnTo>
                      <a:pt x="19187" y="0"/>
                    </a:lnTo>
                    <a:lnTo>
                      <a:pt x="19187" y="6949"/>
                    </a:lnTo>
                    <a:lnTo>
                      <a:pt x="0" y="6949"/>
                    </a:lnTo>
                    <a:lnTo>
                      <a:pt x="0" y="7602"/>
                    </a:lnTo>
                    <a:lnTo>
                      <a:pt x="19187" y="7602"/>
                    </a:lnTo>
                    <a:lnTo>
                      <a:pt x="19187" y="9234"/>
                    </a:lnTo>
                    <a:lnTo>
                      <a:pt x="0" y="9234"/>
                    </a:lnTo>
                    <a:lnTo>
                      <a:pt x="0" y="9887"/>
                    </a:lnTo>
                    <a:lnTo>
                      <a:pt x="19187" y="9887"/>
                    </a:lnTo>
                    <a:lnTo>
                      <a:pt x="19187" y="14399"/>
                    </a:lnTo>
                    <a:lnTo>
                      <a:pt x="19839" y="14399"/>
                    </a:lnTo>
                    <a:lnTo>
                      <a:pt x="19839" y="9887"/>
                    </a:lnTo>
                    <a:lnTo>
                      <a:pt x="25599" y="9887"/>
                    </a:lnTo>
                    <a:lnTo>
                      <a:pt x="25599" y="9234"/>
                    </a:lnTo>
                    <a:lnTo>
                      <a:pt x="19839" y="9234"/>
                    </a:lnTo>
                    <a:lnTo>
                      <a:pt x="19839" y="7602"/>
                    </a:lnTo>
                    <a:lnTo>
                      <a:pt x="25599" y="7602"/>
                    </a:lnTo>
                    <a:lnTo>
                      <a:pt x="25599" y="6949"/>
                    </a:lnTo>
                    <a:lnTo>
                      <a:pt x="19839" y="6949"/>
                    </a:lnTo>
                    <a:lnTo>
                      <a:pt x="19839" y="0"/>
                    </a:lnTo>
                    <a:lnTo>
                      <a:pt x="1918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0" name="Google Shape;60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442913" y="3713607"/>
            <a:ext cx="54740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ctrTitle"/>
          </p:nvPr>
        </p:nvSpPr>
        <p:spPr>
          <a:xfrm>
            <a:off x="442913" y="428623"/>
            <a:ext cx="7418400" cy="2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  <a:defRPr sz="4533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4621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ines 2">
  <p:cSld name="Title Slide Lines 2">
    <p:bg>
      <p:bgPr>
        <a:solidFill>
          <a:srgbClr val="DEDEDE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Google Shape;65;p1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 extrusionOk="0">
                  <a:moveTo>
                    <a:pt x="9144000" y="0"/>
                  </a:moveTo>
                  <a:lnTo>
                    <a:pt x="9450000" y="0"/>
                  </a:lnTo>
                  <a:lnTo>
                    <a:pt x="9450000" y="3309692"/>
                  </a:lnTo>
                  <a:lnTo>
                    <a:pt x="12192000" y="3309692"/>
                  </a:lnTo>
                  <a:lnTo>
                    <a:pt x="12192000" y="3615692"/>
                  </a:lnTo>
                  <a:lnTo>
                    <a:pt x="9450000" y="3615692"/>
                  </a:lnTo>
                  <a:lnTo>
                    <a:pt x="9450000" y="4394836"/>
                  </a:lnTo>
                  <a:lnTo>
                    <a:pt x="12192000" y="4394836"/>
                  </a:lnTo>
                  <a:lnTo>
                    <a:pt x="12192000" y="4700836"/>
                  </a:lnTo>
                  <a:lnTo>
                    <a:pt x="9450000" y="4700836"/>
                  </a:lnTo>
                  <a:lnTo>
                    <a:pt x="9450000" y="6858000"/>
                  </a:lnTo>
                  <a:lnTo>
                    <a:pt x="9144000" y="6858000"/>
                  </a:lnTo>
                  <a:lnTo>
                    <a:pt x="9144000" y="4700836"/>
                  </a:lnTo>
                  <a:lnTo>
                    <a:pt x="0" y="4700836"/>
                  </a:lnTo>
                  <a:lnTo>
                    <a:pt x="0" y="4394836"/>
                  </a:lnTo>
                  <a:lnTo>
                    <a:pt x="9144000" y="4394836"/>
                  </a:lnTo>
                  <a:lnTo>
                    <a:pt x="9144000" y="3615692"/>
                  </a:lnTo>
                  <a:lnTo>
                    <a:pt x="0" y="3615692"/>
                  </a:lnTo>
                  <a:lnTo>
                    <a:pt x="0" y="3309692"/>
                  </a:lnTo>
                  <a:lnTo>
                    <a:pt x="9144000" y="33096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" name="Google Shape;66;p1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0"/>
          <p:cNvSpPr txBox="1">
            <a:spLocks noGrp="1"/>
          </p:cNvSpPr>
          <p:nvPr>
            <p:ph type="subTitle" idx="1"/>
          </p:nvPr>
        </p:nvSpPr>
        <p:spPr>
          <a:xfrm>
            <a:off x="442913" y="3713607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ctrTitle"/>
          </p:nvPr>
        </p:nvSpPr>
        <p:spPr>
          <a:xfrm>
            <a:off x="442912" y="428623"/>
            <a:ext cx="7418400" cy="2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4533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909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ines 3">
  <p:cSld name="Title Slide Lines 3">
    <p:bg>
      <p:bgPr>
        <a:solidFill>
          <a:srgbClr val="D04A0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2" name="Google Shape;72;p1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 extrusionOk="0">
                  <a:moveTo>
                    <a:pt x="9144000" y="0"/>
                  </a:moveTo>
                  <a:lnTo>
                    <a:pt x="9450000" y="0"/>
                  </a:lnTo>
                  <a:lnTo>
                    <a:pt x="9450000" y="1022986"/>
                  </a:lnTo>
                  <a:lnTo>
                    <a:pt x="12192000" y="1022986"/>
                  </a:lnTo>
                  <a:lnTo>
                    <a:pt x="12192000" y="1328986"/>
                  </a:lnTo>
                  <a:lnTo>
                    <a:pt x="9450000" y="1328986"/>
                  </a:lnTo>
                  <a:lnTo>
                    <a:pt x="9450000" y="4394836"/>
                  </a:lnTo>
                  <a:lnTo>
                    <a:pt x="12192000" y="4394836"/>
                  </a:lnTo>
                  <a:lnTo>
                    <a:pt x="12192000" y="4700836"/>
                  </a:lnTo>
                  <a:lnTo>
                    <a:pt x="9450000" y="4700836"/>
                  </a:lnTo>
                  <a:lnTo>
                    <a:pt x="9450000" y="6858000"/>
                  </a:lnTo>
                  <a:lnTo>
                    <a:pt x="9144000" y="6858000"/>
                  </a:lnTo>
                  <a:lnTo>
                    <a:pt x="9144000" y="4700836"/>
                  </a:lnTo>
                  <a:lnTo>
                    <a:pt x="0" y="4700836"/>
                  </a:lnTo>
                  <a:lnTo>
                    <a:pt x="0" y="4394836"/>
                  </a:lnTo>
                  <a:lnTo>
                    <a:pt x="9144000" y="4394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" name="Google Shape;73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442913" y="3394711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6305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ines 3 Grey">
  <p:cSld name="Title Slide Lines 3 Grey">
    <p:bg>
      <p:bgPr>
        <a:solidFill>
          <a:srgbClr val="464646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9" name="Google Shape;79;p1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 extrusionOk="0">
                  <a:moveTo>
                    <a:pt x="9144000" y="0"/>
                  </a:moveTo>
                  <a:lnTo>
                    <a:pt x="9450000" y="0"/>
                  </a:lnTo>
                  <a:lnTo>
                    <a:pt x="9450000" y="1022986"/>
                  </a:lnTo>
                  <a:lnTo>
                    <a:pt x="12192000" y="1022986"/>
                  </a:lnTo>
                  <a:lnTo>
                    <a:pt x="12192000" y="1328986"/>
                  </a:lnTo>
                  <a:lnTo>
                    <a:pt x="9450000" y="1328986"/>
                  </a:lnTo>
                  <a:lnTo>
                    <a:pt x="9450000" y="4394836"/>
                  </a:lnTo>
                  <a:lnTo>
                    <a:pt x="12192000" y="4394836"/>
                  </a:lnTo>
                  <a:lnTo>
                    <a:pt x="12192000" y="4700836"/>
                  </a:lnTo>
                  <a:lnTo>
                    <a:pt x="9450000" y="4700836"/>
                  </a:lnTo>
                  <a:lnTo>
                    <a:pt x="9450000" y="6858000"/>
                  </a:lnTo>
                  <a:lnTo>
                    <a:pt x="9144000" y="6858000"/>
                  </a:lnTo>
                  <a:lnTo>
                    <a:pt x="9144000" y="4700836"/>
                  </a:lnTo>
                  <a:lnTo>
                    <a:pt x="0" y="4700836"/>
                  </a:lnTo>
                  <a:lnTo>
                    <a:pt x="0" y="4394836"/>
                  </a:lnTo>
                  <a:lnTo>
                    <a:pt x="9144000" y="4394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" name="Google Shape;80;p1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2"/>
          <p:cNvSpPr txBox="1">
            <a:spLocks noGrp="1"/>
          </p:cNvSpPr>
          <p:nvPr>
            <p:ph type="ctrTitle"/>
          </p:nvPr>
        </p:nvSpPr>
        <p:spPr>
          <a:xfrm>
            <a:off x="442912" y="428625"/>
            <a:ext cx="7418400" cy="2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60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ubTitle" idx="1"/>
          </p:nvPr>
        </p:nvSpPr>
        <p:spPr>
          <a:xfrm>
            <a:off x="442913" y="3394711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9040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ogo Shape Orange">
  <p:cSld name="Title Slide Logo Shape Orang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1"/>
            <a:ext cx="8914101" cy="6858001"/>
            <a:chOff x="0" y="0"/>
            <a:chExt cx="8914102" cy="6858001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8914102" cy="6858001"/>
            </a:xfrm>
            <a:custGeom>
              <a:avLst/>
              <a:gdLst/>
              <a:ahLst/>
              <a:cxnLst/>
              <a:rect l="l" t="t" r="r" b="b"/>
              <a:pathLst>
                <a:path w="8914102" h="6858001" extrusionOk="0">
                  <a:moveTo>
                    <a:pt x="1260764" y="0"/>
                  </a:moveTo>
                  <a:lnTo>
                    <a:pt x="5169189" y="0"/>
                  </a:lnTo>
                  <a:lnTo>
                    <a:pt x="5169189" y="765175"/>
                  </a:lnTo>
                  <a:lnTo>
                    <a:pt x="5937540" y="765175"/>
                  </a:lnTo>
                  <a:lnTo>
                    <a:pt x="5937540" y="1957388"/>
                  </a:lnTo>
                  <a:lnTo>
                    <a:pt x="7920327" y="1957388"/>
                  </a:lnTo>
                  <a:lnTo>
                    <a:pt x="7920327" y="4899025"/>
                  </a:lnTo>
                  <a:lnTo>
                    <a:pt x="8914102" y="4899025"/>
                  </a:lnTo>
                  <a:lnTo>
                    <a:pt x="8914102" y="6858000"/>
                  </a:lnTo>
                  <a:lnTo>
                    <a:pt x="7920327" y="6858000"/>
                  </a:lnTo>
                  <a:lnTo>
                    <a:pt x="5937540" y="6858000"/>
                  </a:lnTo>
                  <a:lnTo>
                    <a:pt x="5169189" y="6858000"/>
                  </a:lnTo>
                  <a:lnTo>
                    <a:pt x="3705515" y="6858000"/>
                  </a:lnTo>
                  <a:lnTo>
                    <a:pt x="1260764" y="6858000"/>
                  </a:lnTo>
                  <a:lnTo>
                    <a:pt x="1260764" y="6858001"/>
                  </a:lnTo>
                  <a:lnTo>
                    <a:pt x="0" y="6858001"/>
                  </a:lnTo>
                  <a:lnTo>
                    <a:pt x="0" y="1"/>
                  </a:lnTo>
                  <a:lnTo>
                    <a:pt x="1260764" y="1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" name="Google Shape;86;p1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442913" y="1003609"/>
            <a:ext cx="5258800" cy="24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2588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2833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ogo Shape Red">
  <p:cSld name="Title Slide Logo Shape Red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0" y="1"/>
            <a:ext cx="8914101" cy="6858001"/>
            <a:chOff x="0" y="0"/>
            <a:chExt cx="8914102" cy="6858001"/>
          </a:xfrm>
        </p:grpSpPr>
        <p:sp>
          <p:nvSpPr>
            <p:cNvPr id="91" name="Google Shape;91;p14"/>
            <p:cNvSpPr/>
            <p:nvPr/>
          </p:nvSpPr>
          <p:spPr>
            <a:xfrm>
              <a:off x="0" y="0"/>
              <a:ext cx="8914102" cy="6858001"/>
            </a:xfrm>
            <a:custGeom>
              <a:avLst/>
              <a:gdLst/>
              <a:ahLst/>
              <a:cxnLst/>
              <a:rect l="l" t="t" r="r" b="b"/>
              <a:pathLst>
                <a:path w="8914102" h="6858001" extrusionOk="0">
                  <a:moveTo>
                    <a:pt x="1260764" y="0"/>
                  </a:moveTo>
                  <a:lnTo>
                    <a:pt x="5169189" y="0"/>
                  </a:lnTo>
                  <a:lnTo>
                    <a:pt x="5169189" y="765175"/>
                  </a:lnTo>
                  <a:lnTo>
                    <a:pt x="5937540" y="765175"/>
                  </a:lnTo>
                  <a:lnTo>
                    <a:pt x="5937540" y="1957388"/>
                  </a:lnTo>
                  <a:lnTo>
                    <a:pt x="7920327" y="1957388"/>
                  </a:lnTo>
                  <a:lnTo>
                    <a:pt x="7920327" y="4899025"/>
                  </a:lnTo>
                  <a:lnTo>
                    <a:pt x="8914102" y="4899025"/>
                  </a:lnTo>
                  <a:lnTo>
                    <a:pt x="8914102" y="6858000"/>
                  </a:lnTo>
                  <a:lnTo>
                    <a:pt x="7920327" y="6858000"/>
                  </a:lnTo>
                  <a:lnTo>
                    <a:pt x="5937540" y="6858000"/>
                  </a:lnTo>
                  <a:lnTo>
                    <a:pt x="5169189" y="6858000"/>
                  </a:lnTo>
                  <a:lnTo>
                    <a:pt x="3705515" y="6858000"/>
                  </a:lnTo>
                  <a:lnTo>
                    <a:pt x="1260764" y="6858000"/>
                  </a:lnTo>
                  <a:lnTo>
                    <a:pt x="1260764" y="6858001"/>
                  </a:lnTo>
                  <a:lnTo>
                    <a:pt x="0" y="6858001"/>
                  </a:lnTo>
                  <a:lnTo>
                    <a:pt x="0" y="1"/>
                  </a:lnTo>
                  <a:lnTo>
                    <a:pt x="1260764" y="1"/>
                  </a:lnTo>
                  <a:close/>
                </a:path>
              </a:pathLst>
            </a:custGeom>
            <a:solidFill>
              <a:srgbClr val="E0301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" name="Google Shape;9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4"/>
          <p:cNvSpPr txBox="1">
            <a:spLocks noGrp="1"/>
          </p:cNvSpPr>
          <p:nvPr>
            <p:ph type="ctrTitle"/>
          </p:nvPr>
        </p:nvSpPr>
        <p:spPr>
          <a:xfrm>
            <a:off x="442913" y="1003609"/>
            <a:ext cx="5258800" cy="24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2588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044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ogo Shape Grey">
  <p:cSld name="Title Slide Logo Shape Gre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5"/>
          <p:cNvGrpSpPr/>
          <p:nvPr/>
        </p:nvGrpSpPr>
        <p:grpSpPr>
          <a:xfrm>
            <a:off x="0" y="1"/>
            <a:ext cx="8914101" cy="6858001"/>
            <a:chOff x="0" y="0"/>
            <a:chExt cx="8914102" cy="6858001"/>
          </a:xfrm>
        </p:grpSpPr>
        <p:sp>
          <p:nvSpPr>
            <p:cNvPr id="97" name="Google Shape;97;p15"/>
            <p:cNvSpPr/>
            <p:nvPr/>
          </p:nvSpPr>
          <p:spPr>
            <a:xfrm>
              <a:off x="0" y="0"/>
              <a:ext cx="8914102" cy="6858001"/>
            </a:xfrm>
            <a:custGeom>
              <a:avLst/>
              <a:gdLst/>
              <a:ahLst/>
              <a:cxnLst/>
              <a:rect l="l" t="t" r="r" b="b"/>
              <a:pathLst>
                <a:path w="8914102" h="6858001" extrusionOk="0">
                  <a:moveTo>
                    <a:pt x="1260764" y="0"/>
                  </a:moveTo>
                  <a:lnTo>
                    <a:pt x="5169189" y="0"/>
                  </a:lnTo>
                  <a:lnTo>
                    <a:pt x="5169189" y="765175"/>
                  </a:lnTo>
                  <a:lnTo>
                    <a:pt x="5937540" y="765175"/>
                  </a:lnTo>
                  <a:lnTo>
                    <a:pt x="5937540" y="1957388"/>
                  </a:lnTo>
                  <a:lnTo>
                    <a:pt x="7920327" y="1957388"/>
                  </a:lnTo>
                  <a:lnTo>
                    <a:pt x="7920327" y="4899025"/>
                  </a:lnTo>
                  <a:lnTo>
                    <a:pt x="8914102" y="4899025"/>
                  </a:lnTo>
                  <a:lnTo>
                    <a:pt x="8914102" y="6858000"/>
                  </a:lnTo>
                  <a:lnTo>
                    <a:pt x="7920327" y="6858000"/>
                  </a:lnTo>
                  <a:lnTo>
                    <a:pt x="5937540" y="6858000"/>
                  </a:lnTo>
                  <a:lnTo>
                    <a:pt x="5169189" y="6858000"/>
                  </a:lnTo>
                  <a:lnTo>
                    <a:pt x="3705515" y="6858000"/>
                  </a:lnTo>
                  <a:lnTo>
                    <a:pt x="1260764" y="6858000"/>
                  </a:lnTo>
                  <a:lnTo>
                    <a:pt x="1260764" y="6858001"/>
                  </a:lnTo>
                  <a:lnTo>
                    <a:pt x="0" y="6858001"/>
                  </a:lnTo>
                  <a:lnTo>
                    <a:pt x="0" y="1"/>
                  </a:lnTo>
                  <a:lnTo>
                    <a:pt x="1260764" y="1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5"/>
          <p:cNvSpPr txBox="1">
            <a:spLocks noGrp="1"/>
          </p:cNvSpPr>
          <p:nvPr>
            <p:ph type="ctrTitle"/>
          </p:nvPr>
        </p:nvSpPr>
        <p:spPr>
          <a:xfrm>
            <a:off x="442913" y="1009185"/>
            <a:ext cx="5258800" cy="2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2588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4281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Split">
  <p:cSld name="Title Slide Spli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ctrTitle"/>
          </p:nvPr>
        </p:nvSpPr>
        <p:spPr>
          <a:xfrm>
            <a:off x="442913" y="750888"/>
            <a:ext cx="4675200" cy="2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rgia"/>
              <a:buNone/>
              <a:defRPr sz="4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442913" y="3959352"/>
            <a:ext cx="46752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6453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4948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Orange">
  <p:cSld name="Section Header Orange">
    <p:bg>
      <p:bgPr>
        <a:solidFill>
          <a:srgbClr val="D04A0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951413" y="2103439"/>
            <a:ext cx="49368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442912" y="0"/>
            <a:ext cx="4344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45775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Red">
  <p:cSld name="Section Header Red">
    <p:bg>
      <p:bgPr>
        <a:solidFill>
          <a:srgbClr val="E0301E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4951413" y="2103439"/>
            <a:ext cx="49368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1"/>
          </p:nvPr>
        </p:nvSpPr>
        <p:spPr>
          <a:xfrm>
            <a:off x="442912" y="0"/>
            <a:ext cx="4344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2856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Grey">
  <p:cSld name="Section Header Grey">
    <p:bg>
      <p:bgPr>
        <a:solidFill>
          <a:srgbClr val="464646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4951413" y="2103439"/>
            <a:ext cx="49368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1"/>
          </p:nvPr>
        </p:nvSpPr>
        <p:spPr>
          <a:xfrm>
            <a:off x="442912" y="0"/>
            <a:ext cx="4344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811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Orange Manual">
  <p:cSld name="Section Header Orange Manual">
    <p:bg>
      <p:bgPr>
        <a:solidFill>
          <a:srgbClr val="D04A0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442913" y="428625"/>
            <a:ext cx="13748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00"/>
              <a:buFont typeface="Arial"/>
              <a:buNone/>
              <a:defRPr sz="1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67096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Red Manual">
  <p:cSld name="Section Header Red Manual">
    <p:bg>
      <p:bgPr>
        <a:solidFill>
          <a:srgbClr val="E0301E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442913" y="428625"/>
            <a:ext cx="13748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00"/>
              <a:buFont typeface="Arial"/>
              <a:buNone/>
              <a:defRPr sz="1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91719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Grey Manual">
  <p:cSld name="Section Header Grey Manual">
    <p:bg>
      <p:bgPr>
        <a:solidFill>
          <a:srgbClr val="46464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442913" y="428625"/>
            <a:ext cx="13748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00"/>
              <a:buFont typeface="Arial"/>
              <a:buNone/>
              <a:defRPr sz="1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06313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1 Image Full">
  <p:cSld name="Quote 1 Image Full">
    <p:bg>
      <p:bgPr>
        <a:solidFill>
          <a:srgbClr val="DEDEDE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0" y="1143000"/>
            <a:ext cx="4572000" cy="4572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spcFirstLastPara="1" wrap="square" lIns="329175" tIns="1080000" rIns="189000" bIns="135000" anchor="t" anchorCtr="0">
            <a:no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442914" y="1623703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03728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1 Image Orange">
  <p:cSld name="Quote 1 Image Orange">
    <p:bg>
      <p:bgPr>
        <a:solidFill>
          <a:srgbClr val="D04A0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442913" y="1714500"/>
            <a:ext cx="5299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442914" y="687002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5" name="Google Shape;135;p25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18085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Image">
  <p:cSld name="Quote 1 Imag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 txBox="1">
            <a:spLocks noGrp="1"/>
          </p:cNvSpPr>
          <p:nvPr>
            <p:ph type="body" idx="1"/>
          </p:nvPr>
        </p:nvSpPr>
        <p:spPr>
          <a:xfrm>
            <a:off x="442913" y="1714500"/>
            <a:ext cx="5299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442914" y="687002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27234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2 Orange">
  <p:cSld name="Quote 2 Orange">
    <p:bg>
      <p:bgPr>
        <a:solidFill>
          <a:srgbClr val="D04A0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442913" y="2274571"/>
            <a:ext cx="95404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442914" y="1362959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45" name="Google Shape;145;p27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59415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2 Red">
  <p:cSld name="Quote 2 Red">
    <p:bg>
      <p:bgPr>
        <a:solidFill>
          <a:srgbClr val="E0301E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442913" y="2274571"/>
            <a:ext cx="95404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" name="Google Shape;148;p28"/>
          <p:cNvSpPr/>
          <p:nvPr/>
        </p:nvSpPr>
        <p:spPr>
          <a:xfrm>
            <a:off x="442914" y="1362959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50" name="Google Shape;150;p28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141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2 Rose">
  <p:cSld name="Quote 2 Rose">
    <p:bg>
      <p:bgPr>
        <a:solidFill>
          <a:srgbClr val="D93954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442913" y="2274571"/>
            <a:ext cx="95404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9"/>
          <p:cNvSpPr/>
          <p:nvPr/>
        </p:nvSpPr>
        <p:spPr>
          <a:xfrm>
            <a:off x="442914" y="1362959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55" name="Google Shape;155;p29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7301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2 Grey">
  <p:cSld name="Quote 2 Grey">
    <p:bg>
      <p:bgPr>
        <a:solidFill>
          <a:srgbClr val="464646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>
            <a:off x="442913" y="2274571"/>
            <a:ext cx="95404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/>
          <p:nvPr/>
        </p:nvSpPr>
        <p:spPr>
          <a:xfrm>
            <a:off x="442914" y="1362959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0" name="Google Shape;160;p30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76281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body" idx="1"/>
          </p:nvPr>
        </p:nvSpPr>
        <p:spPr>
          <a:xfrm>
            <a:off x="442913" y="2274571"/>
            <a:ext cx="95404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3867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30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/>
          <p:nvPr/>
        </p:nvSpPr>
        <p:spPr>
          <a:xfrm>
            <a:off x="442914" y="1362959"/>
            <a:ext cx="871537" cy="679452"/>
          </a:xfrm>
          <a:custGeom>
            <a:avLst/>
            <a:gdLst/>
            <a:ahLst/>
            <a:cxnLst/>
            <a:rect l="l" t="t" r="r" b="b"/>
            <a:pathLst>
              <a:path w="1811" h="1424" extrusionOk="0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00722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body" idx="1"/>
          </p:nvPr>
        </p:nvSpPr>
        <p:spPr>
          <a:xfrm>
            <a:off x="442913" y="2103120"/>
            <a:ext cx="7418400" cy="4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57220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Subtitle">
  <p:cSld name="Title and Content - Subtitl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74184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3" name="Google Shape;173;p33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89818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">
  <p:cSld name="One Column 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40722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474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body" idx="2"/>
          </p:nvPr>
        </p:nvSpPr>
        <p:spPr>
          <a:xfrm>
            <a:off x="6275388" y="2103439"/>
            <a:ext cx="5474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22529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body" idx="2"/>
          </p:nvPr>
        </p:nvSpPr>
        <p:spPr>
          <a:xfrm>
            <a:off x="4332288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body" idx="3"/>
          </p:nvPr>
        </p:nvSpPr>
        <p:spPr>
          <a:xfrm>
            <a:off x="8220076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36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88" name="Google Shape;188;p36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73649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">
  <p:cSld name="Four Conten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4"/>
          </p:nvPr>
        </p:nvSpPr>
        <p:spPr>
          <a:xfrm>
            <a:off x="9190164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89308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ntent">
  <p:cSld name="Five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body" idx="2"/>
          </p:nvPr>
        </p:nvSpPr>
        <p:spPr>
          <a:xfrm>
            <a:off x="2777045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body" idx="3"/>
          </p:nvPr>
        </p:nvSpPr>
        <p:spPr>
          <a:xfrm>
            <a:off x="5111177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body" idx="4"/>
          </p:nvPr>
        </p:nvSpPr>
        <p:spPr>
          <a:xfrm>
            <a:off x="7445309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38"/>
          <p:cNvSpPr txBox="1">
            <a:spLocks noGrp="1"/>
          </p:cNvSpPr>
          <p:nvPr>
            <p:ph type="body" idx="5"/>
          </p:nvPr>
        </p:nvSpPr>
        <p:spPr>
          <a:xfrm>
            <a:off x="9779443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03" name="Google Shape;203;p38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265522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">
  <p:cSld name="Title and Full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body" idx="1"/>
          </p:nvPr>
        </p:nvSpPr>
        <p:spPr>
          <a:xfrm>
            <a:off x="442913" y="2103120"/>
            <a:ext cx="11306000" cy="4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6969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Rose">
  <p:cSld name="Section Header Rose">
    <p:bg>
      <p:bgPr>
        <a:solidFill>
          <a:srgbClr val="D9395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>
            <a:spLocks noGrp="1"/>
          </p:cNvSpPr>
          <p:nvPr>
            <p:ph type="title"/>
          </p:nvPr>
        </p:nvSpPr>
        <p:spPr>
          <a:xfrm>
            <a:off x="4951413" y="2103439"/>
            <a:ext cx="49368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subTitle" idx="1"/>
          </p:nvPr>
        </p:nvSpPr>
        <p:spPr>
          <a:xfrm>
            <a:off x="442912" y="0"/>
            <a:ext cx="4344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00"/>
              <a:buFont typeface="Arial"/>
              <a:buNone/>
              <a:defRPr sz="6506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6395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>
  <p:cSld name="Content and Imag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" name="Google Shape;214;p4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15" name="Google Shape;215;p41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148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">
  <p:cSld name="Three Image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2"/>
          <p:cNvSpPr/>
          <p:nvPr/>
        </p:nvSpPr>
        <p:spPr>
          <a:xfrm>
            <a:off x="442911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2"/>
          <p:cNvSpPr/>
          <p:nvPr/>
        </p:nvSpPr>
        <p:spPr>
          <a:xfrm>
            <a:off x="4331493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2"/>
          <p:cNvSpPr/>
          <p:nvPr/>
        </p:nvSpPr>
        <p:spPr>
          <a:xfrm>
            <a:off x="8220075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2"/>
          <p:cNvSpPr txBox="1">
            <a:spLocks noGrp="1"/>
          </p:cNvSpPr>
          <p:nvPr>
            <p:ph type="body" idx="1"/>
          </p:nvPr>
        </p:nvSpPr>
        <p:spPr>
          <a:xfrm>
            <a:off x="442913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42"/>
          <p:cNvSpPr txBox="1">
            <a:spLocks noGrp="1"/>
          </p:cNvSpPr>
          <p:nvPr>
            <p:ph type="body" idx="2"/>
          </p:nvPr>
        </p:nvSpPr>
        <p:spPr>
          <a:xfrm>
            <a:off x="4331495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42"/>
          <p:cNvSpPr txBox="1">
            <a:spLocks noGrp="1"/>
          </p:cNvSpPr>
          <p:nvPr>
            <p:ph type="body" idx="3"/>
          </p:nvPr>
        </p:nvSpPr>
        <p:spPr>
          <a:xfrm>
            <a:off x="8220076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24" name="Google Shape;224;p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29435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27" name="Google Shape;227;p43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45693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Infographic">
  <p:cSld name="Three Content Infographic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>
            <a:spLocks noGrp="1"/>
          </p:cNvSpPr>
          <p:nvPr>
            <p:ph type="body" idx="1"/>
          </p:nvPr>
        </p:nvSpPr>
        <p:spPr>
          <a:xfrm>
            <a:off x="442913" y="3599543"/>
            <a:ext cx="3528800" cy="2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44"/>
          <p:cNvSpPr txBox="1">
            <a:spLocks noGrp="1"/>
          </p:cNvSpPr>
          <p:nvPr>
            <p:ph type="body" idx="2"/>
          </p:nvPr>
        </p:nvSpPr>
        <p:spPr>
          <a:xfrm>
            <a:off x="442913" y="2095500"/>
            <a:ext cx="3528800" cy="1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400"/>
              <a:buFont typeface="Arial"/>
              <a:buNone/>
              <a:defRPr sz="8533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" name="Google Shape;231;p44"/>
          <p:cNvSpPr txBox="1">
            <a:spLocks noGrp="1"/>
          </p:cNvSpPr>
          <p:nvPr>
            <p:ph type="body" idx="3"/>
          </p:nvPr>
        </p:nvSpPr>
        <p:spPr>
          <a:xfrm>
            <a:off x="4327524" y="2095500"/>
            <a:ext cx="3533600" cy="1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Arial"/>
              <a:buNone/>
              <a:defRPr sz="85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44"/>
          <p:cNvSpPr txBox="1">
            <a:spLocks noGrp="1"/>
          </p:cNvSpPr>
          <p:nvPr>
            <p:ph type="body" idx="4"/>
          </p:nvPr>
        </p:nvSpPr>
        <p:spPr>
          <a:xfrm>
            <a:off x="8222572" y="2095500"/>
            <a:ext cx="3528800" cy="1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85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44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34" name="Google Shape;234;p44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5" name="Google Shape;235;p44"/>
          <p:cNvSpPr txBox="1">
            <a:spLocks noGrp="1"/>
          </p:cNvSpPr>
          <p:nvPr>
            <p:ph type="body" idx="5"/>
          </p:nvPr>
        </p:nvSpPr>
        <p:spPr>
          <a:xfrm>
            <a:off x="4327525" y="3599543"/>
            <a:ext cx="3533600" cy="2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" name="Google Shape;236;p44"/>
          <p:cNvSpPr txBox="1">
            <a:spLocks noGrp="1"/>
          </p:cNvSpPr>
          <p:nvPr>
            <p:ph type="body" idx="6"/>
          </p:nvPr>
        </p:nvSpPr>
        <p:spPr>
          <a:xfrm>
            <a:off x="8222572" y="3599543"/>
            <a:ext cx="3528800" cy="2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63576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 and Chart">
  <p:cSld name="Infographic and Char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5"/>
          <p:cNvSpPr/>
          <p:nvPr/>
        </p:nvSpPr>
        <p:spPr>
          <a:xfrm>
            <a:off x="0" y="2103439"/>
            <a:ext cx="3972000" cy="40688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5"/>
          <p:cNvSpPr txBox="1">
            <a:spLocks noGrp="1"/>
          </p:cNvSpPr>
          <p:nvPr>
            <p:ph type="body" idx="1"/>
          </p:nvPr>
        </p:nvSpPr>
        <p:spPr>
          <a:xfrm>
            <a:off x="360369" y="2103120"/>
            <a:ext cx="3612000" cy="17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00"/>
              <a:buFont typeface="Arial"/>
              <a:buNone/>
              <a:defRPr sz="1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45"/>
          <p:cNvSpPr txBox="1">
            <a:spLocks noGrp="1"/>
          </p:cNvSpPr>
          <p:nvPr>
            <p:ph type="body" idx="2"/>
          </p:nvPr>
        </p:nvSpPr>
        <p:spPr>
          <a:xfrm>
            <a:off x="442913" y="3931920"/>
            <a:ext cx="3329200" cy="2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45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42" name="Google Shape;242;p4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40830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Content Dark">
  <p:cSld name="One Column Content Dark">
    <p:bg>
      <p:bgPr>
        <a:solidFill>
          <a:srgbClr val="464646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46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46" name="Google Shape;246;p46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47" name="Google Shape;247;p46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3689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hart Dark">
  <p:cSld name="Title and Chart Dark">
    <p:bg>
      <p:bgPr>
        <a:solidFill>
          <a:srgbClr val="464646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50" name="Google Shape;250;p4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51" name="Google Shape;251;p47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7555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hart">
  <p:cSld name="One Column Char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8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48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55" name="Google Shape;255;p48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57286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Chart Dark">
  <p:cSld name="One Column Chart Dark">
    <p:bg>
      <p:bgPr>
        <a:solidFill>
          <a:srgbClr val="464646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9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49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59" name="Google Shape;259;p49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60" name="Google Shape;260;p49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141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Text Boxes for Icons">
  <p:cSld name="Four Text Boxes for Icons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0"/>
          <p:cNvSpPr txBox="1">
            <a:spLocks noGrp="1"/>
          </p:cNvSpPr>
          <p:nvPr>
            <p:ph type="body" idx="1"/>
          </p:nvPr>
        </p:nvSpPr>
        <p:spPr>
          <a:xfrm>
            <a:off x="442913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50"/>
          <p:cNvSpPr txBox="1">
            <a:spLocks noGrp="1"/>
          </p:cNvSpPr>
          <p:nvPr>
            <p:ph type="body" idx="2"/>
          </p:nvPr>
        </p:nvSpPr>
        <p:spPr>
          <a:xfrm>
            <a:off x="3359637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50"/>
          <p:cNvSpPr txBox="1">
            <a:spLocks noGrp="1"/>
          </p:cNvSpPr>
          <p:nvPr>
            <p:ph type="body" idx="3"/>
          </p:nvPr>
        </p:nvSpPr>
        <p:spPr>
          <a:xfrm>
            <a:off x="6276363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5" name="Google Shape;265;p50"/>
          <p:cNvSpPr txBox="1">
            <a:spLocks noGrp="1"/>
          </p:cNvSpPr>
          <p:nvPr>
            <p:ph type="body" idx="4"/>
          </p:nvPr>
        </p:nvSpPr>
        <p:spPr>
          <a:xfrm>
            <a:off x="9193088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50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67" name="Google Shape;267;p50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91996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Team Images">
  <p:cSld name="Four Team Image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1"/>
          <p:cNvSpPr/>
          <p:nvPr/>
        </p:nvSpPr>
        <p:spPr>
          <a:xfrm>
            <a:off x="442912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1"/>
          <p:cNvSpPr/>
          <p:nvPr/>
        </p:nvSpPr>
        <p:spPr>
          <a:xfrm>
            <a:off x="3359637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1"/>
          <p:cNvSpPr/>
          <p:nvPr/>
        </p:nvSpPr>
        <p:spPr>
          <a:xfrm>
            <a:off x="6276361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1"/>
          <p:cNvSpPr/>
          <p:nvPr/>
        </p:nvSpPr>
        <p:spPr>
          <a:xfrm>
            <a:off x="9193088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1"/>
          <p:cNvSpPr txBox="1">
            <a:spLocks noGrp="1"/>
          </p:cNvSpPr>
          <p:nvPr>
            <p:ph type="body" idx="1"/>
          </p:nvPr>
        </p:nvSpPr>
        <p:spPr>
          <a:xfrm>
            <a:off x="442912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51"/>
          <p:cNvSpPr txBox="1">
            <a:spLocks noGrp="1"/>
          </p:cNvSpPr>
          <p:nvPr>
            <p:ph type="body" idx="2"/>
          </p:nvPr>
        </p:nvSpPr>
        <p:spPr>
          <a:xfrm>
            <a:off x="3359637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5" name="Google Shape;275;p51"/>
          <p:cNvSpPr txBox="1">
            <a:spLocks noGrp="1"/>
          </p:cNvSpPr>
          <p:nvPr>
            <p:ph type="body" idx="3"/>
          </p:nvPr>
        </p:nvSpPr>
        <p:spPr>
          <a:xfrm>
            <a:off x="6276361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51"/>
          <p:cNvSpPr txBox="1">
            <a:spLocks noGrp="1"/>
          </p:cNvSpPr>
          <p:nvPr>
            <p:ph type="body" idx="4"/>
          </p:nvPr>
        </p:nvSpPr>
        <p:spPr>
          <a:xfrm>
            <a:off x="9193088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5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78" name="Google Shape;278;p51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330479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ogo Shape Rose">
  <p:cSld name="Title Slide Logo Shape Rose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54"/>
          <p:cNvGrpSpPr/>
          <p:nvPr/>
        </p:nvGrpSpPr>
        <p:grpSpPr>
          <a:xfrm>
            <a:off x="0" y="1"/>
            <a:ext cx="8914101" cy="6858001"/>
            <a:chOff x="0" y="0"/>
            <a:chExt cx="8914102" cy="6858001"/>
          </a:xfrm>
        </p:grpSpPr>
        <p:sp>
          <p:nvSpPr>
            <p:cNvPr id="293" name="Google Shape;293;p54"/>
            <p:cNvSpPr/>
            <p:nvPr/>
          </p:nvSpPr>
          <p:spPr>
            <a:xfrm>
              <a:off x="0" y="0"/>
              <a:ext cx="8914102" cy="6858001"/>
            </a:xfrm>
            <a:custGeom>
              <a:avLst/>
              <a:gdLst/>
              <a:ahLst/>
              <a:cxnLst/>
              <a:rect l="l" t="t" r="r" b="b"/>
              <a:pathLst>
                <a:path w="8914102" h="6858001" extrusionOk="0">
                  <a:moveTo>
                    <a:pt x="1260764" y="0"/>
                  </a:moveTo>
                  <a:lnTo>
                    <a:pt x="5169189" y="0"/>
                  </a:lnTo>
                  <a:lnTo>
                    <a:pt x="5169189" y="765175"/>
                  </a:lnTo>
                  <a:lnTo>
                    <a:pt x="5937540" y="765175"/>
                  </a:lnTo>
                  <a:lnTo>
                    <a:pt x="5937540" y="1957388"/>
                  </a:lnTo>
                  <a:lnTo>
                    <a:pt x="7920327" y="1957388"/>
                  </a:lnTo>
                  <a:lnTo>
                    <a:pt x="7920327" y="4899025"/>
                  </a:lnTo>
                  <a:lnTo>
                    <a:pt x="8914102" y="4899025"/>
                  </a:lnTo>
                  <a:lnTo>
                    <a:pt x="8914102" y="6858000"/>
                  </a:lnTo>
                  <a:lnTo>
                    <a:pt x="7920327" y="6858000"/>
                  </a:lnTo>
                  <a:lnTo>
                    <a:pt x="5937540" y="6858000"/>
                  </a:lnTo>
                  <a:lnTo>
                    <a:pt x="5169189" y="6858000"/>
                  </a:lnTo>
                  <a:lnTo>
                    <a:pt x="3705515" y="6858000"/>
                  </a:lnTo>
                  <a:lnTo>
                    <a:pt x="1260764" y="6858000"/>
                  </a:lnTo>
                  <a:lnTo>
                    <a:pt x="1260764" y="6858001"/>
                  </a:lnTo>
                  <a:lnTo>
                    <a:pt x="0" y="6858001"/>
                  </a:lnTo>
                  <a:lnTo>
                    <a:pt x="0" y="1"/>
                  </a:lnTo>
                  <a:lnTo>
                    <a:pt x="1260764" y="1"/>
                  </a:lnTo>
                  <a:close/>
                </a:path>
              </a:pathLst>
            </a:custGeom>
            <a:solidFill>
              <a:srgbClr val="D9395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4" name="Google Shape;294;p5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5139" y="5330952"/>
              <a:ext cx="1636775" cy="1351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" name="Google Shape;295;p54"/>
          <p:cNvSpPr txBox="1">
            <a:spLocks noGrp="1"/>
          </p:cNvSpPr>
          <p:nvPr>
            <p:ph type="ctrTitle"/>
          </p:nvPr>
        </p:nvSpPr>
        <p:spPr>
          <a:xfrm>
            <a:off x="442913" y="1009185"/>
            <a:ext cx="5258800" cy="2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  <a:defRPr sz="5067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96" name="Google Shape;296;p54"/>
          <p:cNvSpPr txBox="1">
            <a:spLocks noGrp="1"/>
          </p:cNvSpPr>
          <p:nvPr>
            <p:ph type="subTitle" idx="1"/>
          </p:nvPr>
        </p:nvSpPr>
        <p:spPr>
          <a:xfrm>
            <a:off x="442913" y="3749040"/>
            <a:ext cx="52588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58052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 - Subtitle">
  <p:cSld name="Title and Full Content - Subtitle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5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1130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55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00" name="Google Shape;300;p5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1" name="Google Shape;301;p55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92267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">
  <p:cSld name="One Column Content - Subtitle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56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05" name="Google Shape;305;p56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6" name="Google Shape;306;p56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807169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- Subtitle">
  <p:cSld name="Two Content - Subtitle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474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p57"/>
          <p:cNvSpPr txBox="1">
            <a:spLocks noGrp="1"/>
          </p:cNvSpPr>
          <p:nvPr>
            <p:ph type="body" idx="2"/>
          </p:nvPr>
        </p:nvSpPr>
        <p:spPr>
          <a:xfrm>
            <a:off x="6275388" y="2103437"/>
            <a:ext cx="5474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11" name="Google Shape;311;p5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12" name="Google Shape;312;p57"/>
          <p:cNvSpPr txBox="1">
            <a:spLocks noGrp="1"/>
          </p:cNvSpPr>
          <p:nvPr>
            <p:ph type="subTitle" idx="3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2473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- Subtitle">
  <p:cSld name="Content and Image - Subtitle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8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6" name="Google Shape;316;p58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5318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17" name="Google Shape;317;p58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18" name="Google Shape;318;p58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5318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21972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- Subtitle">
  <p:cSld name="Three Content - Subtitle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9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59"/>
          <p:cNvSpPr txBox="1">
            <a:spLocks noGrp="1"/>
          </p:cNvSpPr>
          <p:nvPr>
            <p:ph type="body" idx="2"/>
          </p:nvPr>
        </p:nvSpPr>
        <p:spPr>
          <a:xfrm>
            <a:off x="4332288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59"/>
          <p:cNvSpPr txBox="1">
            <a:spLocks noGrp="1"/>
          </p:cNvSpPr>
          <p:nvPr>
            <p:ph type="body" idx="3"/>
          </p:nvPr>
        </p:nvSpPr>
        <p:spPr>
          <a:xfrm>
            <a:off x="8220076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59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24" name="Google Shape;324;p59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25" name="Google Shape;325;p59"/>
          <p:cNvSpPr txBox="1">
            <a:spLocks noGrp="1"/>
          </p:cNvSpPr>
          <p:nvPr>
            <p:ph type="subTitle" idx="4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28759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- Subtitle">
  <p:cSld name="Four Content - Subtitle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0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Google Shape;328;p60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60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60"/>
          <p:cNvSpPr txBox="1">
            <a:spLocks noGrp="1"/>
          </p:cNvSpPr>
          <p:nvPr>
            <p:ph type="body" idx="4"/>
          </p:nvPr>
        </p:nvSpPr>
        <p:spPr>
          <a:xfrm>
            <a:off x="9190164" y="2103439"/>
            <a:ext cx="255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60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32" name="Google Shape;332;p60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3" name="Google Shape;333;p60"/>
          <p:cNvSpPr txBox="1">
            <a:spLocks noGrp="1"/>
          </p:cNvSpPr>
          <p:nvPr>
            <p:ph type="subTitle" idx="5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196217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ntent - Subtitle">
  <p:cSld name="Five Content - Subtitle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61"/>
          <p:cNvSpPr txBox="1">
            <a:spLocks noGrp="1"/>
          </p:cNvSpPr>
          <p:nvPr>
            <p:ph type="body" idx="2"/>
          </p:nvPr>
        </p:nvSpPr>
        <p:spPr>
          <a:xfrm>
            <a:off x="2777045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61"/>
          <p:cNvSpPr txBox="1">
            <a:spLocks noGrp="1"/>
          </p:cNvSpPr>
          <p:nvPr>
            <p:ph type="body" idx="3"/>
          </p:nvPr>
        </p:nvSpPr>
        <p:spPr>
          <a:xfrm>
            <a:off x="5111177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8" name="Google Shape;338;p61"/>
          <p:cNvSpPr txBox="1">
            <a:spLocks noGrp="1"/>
          </p:cNvSpPr>
          <p:nvPr>
            <p:ph type="body" idx="4"/>
          </p:nvPr>
        </p:nvSpPr>
        <p:spPr>
          <a:xfrm>
            <a:off x="7445309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61"/>
          <p:cNvSpPr txBox="1">
            <a:spLocks noGrp="1"/>
          </p:cNvSpPr>
          <p:nvPr>
            <p:ph type="body" idx="5"/>
          </p:nvPr>
        </p:nvSpPr>
        <p:spPr>
          <a:xfrm>
            <a:off x="9779443" y="2103439"/>
            <a:ext cx="1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61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41" name="Google Shape;341;p61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42" name="Google Shape;342;p61"/>
          <p:cNvSpPr txBox="1">
            <a:spLocks noGrp="1"/>
          </p:cNvSpPr>
          <p:nvPr>
            <p:ph type="subTitle" idx="6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35545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- Subtitle">
  <p:cSld name="Three Images - Subtitle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2"/>
          <p:cNvSpPr/>
          <p:nvPr/>
        </p:nvSpPr>
        <p:spPr>
          <a:xfrm>
            <a:off x="442911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2"/>
          <p:cNvSpPr/>
          <p:nvPr/>
        </p:nvSpPr>
        <p:spPr>
          <a:xfrm>
            <a:off x="4331493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2"/>
          <p:cNvSpPr/>
          <p:nvPr/>
        </p:nvSpPr>
        <p:spPr>
          <a:xfrm>
            <a:off x="8220075" y="2100263"/>
            <a:ext cx="3528800" cy="301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2"/>
          <p:cNvSpPr txBox="1">
            <a:spLocks noGrp="1"/>
          </p:cNvSpPr>
          <p:nvPr>
            <p:ph type="body" idx="1"/>
          </p:nvPr>
        </p:nvSpPr>
        <p:spPr>
          <a:xfrm>
            <a:off x="442913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Google Shape;348;p62"/>
          <p:cNvSpPr txBox="1">
            <a:spLocks noGrp="1"/>
          </p:cNvSpPr>
          <p:nvPr>
            <p:ph type="body" idx="2"/>
          </p:nvPr>
        </p:nvSpPr>
        <p:spPr>
          <a:xfrm>
            <a:off x="4331495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Google Shape;349;p62"/>
          <p:cNvSpPr txBox="1">
            <a:spLocks noGrp="1"/>
          </p:cNvSpPr>
          <p:nvPr>
            <p:ph type="body" idx="3"/>
          </p:nvPr>
        </p:nvSpPr>
        <p:spPr>
          <a:xfrm>
            <a:off x="8220076" y="5280025"/>
            <a:ext cx="35288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62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51" name="Google Shape;351;p6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2" name="Google Shape;352;p62"/>
          <p:cNvSpPr txBox="1">
            <a:spLocks noGrp="1"/>
          </p:cNvSpPr>
          <p:nvPr>
            <p:ph type="subTitle" idx="4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03899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Text Boxes for Icons - Subtitle">
  <p:cSld name="Four Text Boxes for Icons - Subtitle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>
            <a:spLocks noGrp="1"/>
          </p:cNvSpPr>
          <p:nvPr>
            <p:ph type="body" idx="1"/>
          </p:nvPr>
        </p:nvSpPr>
        <p:spPr>
          <a:xfrm>
            <a:off x="442913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63"/>
          <p:cNvSpPr txBox="1">
            <a:spLocks noGrp="1"/>
          </p:cNvSpPr>
          <p:nvPr>
            <p:ph type="body" idx="2"/>
          </p:nvPr>
        </p:nvSpPr>
        <p:spPr>
          <a:xfrm>
            <a:off x="3358197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Google Shape;356;p63"/>
          <p:cNvSpPr txBox="1">
            <a:spLocks noGrp="1"/>
          </p:cNvSpPr>
          <p:nvPr>
            <p:ph type="body" idx="3"/>
          </p:nvPr>
        </p:nvSpPr>
        <p:spPr>
          <a:xfrm>
            <a:off x="6273483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p63"/>
          <p:cNvSpPr txBox="1">
            <a:spLocks noGrp="1"/>
          </p:cNvSpPr>
          <p:nvPr>
            <p:ph type="body" idx="4"/>
          </p:nvPr>
        </p:nvSpPr>
        <p:spPr>
          <a:xfrm>
            <a:off x="9188767" y="3429000"/>
            <a:ext cx="2560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8" name="Google Shape;358;p63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59" name="Google Shape;359;p63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0" name="Google Shape;360;p63"/>
          <p:cNvSpPr txBox="1">
            <a:spLocks noGrp="1"/>
          </p:cNvSpPr>
          <p:nvPr>
            <p:ph type="subTitle" idx="5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799456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Team Images - Subtitle">
  <p:cSld name="Four Team Images - Subtitle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4"/>
          <p:cNvSpPr/>
          <p:nvPr/>
        </p:nvSpPr>
        <p:spPr>
          <a:xfrm>
            <a:off x="442912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4"/>
          <p:cNvSpPr/>
          <p:nvPr/>
        </p:nvSpPr>
        <p:spPr>
          <a:xfrm>
            <a:off x="3359637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4"/>
          <p:cNvSpPr/>
          <p:nvPr/>
        </p:nvSpPr>
        <p:spPr>
          <a:xfrm>
            <a:off x="6276361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4"/>
          <p:cNvSpPr/>
          <p:nvPr/>
        </p:nvSpPr>
        <p:spPr>
          <a:xfrm>
            <a:off x="9193088" y="2100263"/>
            <a:ext cx="1326000" cy="13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4"/>
          <p:cNvSpPr txBox="1">
            <a:spLocks noGrp="1"/>
          </p:cNvSpPr>
          <p:nvPr>
            <p:ph type="body" idx="1"/>
          </p:nvPr>
        </p:nvSpPr>
        <p:spPr>
          <a:xfrm>
            <a:off x="442912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64"/>
          <p:cNvSpPr txBox="1">
            <a:spLocks noGrp="1"/>
          </p:cNvSpPr>
          <p:nvPr>
            <p:ph type="body" idx="2"/>
          </p:nvPr>
        </p:nvSpPr>
        <p:spPr>
          <a:xfrm>
            <a:off x="3358197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64"/>
          <p:cNvSpPr txBox="1">
            <a:spLocks noGrp="1"/>
          </p:cNvSpPr>
          <p:nvPr>
            <p:ph type="body" idx="3"/>
          </p:nvPr>
        </p:nvSpPr>
        <p:spPr>
          <a:xfrm>
            <a:off x="6273483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64"/>
          <p:cNvSpPr txBox="1">
            <a:spLocks noGrp="1"/>
          </p:cNvSpPr>
          <p:nvPr>
            <p:ph type="body" idx="4"/>
          </p:nvPr>
        </p:nvSpPr>
        <p:spPr>
          <a:xfrm>
            <a:off x="9188767" y="3657600"/>
            <a:ext cx="2560400" cy="2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72" name="Google Shape;372;p64"/>
          <p:cNvSpPr txBox="1">
            <a:spLocks noGrp="1"/>
          </p:cNvSpPr>
          <p:nvPr>
            <p:ph type="subTitle" idx="5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80660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hart - Subtitle">
  <p:cSld name="One Column Chart - Subtitle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5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Google Shape;375;p65"/>
          <p:cNvSpPr txBox="1">
            <a:spLocks noGrp="1"/>
          </p:cNvSpPr>
          <p:nvPr>
            <p:ph type="title"/>
          </p:nvPr>
        </p:nvSpPr>
        <p:spPr>
          <a:xfrm>
            <a:off x="442913" y="430513"/>
            <a:ext cx="1130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76" name="Google Shape;376;p65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77" name="Google Shape;377;p65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000" cy="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65448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Rose Manual">
  <p:cSld name="Section Header Rose Manual">
    <p:bg>
      <p:bgPr>
        <a:solidFill>
          <a:srgbClr val="D93954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>
            <a:spLocks noGrp="1"/>
          </p:cNvSpPr>
          <p:nvPr>
            <p:ph type="title"/>
          </p:nvPr>
        </p:nvSpPr>
        <p:spPr>
          <a:xfrm>
            <a:off x="442913" y="428625"/>
            <a:ext cx="13748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00"/>
              <a:buFont typeface="Arial"/>
              <a:buNone/>
              <a:defRPr sz="1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53329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677079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392" name="Google Shape;392;p6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93" name="Google Shape;393;p6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96259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 Dark 1">
  <p:cSld name="Title and Chart Dark 1">
    <p:bg>
      <p:bgPr>
        <a:solidFill>
          <a:srgbClr val="464646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>
            <a:spLocks noGrp="1"/>
          </p:cNvSpPr>
          <p:nvPr>
            <p:ph type="chart" idx="2"/>
          </p:nvPr>
        </p:nvSpPr>
        <p:spPr>
          <a:xfrm>
            <a:off x="442913" y="2103439"/>
            <a:ext cx="1130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lt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70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70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98" name="Google Shape;398;p70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54736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399" name="Google Shape;399;p70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896357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 1">
  <p:cSld name="Title and Full Content 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1"/>
          <p:cNvSpPr txBox="1">
            <a:spLocks noGrp="1"/>
          </p:cNvSpPr>
          <p:nvPr>
            <p:ph type="title"/>
          </p:nvPr>
        </p:nvSpPr>
        <p:spPr>
          <a:xfrm>
            <a:off x="460248" y="430513"/>
            <a:ext cx="11274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402" name="Google Shape;402;p71"/>
          <p:cNvSpPr txBox="1">
            <a:spLocks noGrp="1"/>
          </p:cNvSpPr>
          <p:nvPr>
            <p:ph type="subTitle" idx="1"/>
          </p:nvPr>
        </p:nvSpPr>
        <p:spPr>
          <a:xfrm>
            <a:off x="460248" y="936701"/>
            <a:ext cx="112744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71"/>
          <p:cNvSpPr txBox="1">
            <a:spLocks noGrp="1"/>
          </p:cNvSpPr>
          <p:nvPr>
            <p:ph type="body" idx="2"/>
          </p:nvPr>
        </p:nvSpPr>
        <p:spPr>
          <a:xfrm>
            <a:off x="460248" y="1825625"/>
            <a:ext cx="11274400" cy="4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1pPr>
            <a:lvl2pPr marL="1219170" lvl="1" indent="-4317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  <a:defRPr sz="2000"/>
            </a:lvl2pPr>
            <a:lvl3pPr marL="1828754" lvl="2" indent="-4317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500"/>
              <a:buChar char="◦"/>
              <a:defRPr sz="2000"/>
            </a:lvl3pPr>
            <a:lvl4pPr marL="2438339" lvl="3" indent="-4317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500"/>
              <a:buChar char="›"/>
              <a:defRPr sz="2000"/>
            </a:lvl4pPr>
            <a:lvl5pPr marL="3047924" lvl="4" indent="-423323" algn="l" rtl="0">
              <a:lnSpc>
                <a:spcPct val="90000"/>
              </a:lnSpc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71"/>
          <p:cNvSpPr txBox="1">
            <a:spLocks noGrp="1"/>
          </p:cNvSpPr>
          <p:nvPr>
            <p:ph type="sldNum" idx="12"/>
          </p:nvPr>
        </p:nvSpPr>
        <p:spPr>
          <a:xfrm>
            <a:off x="8991600" y="6488984"/>
            <a:ext cx="2743200" cy="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46565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All Grey 1">
  <p:cSld name="Title Slide All Grey 1">
    <p:bg>
      <p:bgPr>
        <a:solidFill>
          <a:schemeClr val="accent6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2"/>
          <p:cNvSpPr txBox="1">
            <a:spLocks noGrp="1"/>
          </p:cNvSpPr>
          <p:nvPr>
            <p:ph type="ctrTitle"/>
          </p:nvPr>
        </p:nvSpPr>
        <p:spPr>
          <a:xfrm>
            <a:off x="442912" y="856412"/>
            <a:ext cx="5454400" cy="2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eorgia"/>
              <a:buNone/>
              <a:defRPr sz="4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407" name="Google Shape;407;p72"/>
          <p:cNvSpPr txBox="1">
            <a:spLocks noGrp="1"/>
          </p:cNvSpPr>
          <p:nvPr>
            <p:ph type="subTitle" idx="1"/>
          </p:nvPr>
        </p:nvSpPr>
        <p:spPr>
          <a:xfrm>
            <a:off x="442913" y="4187521"/>
            <a:ext cx="54544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08" name="Google Shape;408;p72"/>
          <p:cNvGrpSpPr/>
          <p:nvPr/>
        </p:nvGrpSpPr>
        <p:grpSpPr>
          <a:xfrm>
            <a:off x="4432301" y="-7300"/>
            <a:ext cx="7759700" cy="6924568"/>
            <a:chOff x="3336925" y="-5475"/>
            <a:chExt cx="5819775" cy="5193426"/>
          </a:xfrm>
        </p:grpSpPr>
        <p:sp>
          <p:nvSpPr>
            <p:cNvPr id="409" name="Google Shape;409;p72"/>
            <p:cNvSpPr/>
            <p:nvPr/>
          </p:nvSpPr>
          <p:spPr>
            <a:xfrm>
              <a:off x="6904038" y="1030288"/>
              <a:ext cx="2222500" cy="2860675"/>
            </a:xfrm>
            <a:custGeom>
              <a:avLst/>
              <a:gdLst/>
              <a:ahLst/>
              <a:cxnLst/>
              <a:rect l="l" t="t" r="r" b="b"/>
              <a:pathLst>
                <a:path w="1400" h="1802" extrusionOk="0">
                  <a:moveTo>
                    <a:pt x="1400" y="357"/>
                  </a:moveTo>
                  <a:lnTo>
                    <a:pt x="1400" y="1451"/>
                  </a:lnTo>
                  <a:lnTo>
                    <a:pt x="792" y="1802"/>
                  </a:lnTo>
                  <a:lnTo>
                    <a:pt x="773" y="1802"/>
                  </a:lnTo>
                  <a:lnTo>
                    <a:pt x="0" y="1356"/>
                  </a:lnTo>
                  <a:lnTo>
                    <a:pt x="0" y="452"/>
                  </a:lnTo>
                  <a:lnTo>
                    <a:pt x="783" y="0"/>
                  </a:lnTo>
                  <a:lnTo>
                    <a:pt x="1400" y="35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72"/>
            <p:cNvSpPr/>
            <p:nvPr/>
          </p:nvSpPr>
          <p:spPr>
            <a:xfrm>
              <a:off x="8226425" y="1682750"/>
              <a:ext cx="663575" cy="765175"/>
            </a:xfrm>
            <a:custGeom>
              <a:avLst/>
              <a:gdLst/>
              <a:ahLst/>
              <a:cxnLst/>
              <a:rect l="l" t="t" r="r" b="b"/>
              <a:pathLst>
                <a:path w="418" h="482" extrusionOk="0">
                  <a:moveTo>
                    <a:pt x="210" y="482"/>
                  </a:moveTo>
                  <a:lnTo>
                    <a:pt x="418" y="361"/>
                  </a:lnTo>
                  <a:lnTo>
                    <a:pt x="418" y="120"/>
                  </a:lnTo>
                  <a:lnTo>
                    <a:pt x="210" y="0"/>
                  </a:lnTo>
                  <a:lnTo>
                    <a:pt x="0" y="120"/>
                  </a:lnTo>
                  <a:lnTo>
                    <a:pt x="0" y="361"/>
                  </a:lnTo>
                  <a:lnTo>
                    <a:pt x="210" y="4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72"/>
            <p:cNvSpPr/>
            <p:nvPr/>
          </p:nvSpPr>
          <p:spPr>
            <a:xfrm>
              <a:off x="7396163" y="914400"/>
              <a:ext cx="434975" cy="273050"/>
            </a:xfrm>
            <a:custGeom>
              <a:avLst/>
              <a:gdLst/>
              <a:ahLst/>
              <a:cxnLst/>
              <a:rect l="l" t="t" r="r" b="b"/>
              <a:pathLst>
                <a:path w="274" h="172" extrusionOk="0">
                  <a:moveTo>
                    <a:pt x="23" y="0"/>
                  </a:moveTo>
                  <a:lnTo>
                    <a:pt x="274" y="145"/>
                  </a:lnTo>
                  <a:lnTo>
                    <a:pt x="274" y="172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72"/>
            <p:cNvSpPr/>
            <p:nvPr/>
          </p:nvSpPr>
          <p:spPr>
            <a:xfrm>
              <a:off x="7300913" y="969963"/>
              <a:ext cx="530225" cy="327025"/>
            </a:xfrm>
            <a:custGeom>
              <a:avLst/>
              <a:gdLst/>
              <a:ahLst/>
              <a:cxnLst/>
              <a:rect l="l" t="t" r="r" b="b"/>
              <a:pathLst>
                <a:path w="334" h="206" extrusionOk="0">
                  <a:moveTo>
                    <a:pt x="334" y="206"/>
                  </a:moveTo>
                  <a:lnTo>
                    <a:pt x="0" y="13"/>
                  </a:lnTo>
                  <a:lnTo>
                    <a:pt x="23" y="0"/>
                  </a:lnTo>
                  <a:lnTo>
                    <a:pt x="334" y="179"/>
                  </a:lnTo>
                  <a:lnTo>
                    <a:pt x="334" y="206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72"/>
            <p:cNvSpPr/>
            <p:nvPr/>
          </p:nvSpPr>
          <p:spPr>
            <a:xfrm>
              <a:off x="7207250" y="1023938"/>
              <a:ext cx="623888" cy="384175"/>
            </a:xfrm>
            <a:custGeom>
              <a:avLst/>
              <a:gdLst/>
              <a:ahLst/>
              <a:cxnLst/>
              <a:rect l="l" t="t" r="r" b="b"/>
              <a:pathLst>
                <a:path w="393" h="242" extrusionOk="0">
                  <a:moveTo>
                    <a:pt x="393" y="242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393" y="215"/>
                  </a:lnTo>
                  <a:lnTo>
                    <a:pt x="393" y="24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72"/>
            <p:cNvSpPr/>
            <p:nvPr/>
          </p:nvSpPr>
          <p:spPr>
            <a:xfrm>
              <a:off x="7112000" y="1079500"/>
              <a:ext cx="719138" cy="434975"/>
            </a:xfrm>
            <a:custGeom>
              <a:avLst/>
              <a:gdLst/>
              <a:ahLst/>
              <a:cxnLst/>
              <a:rect l="l" t="t" r="r" b="b"/>
              <a:pathLst>
                <a:path w="453" h="274" extrusionOk="0">
                  <a:moveTo>
                    <a:pt x="453" y="274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453" y="249"/>
                  </a:lnTo>
                  <a:lnTo>
                    <a:pt x="453" y="274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72"/>
            <p:cNvSpPr/>
            <p:nvPr/>
          </p:nvSpPr>
          <p:spPr>
            <a:xfrm>
              <a:off x="7035800" y="1135063"/>
              <a:ext cx="795338" cy="481013"/>
            </a:xfrm>
            <a:custGeom>
              <a:avLst/>
              <a:gdLst/>
              <a:ahLst/>
              <a:cxnLst/>
              <a:rect l="l" t="t" r="r" b="b"/>
              <a:pathLst>
                <a:path w="501" h="303" extrusionOk="0">
                  <a:moveTo>
                    <a:pt x="501" y="295"/>
                  </a:moveTo>
                  <a:lnTo>
                    <a:pt x="489" y="303"/>
                  </a:lnTo>
                  <a:lnTo>
                    <a:pt x="0" y="1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501" y="281"/>
                  </a:lnTo>
                  <a:lnTo>
                    <a:pt x="501" y="29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72"/>
            <p:cNvSpPr/>
            <p:nvPr/>
          </p:nvSpPr>
          <p:spPr>
            <a:xfrm>
              <a:off x="7035800" y="1233488"/>
              <a:ext cx="719138" cy="436563"/>
            </a:xfrm>
            <a:custGeom>
              <a:avLst/>
              <a:gdLst/>
              <a:ahLst/>
              <a:cxnLst/>
              <a:rect l="l" t="t" r="r" b="b"/>
              <a:pathLst>
                <a:path w="453" h="275" extrusionOk="0">
                  <a:moveTo>
                    <a:pt x="430" y="275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53" y="262"/>
                  </a:lnTo>
                  <a:lnTo>
                    <a:pt x="430" y="27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72"/>
            <p:cNvSpPr/>
            <p:nvPr/>
          </p:nvSpPr>
          <p:spPr>
            <a:xfrm>
              <a:off x="7035800" y="1343025"/>
              <a:ext cx="623888" cy="379413"/>
            </a:xfrm>
            <a:custGeom>
              <a:avLst/>
              <a:gdLst/>
              <a:ahLst/>
              <a:cxnLst/>
              <a:rect l="l" t="t" r="r" b="b"/>
              <a:pathLst>
                <a:path w="393" h="239" extrusionOk="0">
                  <a:moveTo>
                    <a:pt x="370" y="239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393" y="228"/>
                  </a:lnTo>
                  <a:lnTo>
                    <a:pt x="370" y="239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72"/>
            <p:cNvSpPr/>
            <p:nvPr/>
          </p:nvSpPr>
          <p:spPr>
            <a:xfrm>
              <a:off x="7035800" y="1452563"/>
              <a:ext cx="528638" cy="325438"/>
            </a:xfrm>
            <a:custGeom>
              <a:avLst/>
              <a:gdLst/>
              <a:ahLst/>
              <a:cxnLst/>
              <a:rect l="l" t="t" r="r" b="b"/>
              <a:pathLst>
                <a:path w="333" h="205" extrusionOk="0">
                  <a:moveTo>
                    <a:pt x="310" y="205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333" y="191"/>
                  </a:lnTo>
                  <a:lnTo>
                    <a:pt x="310" y="20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72"/>
            <p:cNvSpPr/>
            <p:nvPr/>
          </p:nvSpPr>
          <p:spPr>
            <a:xfrm>
              <a:off x="7035800" y="1560513"/>
              <a:ext cx="433388" cy="273050"/>
            </a:xfrm>
            <a:custGeom>
              <a:avLst/>
              <a:gdLst/>
              <a:ahLst/>
              <a:cxnLst/>
              <a:rect l="l" t="t" r="r" b="b"/>
              <a:pathLst>
                <a:path w="273" h="172" extrusionOk="0">
                  <a:moveTo>
                    <a:pt x="250" y="172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73" y="158"/>
                  </a:lnTo>
                  <a:lnTo>
                    <a:pt x="250" y="17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72"/>
            <p:cNvSpPr/>
            <p:nvPr/>
          </p:nvSpPr>
          <p:spPr>
            <a:xfrm>
              <a:off x="4138613" y="504507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5" y="0"/>
                  </a:move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72"/>
            <p:cNvSpPr/>
            <p:nvPr/>
          </p:nvSpPr>
          <p:spPr>
            <a:xfrm>
              <a:off x="3621088" y="4748213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72"/>
            <p:cNvSpPr/>
            <p:nvPr/>
          </p:nvSpPr>
          <p:spPr>
            <a:xfrm>
              <a:off x="3878263" y="4894263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7" y="0"/>
                  </a:moveTo>
                  <a:lnTo>
                    <a:pt x="0" y="27"/>
                  </a:lnTo>
                  <a:lnTo>
                    <a:pt x="41" y="50"/>
                  </a:lnTo>
                  <a:lnTo>
                    <a:pt x="87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72"/>
            <p:cNvSpPr/>
            <p:nvPr/>
          </p:nvSpPr>
          <p:spPr>
            <a:xfrm>
              <a:off x="3749675" y="482123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72"/>
            <p:cNvSpPr/>
            <p:nvPr/>
          </p:nvSpPr>
          <p:spPr>
            <a:xfrm>
              <a:off x="4006850" y="4970463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87" y="24"/>
                  </a:moveTo>
                  <a:lnTo>
                    <a:pt x="47" y="0"/>
                  </a:lnTo>
                  <a:lnTo>
                    <a:pt x="0" y="25"/>
                  </a:lnTo>
                  <a:lnTo>
                    <a:pt x="43" y="49"/>
                  </a:lnTo>
                  <a:lnTo>
                    <a:pt x="87" y="24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72"/>
            <p:cNvSpPr/>
            <p:nvPr/>
          </p:nvSpPr>
          <p:spPr>
            <a:xfrm>
              <a:off x="3484563" y="4665663"/>
              <a:ext cx="142875" cy="85725"/>
            </a:xfrm>
            <a:custGeom>
              <a:avLst/>
              <a:gdLst/>
              <a:ahLst/>
              <a:cxnLst/>
              <a:rect l="l" t="t" r="r" b="b"/>
              <a:pathLst>
                <a:path w="90" h="54" extrusionOk="0">
                  <a:moveTo>
                    <a:pt x="44" y="0"/>
                  </a:moveTo>
                  <a:lnTo>
                    <a:pt x="0" y="27"/>
                  </a:lnTo>
                  <a:lnTo>
                    <a:pt x="46" y="54"/>
                  </a:lnTo>
                  <a:lnTo>
                    <a:pt x="90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72"/>
            <p:cNvSpPr/>
            <p:nvPr/>
          </p:nvSpPr>
          <p:spPr>
            <a:xfrm>
              <a:off x="3360738" y="4735513"/>
              <a:ext cx="147638" cy="85725"/>
            </a:xfrm>
            <a:custGeom>
              <a:avLst/>
              <a:gdLst/>
              <a:ahLst/>
              <a:cxnLst/>
              <a:rect l="l" t="t" r="r" b="b"/>
              <a:pathLst>
                <a:path w="93" h="54" extrusionOk="0">
                  <a:moveTo>
                    <a:pt x="45" y="0"/>
                  </a:moveTo>
                  <a:lnTo>
                    <a:pt x="0" y="27"/>
                  </a:lnTo>
                  <a:lnTo>
                    <a:pt x="47" y="54"/>
                  </a:lnTo>
                  <a:lnTo>
                    <a:pt x="93" y="2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72"/>
            <p:cNvSpPr/>
            <p:nvPr/>
          </p:nvSpPr>
          <p:spPr>
            <a:xfrm>
              <a:off x="3759200" y="49657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5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72"/>
            <p:cNvSpPr/>
            <p:nvPr/>
          </p:nvSpPr>
          <p:spPr>
            <a:xfrm>
              <a:off x="3887788" y="503872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5" y="0"/>
                  </a:moveTo>
                  <a:lnTo>
                    <a:pt x="0" y="27"/>
                  </a:lnTo>
                  <a:lnTo>
                    <a:pt x="41" y="50"/>
                  </a:lnTo>
                  <a:lnTo>
                    <a:pt x="85" y="2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72"/>
            <p:cNvSpPr/>
            <p:nvPr/>
          </p:nvSpPr>
          <p:spPr>
            <a:xfrm>
              <a:off x="3630613" y="489108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5" y="0"/>
                  </a:move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72"/>
            <p:cNvSpPr/>
            <p:nvPr/>
          </p:nvSpPr>
          <p:spPr>
            <a:xfrm>
              <a:off x="3498850" y="481488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5"/>
                  </a:moveTo>
                  <a:lnTo>
                    <a:pt x="47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7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72"/>
            <p:cNvSpPr/>
            <p:nvPr/>
          </p:nvSpPr>
          <p:spPr>
            <a:xfrm>
              <a:off x="3508375" y="496252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72"/>
            <p:cNvSpPr/>
            <p:nvPr/>
          </p:nvSpPr>
          <p:spPr>
            <a:xfrm>
              <a:off x="3636963" y="503555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4" y="0"/>
                  </a:moveTo>
                  <a:lnTo>
                    <a:pt x="0" y="25"/>
                  </a:lnTo>
                  <a:lnTo>
                    <a:pt x="41" y="50"/>
                  </a:lnTo>
                  <a:lnTo>
                    <a:pt x="85" y="2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72"/>
            <p:cNvSpPr/>
            <p:nvPr/>
          </p:nvSpPr>
          <p:spPr>
            <a:xfrm>
              <a:off x="3336925" y="4821238"/>
              <a:ext cx="49213" cy="55563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0" y="35"/>
                  </a:moveTo>
                  <a:lnTo>
                    <a:pt x="31" y="17"/>
                  </a:lnTo>
                  <a:lnTo>
                    <a:pt x="0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72"/>
            <p:cNvSpPr/>
            <p:nvPr/>
          </p:nvSpPr>
          <p:spPr>
            <a:xfrm>
              <a:off x="3379788" y="4884738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44" y="0"/>
                  </a:moveTo>
                  <a:lnTo>
                    <a:pt x="0" y="27"/>
                  </a:lnTo>
                  <a:lnTo>
                    <a:pt x="41" y="51"/>
                  </a:lnTo>
                  <a:lnTo>
                    <a:pt x="85" y="2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2"/>
            <p:cNvSpPr/>
            <p:nvPr/>
          </p:nvSpPr>
          <p:spPr>
            <a:xfrm>
              <a:off x="3386138" y="502920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6" y="0"/>
                  </a:moveTo>
                  <a:lnTo>
                    <a:pt x="0" y="27"/>
                  </a:lnTo>
                  <a:lnTo>
                    <a:pt x="40" y="50"/>
                  </a:lnTo>
                  <a:lnTo>
                    <a:pt x="87" y="2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72"/>
            <p:cNvSpPr/>
            <p:nvPr/>
          </p:nvSpPr>
          <p:spPr>
            <a:xfrm>
              <a:off x="3336925" y="4962525"/>
              <a:ext cx="55563" cy="63500"/>
            </a:xfrm>
            <a:custGeom>
              <a:avLst/>
              <a:gdLst/>
              <a:ahLst/>
              <a:cxnLst/>
              <a:rect l="l" t="t" r="r" b="b"/>
              <a:pathLst>
                <a:path w="35" h="40" extrusionOk="0">
                  <a:moveTo>
                    <a:pt x="0" y="40"/>
                  </a:moveTo>
                  <a:lnTo>
                    <a:pt x="35" y="19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72"/>
            <p:cNvSpPr/>
            <p:nvPr/>
          </p:nvSpPr>
          <p:spPr>
            <a:xfrm>
              <a:off x="5124450" y="4778375"/>
              <a:ext cx="88900" cy="73025"/>
            </a:xfrm>
            <a:custGeom>
              <a:avLst/>
              <a:gdLst/>
              <a:ahLst/>
              <a:cxnLst/>
              <a:rect l="l" t="t" r="r" b="b"/>
              <a:pathLst>
                <a:path w="56" h="46" extrusionOk="0">
                  <a:moveTo>
                    <a:pt x="41" y="46"/>
                  </a:moveTo>
                  <a:lnTo>
                    <a:pt x="56" y="37"/>
                  </a:lnTo>
                  <a:lnTo>
                    <a:pt x="56" y="8"/>
                  </a:lnTo>
                  <a:lnTo>
                    <a:pt x="39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2"/>
            <p:cNvSpPr/>
            <p:nvPr/>
          </p:nvSpPr>
          <p:spPr>
            <a:xfrm>
              <a:off x="4992688" y="4702175"/>
              <a:ext cx="128588" cy="76200"/>
            </a:xfrm>
            <a:custGeom>
              <a:avLst/>
              <a:gdLst/>
              <a:ahLst/>
              <a:cxnLst/>
              <a:rect l="l" t="t" r="r" b="b"/>
              <a:pathLst>
                <a:path w="81" h="48" extrusionOk="0">
                  <a:moveTo>
                    <a:pt x="43" y="48"/>
                  </a:moveTo>
                  <a:lnTo>
                    <a:pt x="81" y="25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2"/>
            <p:cNvSpPr/>
            <p:nvPr/>
          </p:nvSpPr>
          <p:spPr>
            <a:xfrm>
              <a:off x="4864100" y="4627563"/>
              <a:ext cx="128588" cy="74613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41" y="47"/>
                  </a:moveTo>
                  <a:lnTo>
                    <a:pt x="81" y="24"/>
                  </a:lnTo>
                  <a:lnTo>
                    <a:pt x="41" y="0"/>
                  </a:lnTo>
                  <a:lnTo>
                    <a:pt x="0" y="24"/>
                  </a:lnTo>
                  <a:lnTo>
                    <a:pt x="41" y="4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72"/>
            <p:cNvSpPr/>
            <p:nvPr/>
          </p:nvSpPr>
          <p:spPr>
            <a:xfrm>
              <a:off x="4213225" y="4251325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38" y="0"/>
                  </a:moveTo>
                  <a:lnTo>
                    <a:pt x="0" y="23"/>
                  </a:lnTo>
                  <a:lnTo>
                    <a:pt x="46" y="50"/>
                  </a:lnTo>
                  <a:lnTo>
                    <a:pt x="84" y="2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2"/>
            <p:cNvSpPr/>
            <p:nvPr/>
          </p:nvSpPr>
          <p:spPr>
            <a:xfrm>
              <a:off x="4606925" y="4478338"/>
              <a:ext cx="128588" cy="76200"/>
            </a:xfrm>
            <a:custGeom>
              <a:avLst/>
              <a:gdLst/>
              <a:ahLst/>
              <a:cxnLst/>
              <a:rect l="l" t="t" r="r" b="b"/>
              <a:pathLst>
                <a:path w="81" h="48" extrusionOk="0">
                  <a:moveTo>
                    <a:pt x="41" y="48"/>
                  </a:moveTo>
                  <a:lnTo>
                    <a:pt x="81" y="25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72"/>
            <p:cNvSpPr/>
            <p:nvPr/>
          </p:nvSpPr>
          <p:spPr>
            <a:xfrm>
              <a:off x="4735513" y="4554538"/>
              <a:ext cx="128588" cy="73025"/>
            </a:xfrm>
            <a:custGeom>
              <a:avLst/>
              <a:gdLst/>
              <a:ahLst/>
              <a:cxnLst/>
              <a:rect l="l" t="t" r="r" b="b"/>
              <a:pathLst>
                <a:path w="81" h="46" extrusionOk="0">
                  <a:moveTo>
                    <a:pt x="41" y="46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72"/>
            <p:cNvSpPr/>
            <p:nvPr/>
          </p:nvSpPr>
          <p:spPr>
            <a:xfrm>
              <a:off x="4478338" y="4405313"/>
              <a:ext cx="128588" cy="73025"/>
            </a:xfrm>
            <a:custGeom>
              <a:avLst/>
              <a:gdLst/>
              <a:ahLst/>
              <a:cxnLst/>
              <a:rect l="l" t="t" r="r" b="b"/>
              <a:pathLst>
                <a:path w="81" h="46" extrusionOk="0">
                  <a:moveTo>
                    <a:pt x="41" y="46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72"/>
            <p:cNvSpPr/>
            <p:nvPr/>
          </p:nvSpPr>
          <p:spPr>
            <a:xfrm>
              <a:off x="4349750" y="4330700"/>
              <a:ext cx="128588" cy="74613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41" y="47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72"/>
            <p:cNvSpPr/>
            <p:nvPr/>
          </p:nvSpPr>
          <p:spPr>
            <a:xfrm>
              <a:off x="4089400" y="4316413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5" y="0"/>
                  </a:moveTo>
                  <a:lnTo>
                    <a:pt x="0" y="25"/>
                  </a:lnTo>
                  <a:lnTo>
                    <a:pt x="47" y="52"/>
                  </a:lnTo>
                  <a:lnTo>
                    <a:pt x="91" y="2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72"/>
            <p:cNvSpPr/>
            <p:nvPr/>
          </p:nvSpPr>
          <p:spPr>
            <a:xfrm>
              <a:off x="4745038" y="469582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1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72"/>
            <p:cNvSpPr/>
            <p:nvPr/>
          </p:nvSpPr>
          <p:spPr>
            <a:xfrm>
              <a:off x="4227513" y="4395788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5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72"/>
            <p:cNvSpPr/>
            <p:nvPr/>
          </p:nvSpPr>
          <p:spPr>
            <a:xfrm>
              <a:off x="4616450" y="461962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1" y="50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1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2"/>
            <p:cNvSpPr/>
            <p:nvPr/>
          </p:nvSpPr>
          <p:spPr>
            <a:xfrm>
              <a:off x="4873625" y="476885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1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72"/>
            <p:cNvSpPr/>
            <p:nvPr/>
          </p:nvSpPr>
          <p:spPr>
            <a:xfrm>
              <a:off x="4356100" y="4471988"/>
              <a:ext cx="138113" cy="76200"/>
            </a:xfrm>
            <a:custGeom>
              <a:avLst/>
              <a:gdLst/>
              <a:ahLst/>
              <a:cxnLst/>
              <a:rect l="l" t="t" r="r" b="b"/>
              <a:pathLst>
                <a:path w="87" h="48" extrusionOk="0">
                  <a:moveTo>
                    <a:pt x="41" y="48"/>
                  </a:moveTo>
                  <a:lnTo>
                    <a:pt x="87" y="23"/>
                  </a:ln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72"/>
            <p:cNvSpPr/>
            <p:nvPr/>
          </p:nvSpPr>
          <p:spPr>
            <a:xfrm>
              <a:off x="4484688" y="4545013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41" y="49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1" y="49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72"/>
            <p:cNvSpPr/>
            <p:nvPr/>
          </p:nvSpPr>
          <p:spPr>
            <a:xfrm>
              <a:off x="5130800" y="4919663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52" h="48" extrusionOk="0">
                  <a:moveTo>
                    <a:pt x="41" y="48"/>
                  </a:moveTo>
                  <a:lnTo>
                    <a:pt x="52" y="42"/>
                  </a:lnTo>
                  <a:lnTo>
                    <a:pt x="52" y="2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72"/>
            <p:cNvSpPr/>
            <p:nvPr/>
          </p:nvSpPr>
          <p:spPr>
            <a:xfrm>
              <a:off x="5002213" y="4841875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0" y="27"/>
                  </a:moveTo>
                  <a:lnTo>
                    <a:pt x="41" y="51"/>
                  </a:lnTo>
                  <a:lnTo>
                    <a:pt x="85" y="24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72"/>
            <p:cNvSpPr/>
            <p:nvPr/>
          </p:nvSpPr>
          <p:spPr>
            <a:xfrm>
              <a:off x="4381500" y="4903788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40" y="50"/>
                  </a:moveTo>
                  <a:lnTo>
                    <a:pt x="84" y="23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72"/>
            <p:cNvSpPr/>
            <p:nvPr/>
          </p:nvSpPr>
          <p:spPr>
            <a:xfrm>
              <a:off x="4252913" y="483076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0" y="25"/>
                  </a:moveTo>
                  <a:lnTo>
                    <a:pt x="40" y="48"/>
                  </a:lnTo>
                  <a:lnTo>
                    <a:pt x="84" y="23"/>
                  </a:lnTo>
                  <a:lnTo>
                    <a:pt x="44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2"/>
            <p:cNvSpPr/>
            <p:nvPr/>
          </p:nvSpPr>
          <p:spPr>
            <a:xfrm>
              <a:off x="3992563" y="467995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3"/>
                  </a:moveTo>
                  <a:lnTo>
                    <a:pt x="46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72"/>
            <p:cNvSpPr/>
            <p:nvPr/>
          </p:nvSpPr>
          <p:spPr>
            <a:xfrm>
              <a:off x="3725863" y="4527550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4" y="0"/>
                  </a:moveTo>
                  <a:lnTo>
                    <a:pt x="0" y="25"/>
                  </a:lnTo>
                  <a:lnTo>
                    <a:pt x="46" y="52"/>
                  </a:lnTo>
                  <a:lnTo>
                    <a:pt x="91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72"/>
            <p:cNvSpPr/>
            <p:nvPr/>
          </p:nvSpPr>
          <p:spPr>
            <a:xfrm>
              <a:off x="3863975" y="4606925"/>
              <a:ext cx="138113" cy="76200"/>
            </a:xfrm>
            <a:custGeom>
              <a:avLst/>
              <a:gdLst/>
              <a:ahLst/>
              <a:cxnLst/>
              <a:rect l="l" t="t" r="r" b="b"/>
              <a:pathLst>
                <a:path w="87" h="48" extrusionOk="0">
                  <a:moveTo>
                    <a:pt x="87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72"/>
            <p:cNvSpPr/>
            <p:nvPr/>
          </p:nvSpPr>
          <p:spPr>
            <a:xfrm>
              <a:off x="4124325" y="4752975"/>
              <a:ext cx="133350" cy="80963"/>
            </a:xfrm>
            <a:custGeom>
              <a:avLst/>
              <a:gdLst/>
              <a:ahLst/>
              <a:cxnLst/>
              <a:rect l="l" t="t" r="r" b="b"/>
              <a:pathLst>
                <a:path w="84" h="51" extrusionOk="0">
                  <a:moveTo>
                    <a:pt x="84" y="26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lnTo>
                    <a:pt x="84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72"/>
            <p:cNvSpPr/>
            <p:nvPr/>
          </p:nvSpPr>
          <p:spPr>
            <a:xfrm>
              <a:off x="4638675" y="5053013"/>
              <a:ext cx="133350" cy="77788"/>
            </a:xfrm>
            <a:custGeom>
              <a:avLst/>
              <a:gdLst/>
              <a:ahLst/>
              <a:cxnLst/>
              <a:rect l="l" t="t" r="r" b="b"/>
              <a:pathLst>
                <a:path w="84" h="49" extrusionOk="0">
                  <a:moveTo>
                    <a:pt x="40" y="49"/>
                  </a:moveTo>
                  <a:lnTo>
                    <a:pt x="84" y="24"/>
                  </a:lnTo>
                  <a:lnTo>
                    <a:pt x="44" y="0"/>
                  </a:lnTo>
                  <a:lnTo>
                    <a:pt x="0" y="26"/>
                  </a:lnTo>
                  <a:lnTo>
                    <a:pt x="40" y="49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72"/>
            <p:cNvSpPr/>
            <p:nvPr/>
          </p:nvSpPr>
          <p:spPr>
            <a:xfrm>
              <a:off x="4510088" y="4976813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0" y="27"/>
                  </a:moveTo>
                  <a:lnTo>
                    <a:pt x="40" y="50"/>
                  </a:lnTo>
                  <a:lnTo>
                    <a:pt x="84" y="25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72"/>
            <p:cNvSpPr/>
            <p:nvPr/>
          </p:nvSpPr>
          <p:spPr>
            <a:xfrm>
              <a:off x="3986213" y="453707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72"/>
            <p:cNvSpPr/>
            <p:nvPr/>
          </p:nvSpPr>
          <p:spPr>
            <a:xfrm>
              <a:off x="3848100" y="4456113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4" y="0"/>
                  </a:moveTo>
                  <a:lnTo>
                    <a:pt x="0" y="25"/>
                  </a:lnTo>
                  <a:lnTo>
                    <a:pt x="46" y="52"/>
                  </a:lnTo>
                  <a:lnTo>
                    <a:pt x="91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72"/>
            <p:cNvSpPr/>
            <p:nvPr/>
          </p:nvSpPr>
          <p:spPr>
            <a:xfrm>
              <a:off x="4371975" y="4759325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0" y="50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72"/>
            <p:cNvSpPr/>
            <p:nvPr/>
          </p:nvSpPr>
          <p:spPr>
            <a:xfrm>
              <a:off x="4243388" y="468630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72"/>
            <p:cNvSpPr/>
            <p:nvPr/>
          </p:nvSpPr>
          <p:spPr>
            <a:xfrm>
              <a:off x="4500563" y="48339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0" y="27"/>
                  </a:moveTo>
                  <a:lnTo>
                    <a:pt x="42" y="50"/>
                  </a:lnTo>
                  <a:lnTo>
                    <a:pt x="87" y="23"/>
                  </a:lnTo>
                  <a:lnTo>
                    <a:pt x="46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72"/>
            <p:cNvSpPr/>
            <p:nvPr/>
          </p:nvSpPr>
          <p:spPr>
            <a:xfrm>
              <a:off x="4114800" y="46101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72"/>
            <p:cNvSpPr/>
            <p:nvPr/>
          </p:nvSpPr>
          <p:spPr>
            <a:xfrm>
              <a:off x="4760913" y="4983163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0" y="25"/>
                  </a:moveTo>
                  <a:lnTo>
                    <a:pt x="40" y="50"/>
                  </a:ln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72"/>
            <p:cNvSpPr/>
            <p:nvPr/>
          </p:nvSpPr>
          <p:spPr>
            <a:xfrm>
              <a:off x="4889500" y="5056188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40" y="51"/>
                  </a:moveTo>
                  <a:lnTo>
                    <a:pt x="85" y="24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72"/>
            <p:cNvSpPr/>
            <p:nvPr/>
          </p:nvSpPr>
          <p:spPr>
            <a:xfrm>
              <a:off x="4632325" y="491013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0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72"/>
            <p:cNvSpPr/>
            <p:nvPr/>
          </p:nvSpPr>
          <p:spPr>
            <a:xfrm>
              <a:off x="3873500" y="4751388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84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lnTo>
                    <a:pt x="84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72"/>
            <p:cNvSpPr/>
            <p:nvPr/>
          </p:nvSpPr>
          <p:spPr>
            <a:xfrm>
              <a:off x="4130675" y="490061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44" y="0"/>
                  </a:moveTo>
                  <a:lnTo>
                    <a:pt x="0" y="25"/>
                  </a:lnTo>
                  <a:lnTo>
                    <a:pt x="40" y="48"/>
                  </a:lnTo>
                  <a:lnTo>
                    <a:pt x="84" y="2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72"/>
            <p:cNvSpPr/>
            <p:nvPr/>
          </p:nvSpPr>
          <p:spPr>
            <a:xfrm>
              <a:off x="4257675" y="49736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0" y="25"/>
                  </a:moveTo>
                  <a:lnTo>
                    <a:pt x="41" y="50"/>
                  </a:lnTo>
                  <a:lnTo>
                    <a:pt x="87" y="23"/>
                  </a:lnTo>
                  <a:lnTo>
                    <a:pt x="45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2"/>
            <p:cNvSpPr/>
            <p:nvPr/>
          </p:nvSpPr>
          <p:spPr>
            <a:xfrm>
              <a:off x="4386263" y="504825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1" y="50"/>
                  </a:moveTo>
                  <a:lnTo>
                    <a:pt x="87" y="25"/>
                  </a:lnTo>
                  <a:lnTo>
                    <a:pt x="47" y="0"/>
                  </a:lnTo>
                  <a:lnTo>
                    <a:pt x="0" y="27"/>
                  </a:lnTo>
                  <a:lnTo>
                    <a:pt x="41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72"/>
            <p:cNvSpPr/>
            <p:nvPr/>
          </p:nvSpPr>
          <p:spPr>
            <a:xfrm>
              <a:off x="3744913" y="467677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84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4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2"/>
            <p:cNvSpPr/>
            <p:nvPr/>
          </p:nvSpPr>
          <p:spPr>
            <a:xfrm>
              <a:off x="3603625" y="4597400"/>
              <a:ext cx="146050" cy="82550"/>
            </a:xfrm>
            <a:custGeom>
              <a:avLst/>
              <a:gdLst/>
              <a:ahLst/>
              <a:cxnLst/>
              <a:rect l="l" t="t" r="r" b="b"/>
              <a:pathLst>
                <a:path w="92" h="52" extrusionOk="0">
                  <a:moveTo>
                    <a:pt x="46" y="0"/>
                  </a:moveTo>
                  <a:lnTo>
                    <a:pt x="0" y="25"/>
                  </a:lnTo>
                  <a:lnTo>
                    <a:pt x="48" y="52"/>
                  </a:lnTo>
                  <a:lnTo>
                    <a:pt x="92" y="27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2"/>
            <p:cNvSpPr/>
            <p:nvPr/>
          </p:nvSpPr>
          <p:spPr>
            <a:xfrm>
              <a:off x="4002088" y="4824413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84" y="25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4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72"/>
            <p:cNvSpPr/>
            <p:nvPr/>
          </p:nvSpPr>
          <p:spPr>
            <a:xfrm>
              <a:off x="5011738" y="4986338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0" y="27"/>
                  </a:moveTo>
                  <a:lnTo>
                    <a:pt x="40" y="50"/>
                  </a:lnTo>
                  <a:lnTo>
                    <a:pt x="85" y="25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72"/>
            <p:cNvSpPr/>
            <p:nvPr/>
          </p:nvSpPr>
          <p:spPr>
            <a:xfrm>
              <a:off x="5203825" y="5137150"/>
              <a:ext cx="9525" cy="7938"/>
            </a:xfrm>
            <a:custGeom>
              <a:avLst/>
              <a:gdLst/>
              <a:ahLst/>
              <a:cxnLst/>
              <a:rect l="l" t="t" r="r" b="b"/>
              <a:pathLst>
                <a:path w="6" h="5" extrusionOk="0">
                  <a:moveTo>
                    <a:pt x="0" y="1"/>
                  </a:moveTo>
                  <a:lnTo>
                    <a:pt x="6" y="5"/>
                  </a:lnTo>
                  <a:lnTo>
                    <a:pt x="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2"/>
            <p:cNvSpPr/>
            <p:nvPr/>
          </p:nvSpPr>
          <p:spPr>
            <a:xfrm>
              <a:off x="5140325" y="5062538"/>
              <a:ext cx="73025" cy="76200"/>
            </a:xfrm>
            <a:custGeom>
              <a:avLst/>
              <a:gdLst/>
              <a:ahLst/>
              <a:cxnLst/>
              <a:rect l="l" t="t" r="r" b="b"/>
              <a:pathLst>
                <a:path w="46" h="48" extrusionOk="0">
                  <a:moveTo>
                    <a:pt x="40" y="48"/>
                  </a:moveTo>
                  <a:lnTo>
                    <a:pt x="46" y="47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72"/>
            <p:cNvSpPr/>
            <p:nvPr/>
          </p:nvSpPr>
          <p:spPr>
            <a:xfrm>
              <a:off x="4494213" y="468947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0" y="50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72"/>
            <p:cNvSpPr/>
            <p:nvPr/>
          </p:nvSpPr>
          <p:spPr>
            <a:xfrm>
              <a:off x="3967163" y="4386263"/>
              <a:ext cx="147638" cy="82550"/>
            </a:xfrm>
            <a:custGeom>
              <a:avLst/>
              <a:gdLst/>
              <a:ahLst/>
              <a:cxnLst/>
              <a:rect l="l" t="t" r="r" b="b"/>
              <a:pathLst>
                <a:path w="93" h="52" extrusionOk="0">
                  <a:moveTo>
                    <a:pt x="47" y="0"/>
                  </a:moveTo>
                  <a:lnTo>
                    <a:pt x="0" y="25"/>
                  </a:lnTo>
                  <a:lnTo>
                    <a:pt x="47" y="52"/>
                  </a:lnTo>
                  <a:lnTo>
                    <a:pt x="93" y="2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72"/>
            <p:cNvSpPr/>
            <p:nvPr/>
          </p:nvSpPr>
          <p:spPr>
            <a:xfrm>
              <a:off x="4237038" y="4538663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85" y="26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lnTo>
                    <a:pt x="85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72"/>
            <p:cNvSpPr/>
            <p:nvPr/>
          </p:nvSpPr>
          <p:spPr>
            <a:xfrm>
              <a:off x="4365625" y="461645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0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72"/>
            <p:cNvSpPr/>
            <p:nvPr/>
          </p:nvSpPr>
          <p:spPr>
            <a:xfrm>
              <a:off x="4622800" y="47625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0" y="50"/>
                  </a:moveTo>
                  <a:lnTo>
                    <a:pt x="85" y="25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72"/>
            <p:cNvSpPr/>
            <p:nvPr/>
          </p:nvSpPr>
          <p:spPr>
            <a:xfrm>
              <a:off x="4105275" y="44656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3"/>
                  </a:moveTo>
                  <a:lnTo>
                    <a:pt x="46" y="0"/>
                  </a:lnTo>
                  <a:lnTo>
                    <a:pt x="0" y="25"/>
                  </a:lnTo>
                  <a:lnTo>
                    <a:pt x="42" y="50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72"/>
            <p:cNvSpPr/>
            <p:nvPr/>
          </p:nvSpPr>
          <p:spPr>
            <a:xfrm>
              <a:off x="4879975" y="4913313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0" y="50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72"/>
            <p:cNvSpPr/>
            <p:nvPr/>
          </p:nvSpPr>
          <p:spPr>
            <a:xfrm>
              <a:off x="4751388" y="4838700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0" y="26"/>
                  </a:moveTo>
                  <a:lnTo>
                    <a:pt x="40" y="49"/>
                  </a:lnTo>
                  <a:lnTo>
                    <a:pt x="87" y="24"/>
                  </a:lnTo>
                  <a:lnTo>
                    <a:pt x="44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72"/>
            <p:cNvSpPr/>
            <p:nvPr/>
          </p:nvSpPr>
          <p:spPr>
            <a:xfrm>
              <a:off x="7800975" y="3462338"/>
              <a:ext cx="703263" cy="814388"/>
            </a:xfrm>
            <a:custGeom>
              <a:avLst/>
              <a:gdLst/>
              <a:ahLst/>
              <a:cxnLst/>
              <a:rect l="l" t="t" r="r" b="b"/>
              <a:pathLst>
                <a:path w="443" h="513" extrusionOk="0">
                  <a:moveTo>
                    <a:pt x="221" y="513"/>
                  </a:moveTo>
                  <a:lnTo>
                    <a:pt x="0" y="385"/>
                  </a:lnTo>
                  <a:lnTo>
                    <a:pt x="0" y="129"/>
                  </a:lnTo>
                  <a:lnTo>
                    <a:pt x="221" y="0"/>
                  </a:lnTo>
                  <a:lnTo>
                    <a:pt x="443" y="129"/>
                  </a:lnTo>
                  <a:lnTo>
                    <a:pt x="443" y="385"/>
                  </a:lnTo>
                  <a:lnTo>
                    <a:pt x="221" y="51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72"/>
            <p:cNvSpPr/>
            <p:nvPr/>
          </p:nvSpPr>
          <p:spPr>
            <a:xfrm>
              <a:off x="7854950" y="4291013"/>
              <a:ext cx="1301750" cy="896938"/>
            </a:xfrm>
            <a:custGeom>
              <a:avLst/>
              <a:gdLst/>
              <a:ahLst/>
              <a:cxnLst/>
              <a:rect l="l" t="t" r="r" b="b"/>
              <a:pathLst>
                <a:path w="820" h="565" extrusionOk="0">
                  <a:moveTo>
                    <a:pt x="0" y="237"/>
                  </a:moveTo>
                  <a:lnTo>
                    <a:pt x="0" y="565"/>
                  </a:lnTo>
                  <a:lnTo>
                    <a:pt x="820" y="565"/>
                  </a:lnTo>
                  <a:lnTo>
                    <a:pt x="820" y="237"/>
                  </a:lnTo>
                  <a:lnTo>
                    <a:pt x="409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36302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72"/>
            <p:cNvSpPr/>
            <p:nvPr/>
          </p:nvSpPr>
          <p:spPr>
            <a:xfrm>
              <a:off x="6502400" y="2527300"/>
              <a:ext cx="661988" cy="417513"/>
            </a:xfrm>
            <a:custGeom>
              <a:avLst/>
              <a:gdLst/>
              <a:ahLst/>
              <a:cxnLst/>
              <a:rect l="l" t="t" r="r" b="b"/>
              <a:pathLst>
                <a:path w="417" h="263" extrusionOk="0">
                  <a:moveTo>
                    <a:pt x="380" y="0"/>
                  </a:moveTo>
                  <a:lnTo>
                    <a:pt x="0" y="222"/>
                  </a:lnTo>
                  <a:lnTo>
                    <a:pt x="0" y="263"/>
                  </a:lnTo>
                  <a:lnTo>
                    <a:pt x="417" y="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72"/>
            <p:cNvSpPr/>
            <p:nvPr/>
          </p:nvSpPr>
          <p:spPr>
            <a:xfrm>
              <a:off x="6502400" y="2613025"/>
              <a:ext cx="804863" cy="496888"/>
            </a:xfrm>
            <a:custGeom>
              <a:avLst/>
              <a:gdLst/>
              <a:ahLst/>
              <a:cxnLst/>
              <a:rect l="l" t="t" r="r" b="b"/>
              <a:pathLst>
                <a:path w="507" h="313" extrusionOk="0">
                  <a:moveTo>
                    <a:pt x="0" y="313"/>
                  </a:moveTo>
                  <a:lnTo>
                    <a:pt x="507" y="20"/>
                  </a:lnTo>
                  <a:lnTo>
                    <a:pt x="472" y="0"/>
                  </a:lnTo>
                  <a:lnTo>
                    <a:pt x="0" y="272"/>
                  </a:lnTo>
                  <a:lnTo>
                    <a:pt x="0" y="313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2"/>
            <p:cNvSpPr/>
            <p:nvPr/>
          </p:nvSpPr>
          <p:spPr>
            <a:xfrm>
              <a:off x="6502400" y="2695575"/>
              <a:ext cx="949325" cy="579438"/>
            </a:xfrm>
            <a:custGeom>
              <a:avLst/>
              <a:gdLst/>
              <a:ahLst/>
              <a:cxnLst/>
              <a:rect l="l" t="t" r="r" b="b"/>
              <a:pathLst>
                <a:path w="598" h="365" extrusionOk="0">
                  <a:moveTo>
                    <a:pt x="0" y="365"/>
                  </a:moveTo>
                  <a:lnTo>
                    <a:pt x="598" y="20"/>
                  </a:lnTo>
                  <a:lnTo>
                    <a:pt x="563" y="0"/>
                  </a:lnTo>
                  <a:lnTo>
                    <a:pt x="0" y="324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2"/>
            <p:cNvSpPr/>
            <p:nvPr/>
          </p:nvSpPr>
          <p:spPr>
            <a:xfrm>
              <a:off x="6502400" y="2779713"/>
              <a:ext cx="1092200" cy="663575"/>
            </a:xfrm>
            <a:custGeom>
              <a:avLst/>
              <a:gdLst/>
              <a:ahLst/>
              <a:cxnLst/>
              <a:rect l="l" t="t" r="r" b="b"/>
              <a:pathLst>
                <a:path w="688" h="418" extrusionOk="0">
                  <a:moveTo>
                    <a:pt x="0" y="418"/>
                  </a:moveTo>
                  <a:lnTo>
                    <a:pt x="688" y="21"/>
                  </a:lnTo>
                  <a:lnTo>
                    <a:pt x="654" y="0"/>
                  </a:lnTo>
                  <a:lnTo>
                    <a:pt x="0" y="378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2"/>
            <p:cNvSpPr/>
            <p:nvPr/>
          </p:nvSpPr>
          <p:spPr>
            <a:xfrm>
              <a:off x="6502400" y="2862263"/>
              <a:ext cx="1209675" cy="731838"/>
            </a:xfrm>
            <a:custGeom>
              <a:avLst/>
              <a:gdLst/>
              <a:ahLst/>
              <a:cxnLst/>
              <a:rect l="l" t="t" r="r" b="b"/>
              <a:pathLst>
                <a:path w="762" h="461" extrusionOk="0">
                  <a:moveTo>
                    <a:pt x="0" y="451"/>
                  </a:moveTo>
                  <a:lnTo>
                    <a:pt x="17" y="461"/>
                  </a:lnTo>
                  <a:lnTo>
                    <a:pt x="762" y="30"/>
                  </a:lnTo>
                  <a:lnTo>
                    <a:pt x="762" y="11"/>
                  </a:lnTo>
                  <a:lnTo>
                    <a:pt x="744" y="0"/>
                  </a:lnTo>
                  <a:lnTo>
                    <a:pt x="0" y="430"/>
                  </a:lnTo>
                  <a:lnTo>
                    <a:pt x="0" y="45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72"/>
            <p:cNvSpPr/>
            <p:nvPr/>
          </p:nvSpPr>
          <p:spPr>
            <a:xfrm>
              <a:off x="6618288" y="3014663"/>
              <a:ext cx="1093788" cy="661988"/>
            </a:xfrm>
            <a:custGeom>
              <a:avLst/>
              <a:gdLst/>
              <a:ahLst/>
              <a:cxnLst/>
              <a:rect l="l" t="t" r="r" b="b"/>
              <a:pathLst>
                <a:path w="689" h="417" extrusionOk="0">
                  <a:moveTo>
                    <a:pt x="35" y="417"/>
                  </a:moveTo>
                  <a:lnTo>
                    <a:pt x="689" y="41"/>
                  </a:lnTo>
                  <a:lnTo>
                    <a:pt x="689" y="0"/>
                  </a:lnTo>
                  <a:lnTo>
                    <a:pt x="0" y="397"/>
                  </a:lnTo>
                  <a:lnTo>
                    <a:pt x="35" y="41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2"/>
            <p:cNvSpPr/>
            <p:nvPr/>
          </p:nvSpPr>
          <p:spPr>
            <a:xfrm>
              <a:off x="6762750" y="3179763"/>
              <a:ext cx="949325" cy="582613"/>
            </a:xfrm>
            <a:custGeom>
              <a:avLst/>
              <a:gdLst/>
              <a:ahLst/>
              <a:cxnLst/>
              <a:rect l="l" t="t" r="r" b="b"/>
              <a:pathLst>
                <a:path w="598" h="367" extrusionOk="0">
                  <a:moveTo>
                    <a:pt x="35" y="367"/>
                  </a:moveTo>
                  <a:lnTo>
                    <a:pt x="598" y="41"/>
                  </a:lnTo>
                  <a:lnTo>
                    <a:pt x="598" y="0"/>
                  </a:lnTo>
                  <a:lnTo>
                    <a:pt x="0" y="345"/>
                  </a:lnTo>
                  <a:lnTo>
                    <a:pt x="35" y="36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2"/>
            <p:cNvSpPr/>
            <p:nvPr/>
          </p:nvSpPr>
          <p:spPr>
            <a:xfrm>
              <a:off x="6907213" y="3344863"/>
              <a:ext cx="804863" cy="500063"/>
            </a:xfrm>
            <a:custGeom>
              <a:avLst/>
              <a:gdLst/>
              <a:ahLst/>
              <a:cxnLst/>
              <a:rect l="l" t="t" r="r" b="b"/>
              <a:pathLst>
                <a:path w="507" h="315" extrusionOk="0">
                  <a:moveTo>
                    <a:pt x="34" y="315"/>
                  </a:moveTo>
                  <a:lnTo>
                    <a:pt x="507" y="41"/>
                  </a:lnTo>
                  <a:lnTo>
                    <a:pt x="507" y="0"/>
                  </a:lnTo>
                  <a:lnTo>
                    <a:pt x="0" y="293"/>
                  </a:lnTo>
                  <a:lnTo>
                    <a:pt x="34" y="31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2"/>
            <p:cNvSpPr/>
            <p:nvPr/>
          </p:nvSpPr>
          <p:spPr>
            <a:xfrm>
              <a:off x="7050088" y="3513138"/>
              <a:ext cx="661988" cy="414338"/>
            </a:xfrm>
            <a:custGeom>
              <a:avLst/>
              <a:gdLst/>
              <a:ahLst/>
              <a:cxnLst/>
              <a:rect l="l" t="t" r="r" b="b"/>
              <a:pathLst>
                <a:path w="417" h="261" extrusionOk="0">
                  <a:moveTo>
                    <a:pt x="35" y="261"/>
                  </a:moveTo>
                  <a:lnTo>
                    <a:pt x="417" y="41"/>
                  </a:lnTo>
                  <a:lnTo>
                    <a:pt x="417" y="0"/>
                  </a:lnTo>
                  <a:lnTo>
                    <a:pt x="0" y="240"/>
                  </a:lnTo>
                  <a:lnTo>
                    <a:pt x="35" y="26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2"/>
            <p:cNvSpPr/>
            <p:nvPr/>
          </p:nvSpPr>
          <p:spPr>
            <a:xfrm>
              <a:off x="6160655" y="-5475"/>
              <a:ext cx="1897417" cy="814823"/>
            </a:xfrm>
            <a:custGeom>
              <a:avLst/>
              <a:gdLst/>
              <a:ahLst/>
              <a:cxnLst/>
              <a:rect l="l" t="t" r="r" b="b"/>
              <a:pathLst>
                <a:path w="1117" h="421" extrusionOk="0">
                  <a:moveTo>
                    <a:pt x="0" y="0"/>
                  </a:moveTo>
                  <a:lnTo>
                    <a:pt x="0" y="98"/>
                  </a:lnTo>
                  <a:lnTo>
                    <a:pt x="558" y="421"/>
                  </a:lnTo>
                  <a:lnTo>
                    <a:pt x="1117" y="98"/>
                  </a:lnTo>
                  <a:lnTo>
                    <a:pt x="11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72"/>
            <p:cNvSpPr/>
            <p:nvPr/>
          </p:nvSpPr>
          <p:spPr>
            <a:xfrm>
              <a:off x="7232517" y="-5475"/>
              <a:ext cx="341434" cy="135481"/>
            </a:xfrm>
            <a:custGeom>
              <a:avLst/>
              <a:gdLst/>
              <a:ahLst/>
              <a:cxnLst/>
              <a:rect l="l" t="t" r="r" b="b"/>
              <a:pathLst>
                <a:path w="201" h="70" extrusionOk="0">
                  <a:moveTo>
                    <a:pt x="46" y="0"/>
                  </a:moveTo>
                  <a:lnTo>
                    <a:pt x="0" y="23"/>
                  </a:lnTo>
                  <a:lnTo>
                    <a:pt x="69" y="70"/>
                  </a:lnTo>
                  <a:lnTo>
                    <a:pt x="201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72"/>
            <p:cNvSpPr/>
            <p:nvPr/>
          </p:nvSpPr>
          <p:spPr>
            <a:xfrm>
              <a:off x="8457261" y="536450"/>
              <a:ext cx="655688" cy="470314"/>
            </a:xfrm>
            <a:custGeom>
              <a:avLst/>
              <a:gdLst/>
              <a:ahLst/>
              <a:cxnLst/>
              <a:rect l="l" t="t" r="r" b="b"/>
              <a:pathLst>
                <a:path w="386" h="243" extrusionOk="0">
                  <a:moveTo>
                    <a:pt x="0" y="202"/>
                  </a:moveTo>
                  <a:lnTo>
                    <a:pt x="64" y="243"/>
                  </a:lnTo>
                  <a:lnTo>
                    <a:pt x="382" y="75"/>
                  </a:lnTo>
                  <a:lnTo>
                    <a:pt x="386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2"/>
            <p:cNvSpPr/>
            <p:nvPr/>
          </p:nvSpPr>
          <p:spPr>
            <a:xfrm>
              <a:off x="8251721" y="259682"/>
              <a:ext cx="871420" cy="603859"/>
            </a:xfrm>
            <a:custGeom>
              <a:avLst/>
              <a:gdLst/>
              <a:ahLst/>
              <a:cxnLst/>
              <a:rect l="l" t="t" r="r" b="b"/>
              <a:pathLst>
                <a:path w="513" h="312" extrusionOk="0">
                  <a:moveTo>
                    <a:pt x="0" y="268"/>
                  </a:moveTo>
                  <a:lnTo>
                    <a:pt x="71" y="312"/>
                  </a:lnTo>
                  <a:lnTo>
                    <a:pt x="509" y="85"/>
                  </a:lnTo>
                  <a:lnTo>
                    <a:pt x="513" y="0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2"/>
            <p:cNvSpPr/>
            <p:nvPr/>
          </p:nvSpPr>
          <p:spPr>
            <a:xfrm>
              <a:off x="7638501" y="-5475"/>
              <a:ext cx="842542" cy="429669"/>
            </a:xfrm>
            <a:custGeom>
              <a:avLst/>
              <a:gdLst/>
              <a:ahLst/>
              <a:cxnLst/>
              <a:rect l="l" t="t" r="r" b="b"/>
              <a:pathLst>
                <a:path w="496" h="222" extrusionOk="0">
                  <a:moveTo>
                    <a:pt x="340" y="0"/>
                  </a:moveTo>
                  <a:lnTo>
                    <a:pt x="0" y="178"/>
                  </a:lnTo>
                  <a:lnTo>
                    <a:pt x="72" y="222"/>
                  </a:lnTo>
                  <a:lnTo>
                    <a:pt x="496" y="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72"/>
            <p:cNvSpPr/>
            <p:nvPr/>
          </p:nvSpPr>
          <p:spPr>
            <a:xfrm>
              <a:off x="7845739" y="-5475"/>
              <a:ext cx="1087150" cy="574828"/>
            </a:xfrm>
            <a:custGeom>
              <a:avLst/>
              <a:gdLst/>
              <a:ahLst/>
              <a:cxnLst/>
              <a:rect l="l" t="t" r="r" b="b"/>
              <a:pathLst>
                <a:path w="640" h="297" extrusionOk="0">
                  <a:moveTo>
                    <a:pt x="484" y="0"/>
                  </a:moveTo>
                  <a:lnTo>
                    <a:pt x="0" y="253"/>
                  </a:lnTo>
                  <a:lnTo>
                    <a:pt x="69" y="297"/>
                  </a:lnTo>
                  <a:lnTo>
                    <a:pt x="640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2"/>
            <p:cNvSpPr/>
            <p:nvPr/>
          </p:nvSpPr>
          <p:spPr>
            <a:xfrm>
              <a:off x="7436358" y="-5475"/>
              <a:ext cx="592837" cy="280640"/>
            </a:xfrm>
            <a:custGeom>
              <a:avLst/>
              <a:gdLst/>
              <a:ahLst/>
              <a:cxnLst/>
              <a:rect l="l" t="t" r="r" b="b"/>
              <a:pathLst>
                <a:path w="349" h="145" extrusionOk="0">
                  <a:moveTo>
                    <a:pt x="192" y="0"/>
                  </a:moveTo>
                  <a:lnTo>
                    <a:pt x="0" y="100"/>
                  </a:lnTo>
                  <a:lnTo>
                    <a:pt x="71" y="145"/>
                  </a:lnTo>
                  <a:lnTo>
                    <a:pt x="349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72"/>
            <p:cNvSpPr/>
            <p:nvPr/>
          </p:nvSpPr>
          <p:spPr>
            <a:xfrm>
              <a:off x="8047880" y="-5475"/>
              <a:ext cx="1078659" cy="723857"/>
            </a:xfrm>
            <a:custGeom>
              <a:avLst/>
              <a:gdLst/>
              <a:ahLst/>
              <a:cxnLst/>
              <a:rect l="l" t="t" r="r" b="b"/>
              <a:pathLst>
                <a:path w="635" h="374" extrusionOk="0">
                  <a:moveTo>
                    <a:pt x="631" y="0"/>
                  </a:moveTo>
                  <a:lnTo>
                    <a:pt x="0" y="330"/>
                  </a:lnTo>
                  <a:lnTo>
                    <a:pt x="72" y="374"/>
                  </a:lnTo>
                  <a:lnTo>
                    <a:pt x="635" y="79"/>
                  </a:lnTo>
                  <a:lnTo>
                    <a:pt x="635" y="0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2"/>
            <p:cNvSpPr/>
            <p:nvPr/>
          </p:nvSpPr>
          <p:spPr>
            <a:xfrm>
              <a:off x="5476875" y="4702175"/>
              <a:ext cx="1689100" cy="485775"/>
            </a:xfrm>
            <a:custGeom>
              <a:avLst/>
              <a:gdLst/>
              <a:ahLst/>
              <a:cxnLst/>
              <a:rect l="l" t="t" r="r" b="b"/>
              <a:pathLst>
                <a:path w="1064" h="306" extrusionOk="0">
                  <a:moveTo>
                    <a:pt x="0" y="306"/>
                  </a:moveTo>
                  <a:lnTo>
                    <a:pt x="1064" y="306"/>
                  </a:lnTo>
                  <a:lnTo>
                    <a:pt x="532" y="0"/>
                  </a:lnTo>
                  <a:lnTo>
                    <a:pt x="0" y="306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2"/>
            <p:cNvSpPr/>
            <p:nvPr/>
          </p:nvSpPr>
          <p:spPr>
            <a:xfrm>
              <a:off x="5192713" y="3598863"/>
              <a:ext cx="1079500" cy="677863"/>
            </a:xfrm>
            <a:custGeom>
              <a:avLst/>
              <a:gdLst/>
              <a:ahLst/>
              <a:cxnLst/>
              <a:rect l="l" t="t" r="r" b="b"/>
              <a:pathLst>
                <a:path w="680" h="427" extrusionOk="0">
                  <a:moveTo>
                    <a:pt x="623" y="0"/>
                  </a:moveTo>
                  <a:lnTo>
                    <a:pt x="0" y="361"/>
                  </a:lnTo>
                  <a:lnTo>
                    <a:pt x="0" y="427"/>
                  </a:lnTo>
                  <a:lnTo>
                    <a:pt x="680" y="33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2"/>
            <p:cNvSpPr/>
            <p:nvPr/>
          </p:nvSpPr>
          <p:spPr>
            <a:xfrm>
              <a:off x="5192713" y="3736975"/>
              <a:ext cx="1316038" cy="811213"/>
            </a:xfrm>
            <a:custGeom>
              <a:avLst/>
              <a:gdLst/>
              <a:ahLst/>
              <a:cxnLst/>
              <a:rect l="l" t="t" r="r" b="b"/>
              <a:pathLst>
                <a:path w="829" h="511" extrusionOk="0">
                  <a:moveTo>
                    <a:pt x="0" y="511"/>
                  </a:moveTo>
                  <a:lnTo>
                    <a:pt x="829" y="33"/>
                  </a:lnTo>
                  <a:lnTo>
                    <a:pt x="771" y="0"/>
                  </a:lnTo>
                  <a:lnTo>
                    <a:pt x="0" y="44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2"/>
            <p:cNvSpPr/>
            <p:nvPr/>
          </p:nvSpPr>
          <p:spPr>
            <a:xfrm>
              <a:off x="5192713" y="3871913"/>
              <a:ext cx="1550988" cy="949325"/>
            </a:xfrm>
            <a:custGeom>
              <a:avLst/>
              <a:gdLst/>
              <a:ahLst/>
              <a:cxnLst/>
              <a:rect l="l" t="t" r="r" b="b"/>
              <a:pathLst>
                <a:path w="977" h="598" extrusionOk="0">
                  <a:moveTo>
                    <a:pt x="0" y="598"/>
                  </a:moveTo>
                  <a:lnTo>
                    <a:pt x="977" y="33"/>
                  </a:lnTo>
                  <a:lnTo>
                    <a:pt x="920" y="0"/>
                  </a:lnTo>
                  <a:lnTo>
                    <a:pt x="0" y="530"/>
                  </a:lnTo>
                  <a:lnTo>
                    <a:pt x="0" y="598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2"/>
            <p:cNvSpPr/>
            <p:nvPr/>
          </p:nvSpPr>
          <p:spPr>
            <a:xfrm>
              <a:off x="5192713" y="4006850"/>
              <a:ext cx="1787525" cy="1087438"/>
            </a:xfrm>
            <a:custGeom>
              <a:avLst/>
              <a:gdLst/>
              <a:ahLst/>
              <a:cxnLst/>
              <a:rect l="l" t="t" r="r" b="b"/>
              <a:pathLst>
                <a:path w="1126" h="685" extrusionOk="0">
                  <a:moveTo>
                    <a:pt x="0" y="685"/>
                  </a:moveTo>
                  <a:lnTo>
                    <a:pt x="1126" y="35"/>
                  </a:lnTo>
                  <a:lnTo>
                    <a:pt x="1068" y="0"/>
                  </a:lnTo>
                  <a:lnTo>
                    <a:pt x="0" y="617"/>
                  </a:lnTo>
                  <a:lnTo>
                    <a:pt x="0" y="68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2"/>
            <p:cNvSpPr/>
            <p:nvPr/>
          </p:nvSpPr>
          <p:spPr>
            <a:xfrm>
              <a:off x="5314950" y="4144963"/>
              <a:ext cx="1854200" cy="1042988"/>
            </a:xfrm>
            <a:custGeom>
              <a:avLst/>
              <a:gdLst/>
              <a:ahLst/>
              <a:cxnLst/>
              <a:rect l="l" t="t" r="r" b="b"/>
              <a:pathLst>
                <a:path w="1168" h="657" extrusionOk="0">
                  <a:moveTo>
                    <a:pt x="0" y="657"/>
                  </a:moveTo>
                  <a:lnTo>
                    <a:pt x="114" y="657"/>
                  </a:lnTo>
                  <a:lnTo>
                    <a:pt x="1168" y="50"/>
                  </a:lnTo>
                  <a:lnTo>
                    <a:pt x="1168" y="17"/>
                  </a:lnTo>
                  <a:lnTo>
                    <a:pt x="1139" y="0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2"/>
            <p:cNvSpPr/>
            <p:nvPr/>
          </p:nvSpPr>
          <p:spPr>
            <a:xfrm>
              <a:off x="5786438" y="4389438"/>
              <a:ext cx="1382713" cy="798513"/>
            </a:xfrm>
            <a:custGeom>
              <a:avLst/>
              <a:gdLst/>
              <a:ahLst/>
              <a:cxnLst/>
              <a:rect l="l" t="t" r="r" b="b"/>
              <a:pathLst>
                <a:path w="871" h="503" extrusionOk="0">
                  <a:moveTo>
                    <a:pt x="0" y="503"/>
                  </a:moveTo>
                  <a:lnTo>
                    <a:pt x="114" y="503"/>
                  </a:lnTo>
                  <a:lnTo>
                    <a:pt x="871" y="67"/>
                  </a:lnTo>
                  <a:lnTo>
                    <a:pt x="871" y="0"/>
                  </a:lnTo>
                  <a:lnTo>
                    <a:pt x="0" y="50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72"/>
            <p:cNvSpPr/>
            <p:nvPr/>
          </p:nvSpPr>
          <p:spPr>
            <a:xfrm>
              <a:off x="6257925" y="4662488"/>
              <a:ext cx="911225" cy="525463"/>
            </a:xfrm>
            <a:custGeom>
              <a:avLst/>
              <a:gdLst/>
              <a:ahLst/>
              <a:cxnLst/>
              <a:rect l="l" t="t" r="r" b="b"/>
              <a:pathLst>
                <a:path w="574" h="331" extrusionOk="0">
                  <a:moveTo>
                    <a:pt x="0" y="331"/>
                  </a:moveTo>
                  <a:lnTo>
                    <a:pt x="114" y="331"/>
                  </a:lnTo>
                  <a:lnTo>
                    <a:pt x="574" y="67"/>
                  </a:lnTo>
                  <a:lnTo>
                    <a:pt x="574" y="0"/>
                  </a:lnTo>
                  <a:lnTo>
                    <a:pt x="0" y="33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72"/>
            <p:cNvSpPr/>
            <p:nvPr/>
          </p:nvSpPr>
          <p:spPr>
            <a:xfrm>
              <a:off x="6729413" y="4933950"/>
              <a:ext cx="439738" cy="254000"/>
            </a:xfrm>
            <a:custGeom>
              <a:avLst/>
              <a:gdLst/>
              <a:ahLst/>
              <a:cxnLst/>
              <a:rect l="l" t="t" r="r" b="b"/>
              <a:pathLst>
                <a:path w="277" h="160" extrusionOk="0">
                  <a:moveTo>
                    <a:pt x="0" y="160"/>
                  </a:moveTo>
                  <a:lnTo>
                    <a:pt x="113" y="160"/>
                  </a:lnTo>
                  <a:lnTo>
                    <a:pt x="277" y="66"/>
                  </a:lnTo>
                  <a:lnTo>
                    <a:pt x="277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7" name="Google Shape;517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74621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sic style 3 - colour">
  <p:cSld name="Basic style 3 - colour">
    <p:bg>
      <p:bgPr>
        <a:solidFill>
          <a:schemeClr val="accent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"/>
          <p:cNvSpPr txBox="1">
            <a:spLocks noGrp="1"/>
          </p:cNvSpPr>
          <p:nvPr>
            <p:ph type="title"/>
          </p:nvPr>
        </p:nvSpPr>
        <p:spPr>
          <a:xfrm>
            <a:off x="540003" y="432001"/>
            <a:ext cx="11112000" cy="5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73"/>
          <p:cNvSpPr txBox="1">
            <a:spLocks noGrp="1"/>
          </p:cNvSpPr>
          <p:nvPr>
            <p:ph type="sldNum" idx="12"/>
          </p:nvPr>
        </p:nvSpPr>
        <p:spPr>
          <a:xfrm>
            <a:off x="9887208" y="649224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1" name="Google Shape;521;p73"/>
          <p:cNvSpPr txBox="1">
            <a:spLocks noGrp="1"/>
          </p:cNvSpPr>
          <p:nvPr>
            <p:ph type="ftr" idx="11"/>
          </p:nvPr>
        </p:nvSpPr>
        <p:spPr>
          <a:xfrm>
            <a:off x="3359151" y="6492240"/>
            <a:ext cx="54736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73"/>
          <p:cNvSpPr txBox="1"/>
          <p:nvPr/>
        </p:nvSpPr>
        <p:spPr>
          <a:xfrm>
            <a:off x="448311" y="6506289"/>
            <a:ext cx="540000" cy="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248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7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1219170" lvl="1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2pPr>
            <a:lvl3pPr marL="1828754" lvl="2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3pPr>
            <a:lvl4pPr marL="2438339" lvl="3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4pPr>
            <a:lvl5pPr marL="3047924" lvl="4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5pPr>
            <a:lvl6pPr marL="3657509" lvl="5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6pPr>
            <a:lvl7pPr marL="4267093" lvl="6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7pPr>
            <a:lvl8pPr marL="4876678" lvl="7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8pPr>
            <a:lvl9pPr marL="5486263" lvl="8" indent="-406390" rtl="0">
              <a:spcBef>
                <a:spcPts val="667"/>
              </a:spcBef>
              <a:spcAft>
                <a:spcPts val="667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526" name="Google Shape;526;p7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602946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5"/>
          <p:cNvSpPr/>
          <p:nvPr/>
        </p:nvSpPr>
        <p:spPr>
          <a:xfrm>
            <a:off x="0" y="0"/>
            <a:ext cx="12192000" cy="129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75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00912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530" name="Google Shape;530;p75"/>
          <p:cNvSpPr txBox="1">
            <a:spLocks noGrp="1"/>
          </p:cNvSpPr>
          <p:nvPr>
            <p:ph type="dt" idx="10"/>
          </p:nvPr>
        </p:nvSpPr>
        <p:spPr>
          <a:xfrm>
            <a:off x="9005713" y="6356351"/>
            <a:ext cx="2743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75"/>
          <p:cNvSpPr txBox="1">
            <a:spLocks noGrp="1"/>
          </p:cNvSpPr>
          <p:nvPr>
            <p:ph type="ftr" idx="11"/>
          </p:nvPr>
        </p:nvSpPr>
        <p:spPr>
          <a:xfrm>
            <a:off x="442913" y="6356351"/>
            <a:ext cx="4114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75"/>
          <p:cNvSpPr txBox="1">
            <a:spLocks noGrp="1"/>
          </p:cNvSpPr>
          <p:nvPr>
            <p:ph type="sldNum" idx="12"/>
          </p:nvPr>
        </p:nvSpPr>
        <p:spPr>
          <a:xfrm>
            <a:off x="9005713" y="6476351"/>
            <a:ext cx="2743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533" name="Google Shape;533;p75"/>
          <p:cNvGrpSpPr/>
          <p:nvPr/>
        </p:nvGrpSpPr>
        <p:grpSpPr>
          <a:xfrm>
            <a:off x="10468336" y="-576521"/>
            <a:ext cx="1723665" cy="1872521"/>
            <a:chOff x="7851251" y="-432391"/>
            <a:chExt cx="1292749" cy="1404391"/>
          </a:xfrm>
        </p:grpSpPr>
        <p:sp>
          <p:nvSpPr>
            <p:cNvPr id="534" name="Google Shape;534;p75"/>
            <p:cNvSpPr/>
            <p:nvPr/>
          </p:nvSpPr>
          <p:spPr>
            <a:xfrm>
              <a:off x="8413633" y="-394308"/>
              <a:ext cx="730366" cy="940085"/>
            </a:xfrm>
            <a:custGeom>
              <a:avLst/>
              <a:gdLst/>
              <a:ahLst/>
              <a:cxnLst/>
              <a:rect l="l" t="t" r="r" b="b"/>
              <a:pathLst>
                <a:path w="1400" h="1802" extrusionOk="0">
                  <a:moveTo>
                    <a:pt x="1400" y="357"/>
                  </a:moveTo>
                  <a:lnTo>
                    <a:pt x="1400" y="1451"/>
                  </a:lnTo>
                  <a:lnTo>
                    <a:pt x="792" y="1802"/>
                  </a:lnTo>
                  <a:lnTo>
                    <a:pt x="773" y="1802"/>
                  </a:lnTo>
                  <a:lnTo>
                    <a:pt x="0" y="1356"/>
                  </a:lnTo>
                  <a:lnTo>
                    <a:pt x="0" y="452"/>
                  </a:lnTo>
                  <a:lnTo>
                    <a:pt x="783" y="0"/>
                  </a:lnTo>
                  <a:lnTo>
                    <a:pt x="1400" y="35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75"/>
            <p:cNvSpPr/>
            <p:nvPr/>
          </p:nvSpPr>
          <p:spPr>
            <a:xfrm>
              <a:off x="8848201" y="-179893"/>
              <a:ext cx="218067" cy="251455"/>
            </a:xfrm>
            <a:custGeom>
              <a:avLst/>
              <a:gdLst/>
              <a:ahLst/>
              <a:cxnLst/>
              <a:rect l="l" t="t" r="r" b="b"/>
              <a:pathLst>
                <a:path w="418" h="482" extrusionOk="0">
                  <a:moveTo>
                    <a:pt x="210" y="482"/>
                  </a:moveTo>
                  <a:lnTo>
                    <a:pt x="418" y="361"/>
                  </a:lnTo>
                  <a:lnTo>
                    <a:pt x="418" y="120"/>
                  </a:lnTo>
                  <a:lnTo>
                    <a:pt x="210" y="0"/>
                  </a:lnTo>
                  <a:lnTo>
                    <a:pt x="0" y="120"/>
                  </a:lnTo>
                  <a:lnTo>
                    <a:pt x="0" y="361"/>
                  </a:lnTo>
                  <a:lnTo>
                    <a:pt x="210" y="4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75"/>
            <p:cNvSpPr/>
            <p:nvPr/>
          </p:nvSpPr>
          <p:spPr>
            <a:xfrm>
              <a:off x="8575358" y="-432391"/>
              <a:ext cx="142943" cy="89731"/>
            </a:xfrm>
            <a:custGeom>
              <a:avLst/>
              <a:gdLst/>
              <a:ahLst/>
              <a:cxnLst/>
              <a:rect l="l" t="t" r="r" b="b"/>
              <a:pathLst>
                <a:path w="274" h="172" extrusionOk="0">
                  <a:moveTo>
                    <a:pt x="23" y="0"/>
                  </a:moveTo>
                  <a:lnTo>
                    <a:pt x="274" y="145"/>
                  </a:lnTo>
                  <a:lnTo>
                    <a:pt x="274" y="172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75"/>
            <p:cNvSpPr/>
            <p:nvPr/>
          </p:nvSpPr>
          <p:spPr>
            <a:xfrm>
              <a:off x="8544056" y="-414132"/>
              <a:ext cx="174245" cy="107468"/>
            </a:xfrm>
            <a:custGeom>
              <a:avLst/>
              <a:gdLst/>
              <a:ahLst/>
              <a:cxnLst/>
              <a:rect l="l" t="t" r="r" b="b"/>
              <a:pathLst>
                <a:path w="334" h="206" extrusionOk="0">
                  <a:moveTo>
                    <a:pt x="334" y="206"/>
                  </a:moveTo>
                  <a:lnTo>
                    <a:pt x="0" y="13"/>
                  </a:lnTo>
                  <a:lnTo>
                    <a:pt x="23" y="0"/>
                  </a:lnTo>
                  <a:lnTo>
                    <a:pt x="334" y="179"/>
                  </a:lnTo>
                  <a:lnTo>
                    <a:pt x="334" y="206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75"/>
            <p:cNvSpPr/>
            <p:nvPr/>
          </p:nvSpPr>
          <p:spPr>
            <a:xfrm>
              <a:off x="8513276" y="-396394"/>
              <a:ext cx="205024" cy="126249"/>
            </a:xfrm>
            <a:custGeom>
              <a:avLst/>
              <a:gdLst/>
              <a:ahLst/>
              <a:cxnLst/>
              <a:rect l="l" t="t" r="r" b="b"/>
              <a:pathLst>
                <a:path w="393" h="242" extrusionOk="0">
                  <a:moveTo>
                    <a:pt x="393" y="242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393" y="215"/>
                  </a:lnTo>
                  <a:lnTo>
                    <a:pt x="393" y="24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75"/>
            <p:cNvSpPr/>
            <p:nvPr/>
          </p:nvSpPr>
          <p:spPr>
            <a:xfrm>
              <a:off x="8481975" y="-378135"/>
              <a:ext cx="236326" cy="142943"/>
            </a:xfrm>
            <a:custGeom>
              <a:avLst/>
              <a:gdLst/>
              <a:ahLst/>
              <a:cxnLst/>
              <a:rect l="l" t="t" r="r" b="b"/>
              <a:pathLst>
                <a:path w="453" h="274" extrusionOk="0">
                  <a:moveTo>
                    <a:pt x="453" y="274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453" y="249"/>
                  </a:lnTo>
                  <a:lnTo>
                    <a:pt x="453" y="274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75"/>
            <p:cNvSpPr/>
            <p:nvPr/>
          </p:nvSpPr>
          <p:spPr>
            <a:xfrm>
              <a:off x="8456934" y="-359876"/>
              <a:ext cx="261367" cy="158072"/>
            </a:xfrm>
            <a:custGeom>
              <a:avLst/>
              <a:gdLst/>
              <a:ahLst/>
              <a:cxnLst/>
              <a:rect l="l" t="t" r="r" b="b"/>
              <a:pathLst>
                <a:path w="501" h="303" extrusionOk="0">
                  <a:moveTo>
                    <a:pt x="501" y="295"/>
                  </a:moveTo>
                  <a:lnTo>
                    <a:pt x="489" y="303"/>
                  </a:lnTo>
                  <a:lnTo>
                    <a:pt x="0" y="1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501" y="281"/>
                  </a:lnTo>
                  <a:lnTo>
                    <a:pt x="501" y="29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75"/>
            <p:cNvSpPr/>
            <p:nvPr/>
          </p:nvSpPr>
          <p:spPr>
            <a:xfrm>
              <a:off x="8456934" y="-327531"/>
              <a:ext cx="236326" cy="143465"/>
            </a:xfrm>
            <a:custGeom>
              <a:avLst/>
              <a:gdLst/>
              <a:ahLst/>
              <a:cxnLst/>
              <a:rect l="l" t="t" r="r" b="b"/>
              <a:pathLst>
                <a:path w="453" h="275" extrusionOk="0">
                  <a:moveTo>
                    <a:pt x="430" y="275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53" y="262"/>
                  </a:lnTo>
                  <a:lnTo>
                    <a:pt x="430" y="27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5"/>
            <p:cNvSpPr/>
            <p:nvPr/>
          </p:nvSpPr>
          <p:spPr>
            <a:xfrm>
              <a:off x="8456934" y="-291535"/>
              <a:ext cx="205024" cy="124684"/>
            </a:xfrm>
            <a:custGeom>
              <a:avLst/>
              <a:gdLst/>
              <a:ahLst/>
              <a:cxnLst/>
              <a:rect l="l" t="t" r="r" b="b"/>
              <a:pathLst>
                <a:path w="393" h="239" extrusionOk="0">
                  <a:moveTo>
                    <a:pt x="370" y="239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393" y="228"/>
                  </a:lnTo>
                  <a:lnTo>
                    <a:pt x="370" y="239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75"/>
            <p:cNvSpPr/>
            <p:nvPr/>
          </p:nvSpPr>
          <p:spPr>
            <a:xfrm>
              <a:off x="8456934" y="-255538"/>
              <a:ext cx="173723" cy="106947"/>
            </a:xfrm>
            <a:custGeom>
              <a:avLst/>
              <a:gdLst/>
              <a:ahLst/>
              <a:cxnLst/>
              <a:rect l="l" t="t" r="r" b="b"/>
              <a:pathLst>
                <a:path w="333" h="205" extrusionOk="0">
                  <a:moveTo>
                    <a:pt x="310" y="205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333" y="191"/>
                  </a:lnTo>
                  <a:lnTo>
                    <a:pt x="310" y="20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75"/>
            <p:cNvSpPr/>
            <p:nvPr/>
          </p:nvSpPr>
          <p:spPr>
            <a:xfrm>
              <a:off x="8456934" y="-220063"/>
              <a:ext cx="142422" cy="89731"/>
            </a:xfrm>
            <a:custGeom>
              <a:avLst/>
              <a:gdLst/>
              <a:ahLst/>
              <a:cxnLst/>
              <a:rect l="l" t="t" r="r" b="b"/>
              <a:pathLst>
                <a:path w="273" h="172" extrusionOk="0">
                  <a:moveTo>
                    <a:pt x="250" y="172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73" y="158"/>
                  </a:lnTo>
                  <a:lnTo>
                    <a:pt x="250" y="17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5"/>
            <p:cNvSpPr/>
            <p:nvPr/>
          </p:nvSpPr>
          <p:spPr>
            <a:xfrm>
              <a:off x="8708388" y="404922"/>
              <a:ext cx="231109" cy="267627"/>
            </a:xfrm>
            <a:custGeom>
              <a:avLst/>
              <a:gdLst/>
              <a:ahLst/>
              <a:cxnLst/>
              <a:rect l="l" t="t" r="r" b="b"/>
              <a:pathLst>
                <a:path w="443" h="513" extrusionOk="0">
                  <a:moveTo>
                    <a:pt x="221" y="513"/>
                  </a:moveTo>
                  <a:lnTo>
                    <a:pt x="0" y="385"/>
                  </a:lnTo>
                  <a:lnTo>
                    <a:pt x="0" y="129"/>
                  </a:lnTo>
                  <a:lnTo>
                    <a:pt x="221" y="0"/>
                  </a:lnTo>
                  <a:lnTo>
                    <a:pt x="443" y="129"/>
                  </a:lnTo>
                  <a:lnTo>
                    <a:pt x="443" y="385"/>
                  </a:lnTo>
                  <a:lnTo>
                    <a:pt x="221" y="51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5"/>
            <p:cNvSpPr/>
            <p:nvPr/>
          </p:nvSpPr>
          <p:spPr>
            <a:xfrm>
              <a:off x="8716214" y="677245"/>
              <a:ext cx="427786" cy="294755"/>
            </a:xfrm>
            <a:custGeom>
              <a:avLst/>
              <a:gdLst/>
              <a:ahLst/>
              <a:cxnLst/>
              <a:rect l="l" t="t" r="r" b="b"/>
              <a:pathLst>
                <a:path w="820" h="565" extrusionOk="0">
                  <a:moveTo>
                    <a:pt x="0" y="237"/>
                  </a:moveTo>
                  <a:lnTo>
                    <a:pt x="0" y="565"/>
                  </a:lnTo>
                  <a:lnTo>
                    <a:pt x="820" y="565"/>
                  </a:lnTo>
                  <a:lnTo>
                    <a:pt x="820" y="237"/>
                  </a:lnTo>
                  <a:lnTo>
                    <a:pt x="409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36302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5"/>
            <p:cNvSpPr/>
            <p:nvPr/>
          </p:nvSpPr>
          <p:spPr>
            <a:xfrm>
              <a:off x="8281646" y="97646"/>
              <a:ext cx="217545" cy="137205"/>
            </a:xfrm>
            <a:custGeom>
              <a:avLst/>
              <a:gdLst/>
              <a:ahLst/>
              <a:cxnLst/>
              <a:rect l="l" t="t" r="r" b="b"/>
              <a:pathLst>
                <a:path w="417" h="263" extrusionOk="0">
                  <a:moveTo>
                    <a:pt x="380" y="0"/>
                  </a:moveTo>
                  <a:lnTo>
                    <a:pt x="0" y="222"/>
                  </a:lnTo>
                  <a:lnTo>
                    <a:pt x="0" y="263"/>
                  </a:lnTo>
                  <a:lnTo>
                    <a:pt x="417" y="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5"/>
            <p:cNvSpPr/>
            <p:nvPr/>
          </p:nvSpPr>
          <p:spPr>
            <a:xfrm>
              <a:off x="8281646" y="125818"/>
              <a:ext cx="264497" cy="163289"/>
            </a:xfrm>
            <a:custGeom>
              <a:avLst/>
              <a:gdLst/>
              <a:ahLst/>
              <a:cxnLst/>
              <a:rect l="l" t="t" r="r" b="b"/>
              <a:pathLst>
                <a:path w="507" h="313" extrusionOk="0">
                  <a:moveTo>
                    <a:pt x="0" y="313"/>
                  </a:moveTo>
                  <a:lnTo>
                    <a:pt x="507" y="20"/>
                  </a:lnTo>
                  <a:lnTo>
                    <a:pt x="472" y="0"/>
                  </a:lnTo>
                  <a:lnTo>
                    <a:pt x="0" y="272"/>
                  </a:lnTo>
                  <a:lnTo>
                    <a:pt x="0" y="313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75"/>
            <p:cNvSpPr/>
            <p:nvPr/>
          </p:nvSpPr>
          <p:spPr>
            <a:xfrm>
              <a:off x="8281646" y="152946"/>
              <a:ext cx="311971" cy="190417"/>
            </a:xfrm>
            <a:custGeom>
              <a:avLst/>
              <a:gdLst/>
              <a:ahLst/>
              <a:cxnLst/>
              <a:rect l="l" t="t" r="r" b="b"/>
              <a:pathLst>
                <a:path w="598" h="365" extrusionOk="0">
                  <a:moveTo>
                    <a:pt x="0" y="365"/>
                  </a:moveTo>
                  <a:lnTo>
                    <a:pt x="598" y="20"/>
                  </a:lnTo>
                  <a:lnTo>
                    <a:pt x="563" y="0"/>
                  </a:lnTo>
                  <a:lnTo>
                    <a:pt x="0" y="324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75"/>
            <p:cNvSpPr/>
            <p:nvPr/>
          </p:nvSpPr>
          <p:spPr>
            <a:xfrm>
              <a:off x="8281646" y="180595"/>
              <a:ext cx="358923" cy="218067"/>
            </a:xfrm>
            <a:custGeom>
              <a:avLst/>
              <a:gdLst/>
              <a:ahLst/>
              <a:cxnLst/>
              <a:rect l="l" t="t" r="r" b="b"/>
              <a:pathLst>
                <a:path w="688" h="418" extrusionOk="0">
                  <a:moveTo>
                    <a:pt x="0" y="418"/>
                  </a:moveTo>
                  <a:lnTo>
                    <a:pt x="688" y="21"/>
                  </a:lnTo>
                  <a:lnTo>
                    <a:pt x="654" y="0"/>
                  </a:lnTo>
                  <a:lnTo>
                    <a:pt x="0" y="378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75"/>
            <p:cNvSpPr/>
            <p:nvPr/>
          </p:nvSpPr>
          <p:spPr>
            <a:xfrm>
              <a:off x="8281646" y="207723"/>
              <a:ext cx="397528" cy="240499"/>
            </a:xfrm>
            <a:custGeom>
              <a:avLst/>
              <a:gdLst/>
              <a:ahLst/>
              <a:cxnLst/>
              <a:rect l="l" t="t" r="r" b="b"/>
              <a:pathLst>
                <a:path w="762" h="461" extrusionOk="0">
                  <a:moveTo>
                    <a:pt x="0" y="451"/>
                  </a:moveTo>
                  <a:lnTo>
                    <a:pt x="17" y="461"/>
                  </a:lnTo>
                  <a:lnTo>
                    <a:pt x="762" y="30"/>
                  </a:lnTo>
                  <a:lnTo>
                    <a:pt x="762" y="11"/>
                  </a:lnTo>
                  <a:lnTo>
                    <a:pt x="744" y="0"/>
                  </a:lnTo>
                  <a:lnTo>
                    <a:pt x="0" y="430"/>
                  </a:lnTo>
                  <a:lnTo>
                    <a:pt x="0" y="45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75"/>
            <p:cNvSpPr/>
            <p:nvPr/>
          </p:nvSpPr>
          <p:spPr>
            <a:xfrm>
              <a:off x="8319729" y="257806"/>
              <a:ext cx="359444" cy="217545"/>
            </a:xfrm>
            <a:custGeom>
              <a:avLst/>
              <a:gdLst/>
              <a:ahLst/>
              <a:cxnLst/>
              <a:rect l="l" t="t" r="r" b="b"/>
              <a:pathLst>
                <a:path w="689" h="417" extrusionOk="0">
                  <a:moveTo>
                    <a:pt x="35" y="417"/>
                  </a:moveTo>
                  <a:lnTo>
                    <a:pt x="689" y="41"/>
                  </a:lnTo>
                  <a:lnTo>
                    <a:pt x="689" y="0"/>
                  </a:lnTo>
                  <a:lnTo>
                    <a:pt x="0" y="397"/>
                  </a:lnTo>
                  <a:lnTo>
                    <a:pt x="35" y="41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75"/>
            <p:cNvSpPr/>
            <p:nvPr/>
          </p:nvSpPr>
          <p:spPr>
            <a:xfrm>
              <a:off x="8367203" y="312061"/>
              <a:ext cx="311971" cy="191461"/>
            </a:xfrm>
            <a:custGeom>
              <a:avLst/>
              <a:gdLst/>
              <a:ahLst/>
              <a:cxnLst/>
              <a:rect l="l" t="t" r="r" b="b"/>
              <a:pathLst>
                <a:path w="598" h="367" extrusionOk="0">
                  <a:moveTo>
                    <a:pt x="35" y="367"/>
                  </a:moveTo>
                  <a:lnTo>
                    <a:pt x="598" y="41"/>
                  </a:lnTo>
                  <a:lnTo>
                    <a:pt x="598" y="0"/>
                  </a:lnTo>
                  <a:lnTo>
                    <a:pt x="0" y="345"/>
                  </a:lnTo>
                  <a:lnTo>
                    <a:pt x="35" y="36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75"/>
            <p:cNvSpPr/>
            <p:nvPr/>
          </p:nvSpPr>
          <p:spPr>
            <a:xfrm>
              <a:off x="8414677" y="366317"/>
              <a:ext cx="264497" cy="164333"/>
            </a:xfrm>
            <a:custGeom>
              <a:avLst/>
              <a:gdLst/>
              <a:ahLst/>
              <a:cxnLst/>
              <a:rect l="l" t="t" r="r" b="b"/>
              <a:pathLst>
                <a:path w="507" h="315" extrusionOk="0">
                  <a:moveTo>
                    <a:pt x="34" y="315"/>
                  </a:moveTo>
                  <a:lnTo>
                    <a:pt x="507" y="41"/>
                  </a:lnTo>
                  <a:lnTo>
                    <a:pt x="507" y="0"/>
                  </a:lnTo>
                  <a:lnTo>
                    <a:pt x="0" y="293"/>
                  </a:lnTo>
                  <a:lnTo>
                    <a:pt x="34" y="31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75"/>
            <p:cNvSpPr/>
            <p:nvPr/>
          </p:nvSpPr>
          <p:spPr>
            <a:xfrm>
              <a:off x="8461629" y="421616"/>
              <a:ext cx="217545" cy="136161"/>
            </a:xfrm>
            <a:custGeom>
              <a:avLst/>
              <a:gdLst/>
              <a:ahLst/>
              <a:cxnLst/>
              <a:rect l="l" t="t" r="r" b="b"/>
              <a:pathLst>
                <a:path w="417" h="261" extrusionOk="0">
                  <a:moveTo>
                    <a:pt x="35" y="261"/>
                  </a:moveTo>
                  <a:lnTo>
                    <a:pt x="417" y="41"/>
                  </a:lnTo>
                  <a:lnTo>
                    <a:pt x="417" y="0"/>
                  </a:lnTo>
                  <a:lnTo>
                    <a:pt x="0" y="240"/>
                  </a:lnTo>
                  <a:lnTo>
                    <a:pt x="35" y="26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75"/>
            <p:cNvSpPr/>
            <p:nvPr/>
          </p:nvSpPr>
          <p:spPr>
            <a:xfrm>
              <a:off x="7944634" y="812362"/>
              <a:ext cx="555078" cy="159637"/>
            </a:xfrm>
            <a:custGeom>
              <a:avLst/>
              <a:gdLst/>
              <a:ahLst/>
              <a:cxnLst/>
              <a:rect l="l" t="t" r="r" b="b"/>
              <a:pathLst>
                <a:path w="1064" h="306" extrusionOk="0">
                  <a:moveTo>
                    <a:pt x="0" y="306"/>
                  </a:moveTo>
                  <a:lnTo>
                    <a:pt x="1064" y="306"/>
                  </a:lnTo>
                  <a:lnTo>
                    <a:pt x="532" y="0"/>
                  </a:lnTo>
                  <a:lnTo>
                    <a:pt x="0" y="306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5"/>
            <p:cNvSpPr/>
            <p:nvPr/>
          </p:nvSpPr>
          <p:spPr>
            <a:xfrm>
              <a:off x="7851251" y="449788"/>
              <a:ext cx="354749" cy="222762"/>
            </a:xfrm>
            <a:custGeom>
              <a:avLst/>
              <a:gdLst/>
              <a:ahLst/>
              <a:cxnLst/>
              <a:rect l="l" t="t" r="r" b="b"/>
              <a:pathLst>
                <a:path w="680" h="427" extrusionOk="0">
                  <a:moveTo>
                    <a:pt x="623" y="0"/>
                  </a:moveTo>
                  <a:lnTo>
                    <a:pt x="0" y="361"/>
                  </a:lnTo>
                  <a:lnTo>
                    <a:pt x="0" y="427"/>
                  </a:lnTo>
                  <a:lnTo>
                    <a:pt x="680" y="33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75"/>
            <p:cNvSpPr/>
            <p:nvPr/>
          </p:nvSpPr>
          <p:spPr>
            <a:xfrm>
              <a:off x="7851251" y="495175"/>
              <a:ext cx="432481" cy="266584"/>
            </a:xfrm>
            <a:custGeom>
              <a:avLst/>
              <a:gdLst/>
              <a:ahLst/>
              <a:cxnLst/>
              <a:rect l="l" t="t" r="r" b="b"/>
              <a:pathLst>
                <a:path w="829" h="511" extrusionOk="0">
                  <a:moveTo>
                    <a:pt x="0" y="511"/>
                  </a:moveTo>
                  <a:lnTo>
                    <a:pt x="829" y="33"/>
                  </a:lnTo>
                  <a:lnTo>
                    <a:pt x="771" y="0"/>
                  </a:lnTo>
                  <a:lnTo>
                    <a:pt x="0" y="44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75"/>
            <p:cNvSpPr/>
            <p:nvPr/>
          </p:nvSpPr>
          <p:spPr>
            <a:xfrm>
              <a:off x="7851251" y="539518"/>
              <a:ext cx="509691" cy="311971"/>
            </a:xfrm>
            <a:custGeom>
              <a:avLst/>
              <a:gdLst/>
              <a:ahLst/>
              <a:cxnLst/>
              <a:rect l="l" t="t" r="r" b="b"/>
              <a:pathLst>
                <a:path w="977" h="598" extrusionOk="0">
                  <a:moveTo>
                    <a:pt x="0" y="598"/>
                  </a:moveTo>
                  <a:lnTo>
                    <a:pt x="977" y="33"/>
                  </a:lnTo>
                  <a:lnTo>
                    <a:pt x="920" y="0"/>
                  </a:lnTo>
                  <a:lnTo>
                    <a:pt x="0" y="530"/>
                  </a:lnTo>
                  <a:lnTo>
                    <a:pt x="0" y="598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5"/>
            <p:cNvSpPr/>
            <p:nvPr/>
          </p:nvSpPr>
          <p:spPr>
            <a:xfrm>
              <a:off x="7851251" y="583862"/>
              <a:ext cx="587423" cy="357358"/>
            </a:xfrm>
            <a:custGeom>
              <a:avLst/>
              <a:gdLst/>
              <a:ahLst/>
              <a:cxnLst/>
              <a:rect l="l" t="t" r="r" b="b"/>
              <a:pathLst>
                <a:path w="1126" h="685" extrusionOk="0">
                  <a:moveTo>
                    <a:pt x="0" y="685"/>
                  </a:moveTo>
                  <a:lnTo>
                    <a:pt x="1126" y="35"/>
                  </a:lnTo>
                  <a:lnTo>
                    <a:pt x="1068" y="0"/>
                  </a:lnTo>
                  <a:lnTo>
                    <a:pt x="0" y="617"/>
                  </a:lnTo>
                  <a:lnTo>
                    <a:pt x="0" y="68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75"/>
            <p:cNvSpPr/>
            <p:nvPr/>
          </p:nvSpPr>
          <p:spPr>
            <a:xfrm>
              <a:off x="7891421" y="629249"/>
              <a:ext cx="609334" cy="342750"/>
            </a:xfrm>
            <a:custGeom>
              <a:avLst/>
              <a:gdLst/>
              <a:ahLst/>
              <a:cxnLst/>
              <a:rect l="l" t="t" r="r" b="b"/>
              <a:pathLst>
                <a:path w="1168" h="657" extrusionOk="0">
                  <a:moveTo>
                    <a:pt x="0" y="657"/>
                  </a:moveTo>
                  <a:lnTo>
                    <a:pt x="114" y="657"/>
                  </a:lnTo>
                  <a:lnTo>
                    <a:pt x="1168" y="50"/>
                  </a:lnTo>
                  <a:lnTo>
                    <a:pt x="1168" y="17"/>
                  </a:lnTo>
                  <a:lnTo>
                    <a:pt x="1139" y="0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75"/>
            <p:cNvSpPr/>
            <p:nvPr/>
          </p:nvSpPr>
          <p:spPr>
            <a:xfrm>
              <a:off x="8046363" y="709590"/>
              <a:ext cx="454392" cy="262410"/>
            </a:xfrm>
            <a:custGeom>
              <a:avLst/>
              <a:gdLst/>
              <a:ahLst/>
              <a:cxnLst/>
              <a:rect l="l" t="t" r="r" b="b"/>
              <a:pathLst>
                <a:path w="871" h="503" extrusionOk="0">
                  <a:moveTo>
                    <a:pt x="0" y="503"/>
                  </a:moveTo>
                  <a:lnTo>
                    <a:pt x="114" y="503"/>
                  </a:lnTo>
                  <a:lnTo>
                    <a:pt x="871" y="67"/>
                  </a:lnTo>
                  <a:lnTo>
                    <a:pt x="871" y="0"/>
                  </a:lnTo>
                  <a:lnTo>
                    <a:pt x="0" y="50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5"/>
            <p:cNvSpPr/>
            <p:nvPr/>
          </p:nvSpPr>
          <p:spPr>
            <a:xfrm>
              <a:off x="8201305" y="799320"/>
              <a:ext cx="299450" cy="172680"/>
            </a:xfrm>
            <a:custGeom>
              <a:avLst/>
              <a:gdLst/>
              <a:ahLst/>
              <a:cxnLst/>
              <a:rect l="l" t="t" r="r" b="b"/>
              <a:pathLst>
                <a:path w="574" h="331" extrusionOk="0">
                  <a:moveTo>
                    <a:pt x="0" y="331"/>
                  </a:moveTo>
                  <a:lnTo>
                    <a:pt x="114" y="331"/>
                  </a:lnTo>
                  <a:lnTo>
                    <a:pt x="574" y="67"/>
                  </a:lnTo>
                  <a:lnTo>
                    <a:pt x="574" y="0"/>
                  </a:lnTo>
                  <a:lnTo>
                    <a:pt x="0" y="33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75"/>
            <p:cNvSpPr/>
            <p:nvPr/>
          </p:nvSpPr>
          <p:spPr>
            <a:xfrm>
              <a:off x="8356248" y="888529"/>
              <a:ext cx="144508" cy="83470"/>
            </a:xfrm>
            <a:custGeom>
              <a:avLst/>
              <a:gdLst/>
              <a:ahLst/>
              <a:cxnLst/>
              <a:rect l="l" t="t" r="r" b="b"/>
              <a:pathLst>
                <a:path w="277" h="160" extrusionOk="0">
                  <a:moveTo>
                    <a:pt x="0" y="160"/>
                  </a:moveTo>
                  <a:lnTo>
                    <a:pt x="113" y="160"/>
                  </a:lnTo>
                  <a:lnTo>
                    <a:pt x="277" y="66"/>
                  </a:lnTo>
                  <a:lnTo>
                    <a:pt x="277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92325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Dark 1">
  <p:cSld name="Thank You Dark 1">
    <p:bg>
      <p:bgPr>
        <a:solidFill>
          <a:srgbClr val="464646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6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6"/>
          <p:cNvSpPr txBox="1">
            <a:spLocks noGrp="1"/>
          </p:cNvSpPr>
          <p:nvPr>
            <p:ph type="body" idx="1"/>
          </p:nvPr>
        </p:nvSpPr>
        <p:spPr>
          <a:xfrm>
            <a:off x="442911" y="3405295"/>
            <a:ext cx="7418400" cy="1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8" name="Google Shape;568;p76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6"/>
          <p:cNvSpPr txBox="1"/>
          <p:nvPr/>
        </p:nvSpPr>
        <p:spPr>
          <a:xfrm>
            <a:off x="442912" y="2492039"/>
            <a:ext cx="40852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www.pwc.com.au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p76"/>
          <p:cNvGrpSpPr/>
          <p:nvPr/>
        </p:nvGrpSpPr>
        <p:grpSpPr>
          <a:xfrm>
            <a:off x="4432301" y="-7300"/>
            <a:ext cx="7759700" cy="6924568"/>
            <a:chOff x="3336925" y="-5475"/>
            <a:chExt cx="5819775" cy="5193426"/>
          </a:xfrm>
        </p:grpSpPr>
        <p:sp>
          <p:nvSpPr>
            <p:cNvPr id="571" name="Google Shape;571;p76"/>
            <p:cNvSpPr/>
            <p:nvPr/>
          </p:nvSpPr>
          <p:spPr>
            <a:xfrm>
              <a:off x="6904038" y="1030288"/>
              <a:ext cx="2222500" cy="2860675"/>
            </a:xfrm>
            <a:custGeom>
              <a:avLst/>
              <a:gdLst/>
              <a:ahLst/>
              <a:cxnLst/>
              <a:rect l="l" t="t" r="r" b="b"/>
              <a:pathLst>
                <a:path w="1400" h="1802" extrusionOk="0">
                  <a:moveTo>
                    <a:pt x="1400" y="357"/>
                  </a:moveTo>
                  <a:lnTo>
                    <a:pt x="1400" y="1451"/>
                  </a:lnTo>
                  <a:lnTo>
                    <a:pt x="792" y="1802"/>
                  </a:lnTo>
                  <a:lnTo>
                    <a:pt x="773" y="1802"/>
                  </a:lnTo>
                  <a:lnTo>
                    <a:pt x="0" y="1356"/>
                  </a:lnTo>
                  <a:lnTo>
                    <a:pt x="0" y="452"/>
                  </a:lnTo>
                  <a:lnTo>
                    <a:pt x="783" y="0"/>
                  </a:lnTo>
                  <a:lnTo>
                    <a:pt x="1400" y="35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76"/>
            <p:cNvSpPr/>
            <p:nvPr/>
          </p:nvSpPr>
          <p:spPr>
            <a:xfrm>
              <a:off x="8226425" y="1682750"/>
              <a:ext cx="663575" cy="765175"/>
            </a:xfrm>
            <a:custGeom>
              <a:avLst/>
              <a:gdLst/>
              <a:ahLst/>
              <a:cxnLst/>
              <a:rect l="l" t="t" r="r" b="b"/>
              <a:pathLst>
                <a:path w="418" h="482" extrusionOk="0">
                  <a:moveTo>
                    <a:pt x="210" y="482"/>
                  </a:moveTo>
                  <a:lnTo>
                    <a:pt x="418" y="361"/>
                  </a:lnTo>
                  <a:lnTo>
                    <a:pt x="418" y="120"/>
                  </a:lnTo>
                  <a:lnTo>
                    <a:pt x="210" y="0"/>
                  </a:lnTo>
                  <a:lnTo>
                    <a:pt x="0" y="120"/>
                  </a:lnTo>
                  <a:lnTo>
                    <a:pt x="0" y="361"/>
                  </a:lnTo>
                  <a:lnTo>
                    <a:pt x="210" y="4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76"/>
            <p:cNvSpPr/>
            <p:nvPr/>
          </p:nvSpPr>
          <p:spPr>
            <a:xfrm>
              <a:off x="7396163" y="914400"/>
              <a:ext cx="434975" cy="273050"/>
            </a:xfrm>
            <a:custGeom>
              <a:avLst/>
              <a:gdLst/>
              <a:ahLst/>
              <a:cxnLst/>
              <a:rect l="l" t="t" r="r" b="b"/>
              <a:pathLst>
                <a:path w="274" h="172" extrusionOk="0">
                  <a:moveTo>
                    <a:pt x="23" y="0"/>
                  </a:moveTo>
                  <a:lnTo>
                    <a:pt x="274" y="145"/>
                  </a:lnTo>
                  <a:lnTo>
                    <a:pt x="274" y="172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6"/>
            <p:cNvSpPr/>
            <p:nvPr/>
          </p:nvSpPr>
          <p:spPr>
            <a:xfrm>
              <a:off x="7300913" y="969963"/>
              <a:ext cx="530225" cy="327025"/>
            </a:xfrm>
            <a:custGeom>
              <a:avLst/>
              <a:gdLst/>
              <a:ahLst/>
              <a:cxnLst/>
              <a:rect l="l" t="t" r="r" b="b"/>
              <a:pathLst>
                <a:path w="334" h="206" extrusionOk="0">
                  <a:moveTo>
                    <a:pt x="334" y="206"/>
                  </a:moveTo>
                  <a:lnTo>
                    <a:pt x="0" y="13"/>
                  </a:lnTo>
                  <a:lnTo>
                    <a:pt x="23" y="0"/>
                  </a:lnTo>
                  <a:lnTo>
                    <a:pt x="334" y="179"/>
                  </a:lnTo>
                  <a:lnTo>
                    <a:pt x="334" y="206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6"/>
            <p:cNvSpPr/>
            <p:nvPr/>
          </p:nvSpPr>
          <p:spPr>
            <a:xfrm>
              <a:off x="7207250" y="1023938"/>
              <a:ext cx="623888" cy="384175"/>
            </a:xfrm>
            <a:custGeom>
              <a:avLst/>
              <a:gdLst/>
              <a:ahLst/>
              <a:cxnLst/>
              <a:rect l="l" t="t" r="r" b="b"/>
              <a:pathLst>
                <a:path w="393" h="242" extrusionOk="0">
                  <a:moveTo>
                    <a:pt x="393" y="242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393" y="215"/>
                  </a:lnTo>
                  <a:lnTo>
                    <a:pt x="393" y="24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6"/>
            <p:cNvSpPr/>
            <p:nvPr/>
          </p:nvSpPr>
          <p:spPr>
            <a:xfrm>
              <a:off x="7112000" y="1079500"/>
              <a:ext cx="719138" cy="434975"/>
            </a:xfrm>
            <a:custGeom>
              <a:avLst/>
              <a:gdLst/>
              <a:ahLst/>
              <a:cxnLst/>
              <a:rect l="l" t="t" r="r" b="b"/>
              <a:pathLst>
                <a:path w="453" h="274" extrusionOk="0">
                  <a:moveTo>
                    <a:pt x="453" y="274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453" y="249"/>
                  </a:lnTo>
                  <a:lnTo>
                    <a:pt x="453" y="274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76"/>
            <p:cNvSpPr/>
            <p:nvPr/>
          </p:nvSpPr>
          <p:spPr>
            <a:xfrm>
              <a:off x="7035800" y="1135063"/>
              <a:ext cx="795338" cy="481013"/>
            </a:xfrm>
            <a:custGeom>
              <a:avLst/>
              <a:gdLst/>
              <a:ahLst/>
              <a:cxnLst/>
              <a:rect l="l" t="t" r="r" b="b"/>
              <a:pathLst>
                <a:path w="501" h="303" extrusionOk="0">
                  <a:moveTo>
                    <a:pt x="501" y="295"/>
                  </a:moveTo>
                  <a:lnTo>
                    <a:pt x="489" y="303"/>
                  </a:lnTo>
                  <a:lnTo>
                    <a:pt x="0" y="1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501" y="281"/>
                  </a:lnTo>
                  <a:lnTo>
                    <a:pt x="501" y="29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6"/>
            <p:cNvSpPr/>
            <p:nvPr/>
          </p:nvSpPr>
          <p:spPr>
            <a:xfrm>
              <a:off x="7035800" y="1233488"/>
              <a:ext cx="719138" cy="436563"/>
            </a:xfrm>
            <a:custGeom>
              <a:avLst/>
              <a:gdLst/>
              <a:ahLst/>
              <a:cxnLst/>
              <a:rect l="l" t="t" r="r" b="b"/>
              <a:pathLst>
                <a:path w="453" h="275" extrusionOk="0">
                  <a:moveTo>
                    <a:pt x="430" y="275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53" y="262"/>
                  </a:lnTo>
                  <a:lnTo>
                    <a:pt x="430" y="27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6"/>
            <p:cNvSpPr/>
            <p:nvPr/>
          </p:nvSpPr>
          <p:spPr>
            <a:xfrm>
              <a:off x="7035800" y="1343025"/>
              <a:ext cx="623888" cy="379413"/>
            </a:xfrm>
            <a:custGeom>
              <a:avLst/>
              <a:gdLst/>
              <a:ahLst/>
              <a:cxnLst/>
              <a:rect l="l" t="t" r="r" b="b"/>
              <a:pathLst>
                <a:path w="393" h="239" extrusionOk="0">
                  <a:moveTo>
                    <a:pt x="370" y="239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393" y="228"/>
                  </a:lnTo>
                  <a:lnTo>
                    <a:pt x="370" y="239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6"/>
            <p:cNvSpPr/>
            <p:nvPr/>
          </p:nvSpPr>
          <p:spPr>
            <a:xfrm>
              <a:off x="7035800" y="1452563"/>
              <a:ext cx="528638" cy="325438"/>
            </a:xfrm>
            <a:custGeom>
              <a:avLst/>
              <a:gdLst/>
              <a:ahLst/>
              <a:cxnLst/>
              <a:rect l="l" t="t" r="r" b="b"/>
              <a:pathLst>
                <a:path w="333" h="205" extrusionOk="0">
                  <a:moveTo>
                    <a:pt x="310" y="205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333" y="191"/>
                  </a:lnTo>
                  <a:lnTo>
                    <a:pt x="310" y="20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6"/>
            <p:cNvSpPr/>
            <p:nvPr/>
          </p:nvSpPr>
          <p:spPr>
            <a:xfrm>
              <a:off x="7035800" y="1560513"/>
              <a:ext cx="433388" cy="273050"/>
            </a:xfrm>
            <a:custGeom>
              <a:avLst/>
              <a:gdLst/>
              <a:ahLst/>
              <a:cxnLst/>
              <a:rect l="l" t="t" r="r" b="b"/>
              <a:pathLst>
                <a:path w="273" h="172" extrusionOk="0">
                  <a:moveTo>
                    <a:pt x="250" y="172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73" y="158"/>
                  </a:lnTo>
                  <a:lnTo>
                    <a:pt x="250" y="17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6"/>
            <p:cNvSpPr/>
            <p:nvPr/>
          </p:nvSpPr>
          <p:spPr>
            <a:xfrm>
              <a:off x="4138613" y="504507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5" y="0"/>
                  </a:move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76"/>
            <p:cNvSpPr/>
            <p:nvPr/>
          </p:nvSpPr>
          <p:spPr>
            <a:xfrm>
              <a:off x="3621088" y="4748213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76"/>
            <p:cNvSpPr/>
            <p:nvPr/>
          </p:nvSpPr>
          <p:spPr>
            <a:xfrm>
              <a:off x="3878263" y="4894263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7" y="0"/>
                  </a:moveTo>
                  <a:lnTo>
                    <a:pt x="0" y="27"/>
                  </a:lnTo>
                  <a:lnTo>
                    <a:pt x="41" y="50"/>
                  </a:lnTo>
                  <a:lnTo>
                    <a:pt x="87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76"/>
            <p:cNvSpPr/>
            <p:nvPr/>
          </p:nvSpPr>
          <p:spPr>
            <a:xfrm>
              <a:off x="3749675" y="482123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76"/>
            <p:cNvSpPr/>
            <p:nvPr/>
          </p:nvSpPr>
          <p:spPr>
            <a:xfrm>
              <a:off x="4006850" y="4970463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87" y="24"/>
                  </a:moveTo>
                  <a:lnTo>
                    <a:pt x="47" y="0"/>
                  </a:lnTo>
                  <a:lnTo>
                    <a:pt x="0" y="25"/>
                  </a:lnTo>
                  <a:lnTo>
                    <a:pt x="43" y="49"/>
                  </a:lnTo>
                  <a:lnTo>
                    <a:pt x="87" y="24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6"/>
            <p:cNvSpPr/>
            <p:nvPr/>
          </p:nvSpPr>
          <p:spPr>
            <a:xfrm>
              <a:off x="3484563" y="4665663"/>
              <a:ext cx="142875" cy="85725"/>
            </a:xfrm>
            <a:custGeom>
              <a:avLst/>
              <a:gdLst/>
              <a:ahLst/>
              <a:cxnLst/>
              <a:rect l="l" t="t" r="r" b="b"/>
              <a:pathLst>
                <a:path w="90" h="54" extrusionOk="0">
                  <a:moveTo>
                    <a:pt x="44" y="0"/>
                  </a:moveTo>
                  <a:lnTo>
                    <a:pt x="0" y="27"/>
                  </a:lnTo>
                  <a:lnTo>
                    <a:pt x="46" y="54"/>
                  </a:lnTo>
                  <a:lnTo>
                    <a:pt x="90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6"/>
            <p:cNvSpPr/>
            <p:nvPr/>
          </p:nvSpPr>
          <p:spPr>
            <a:xfrm>
              <a:off x="3360738" y="4735513"/>
              <a:ext cx="147638" cy="85725"/>
            </a:xfrm>
            <a:custGeom>
              <a:avLst/>
              <a:gdLst/>
              <a:ahLst/>
              <a:cxnLst/>
              <a:rect l="l" t="t" r="r" b="b"/>
              <a:pathLst>
                <a:path w="93" h="54" extrusionOk="0">
                  <a:moveTo>
                    <a:pt x="45" y="0"/>
                  </a:moveTo>
                  <a:lnTo>
                    <a:pt x="0" y="27"/>
                  </a:lnTo>
                  <a:lnTo>
                    <a:pt x="47" y="54"/>
                  </a:lnTo>
                  <a:lnTo>
                    <a:pt x="93" y="2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76"/>
            <p:cNvSpPr/>
            <p:nvPr/>
          </p:nvSpPr>
          <p:spPr>
            <a:xfrm>
              <a:off x="3759200" y="49657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5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76"/>
            <p:cNvSpPr/>
            <p:nvPr/>
          </p:nvSpPr>
          <p:spPr>
            <a:xfrm>
              <a:off x="3887788" y="503872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5" y="0"/>
                  </a:moveTo>
                  <a:lnTo>
                    <a:pt x="0" y="27"/>
                  </a:lnTo>
                  <a:lnTo>
                    <a:pt x="41" y="50"/>
                  </a:lnTo>
                  <a:lnTo>
                    <a:pt x="85" y="2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76"/>
            <p:cNvSpPr/>
            <p:nvPr/>
          </p:nvSpPr>
          <p:spPr>
            <a:xfrm>
              <a:off x="3630613" y="489108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5" y="0"/>
                  </a:move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76"/>
            <p:cNvSpPr/>
            <p:nvPr/>
          </p:nvSpPr>
          <p:spPr>
            <a:xfrm>
              <a:off x="3498850" y="481488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5"/>
                  </a:moveTo>
                  <a:lnTo>
                    <a:pt x="47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7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76"/>
            <p:cNvSpPr/>
            <p:nvPr/>
          </p:nvSpPr>
          <p:spPr>
            <a:xfrm>
              <a:off x="3508375" y="496252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76"/>
            <p:cNvSpPr/>
            <p:nvPr/>
          </p:nvSpPr>
          <p:spPr>
            <a:xfrm>
              <a:off x="3636963" y="503555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4" y="0"/>
                  </a:moveTo>
                  <a:lnTo>
                    <a:pt x="0" y="25"/>
                  </a:lnTo>
                  <a:lnTo>
                    <a:pt x="41" y="50"/>
                  </a:lnTo>
                  <a:lnTo>
                    <a:pt x="85" y="2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76"/>
            <p:cNvSpPr/>
            <p:nvPr/>
          </p:nvSpPr>
          <p:spPr>
            <a:xfrm>
              <a:off x="3336925" y="4821238"/>
              <a:ext cx="49213" cy="55563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0" y="35"/>
                  </a:moveTo>
                  <a:lnTo>
                    <a:pt x="31" y="17"/>
                  </a:lnTo>
                  <a:lnTo>
                    <a:pt x="0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76"/>
            <p:cNvSpPr/>
            <p:nvPr/>
          </p:nvSpPr>
          <p:spPr>
            <a:xfrm>
              <a:off x="3379788" y="4884738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44" y="0"/>
                  </a:moveTo>
                  <a:lnTo>
                    <a:pt x="0" y="27"/>
                  </a:lnTo>
                  <a:lnTo>
                    <a:pt x="41" y="51"/>
                  </a:lnTo>
                  <a:lnTo>
                    <a:pt x="85" y="2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76"/>
            <p:cNvSpPr/>
            <p:nvPr/>
          </p:nvSpPr>
          <p:spPr>
            <a:xfrm>
              <a:off x="3386138" y="502920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6" y="0"/>
                  </a:moveTo>
                  <a:lnTo>
                    <a:pt x="0" y="27"/>
                  </a:lnTo>
                  <a:lnTo>
                    <a:pt x="40" y="50"/>
                  </a:lnTo>
                  <a:lnTo>
                    <a:pt x="87" y="2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76"/>
            <p:cNvSpPr/>
            <p:nvPr/>
          </p:nvSpPr>
          <p:spPr>
            <a:xfrm>
              <a:off x="3336925" y="4962525"/>
              <a:ext cx="55563" cy="63500"/>
            </a:xfrm>
            <a:custGeom>
              <a:avLst/>
              <a:gdLst/>
              <a:ahLst/>
              <a:cxnLst/>
              <a:rect l="l" t="t" r="r" b="b"/>
              <a:pathLst>
                <a:path w="35" h="40" extrusionOk="0">
                  <a:moveTo>
                    <a:pt x="0" y="40"/>
                  </a:moveTo>
                  <a:lnTo>
                    <a:pt x="35" y="19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76"/>
            <p:cNvSpPr/>
            <p:nvPr/>
          </p:nvSpPr>
          <p:spPr>
            <a:xfrm>
              <a:off x="5124450" y="4778375"/>
              <a:ext cx="88900" cy="73025"/>
            </a:xfrm>
            <a:custGeom>
              <a:avLst/>
              <a:gdLst/>
              <a:ahLst/>
              <a:cxnLst/>
              <a:rect l="l" t="t" r="r" b="b"/>
              <a:pathLst>
                <a:path w="56" h="46" extrusionOk="0">
                  <a:moveTo>
                    <a:pt x="41" y="46"/>
                  </a:moveTo>
                  <a:lnTo>
                    <a:pt x="56" y="37"/>
                  </a:lnTo>
                  <a:lnTo>
                    <a:pt x="56" y="8"/>
                  </a:lnTo>
                  <a:lnTo>
                    <a:pt x="39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76"/>
            <p:cNvSpPr/>
            <p:nvPr/>
          </p:nvSpPr>
          <p:spPr>
            <a:xfrm>
              <a:off x="4992688" y="4702175"/>
              <a:ext cx="128588" cy="76200"/>
            </a:xfrm>
            <a:custGeom>
              <a:avLst/>
              <a:gdLst/>
              <a:ahLst/>
              <a:cxnLst/>
              <a:rect l="l" t="t" r="r" b="b"/>
              <a:pathLst>
                <a:path w="81" h="48" extrusionOk="0">
                  <a:moveTo>
                    <a:pt x="43" y="48"/>
                  </a:moveTo>
                  <a:lnTo>
                    <a:pt x="81" y="25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76"/>
            <p:cNvSpPr/>
            <p:nvPr/>
          </p:nvSpPr>
          <p:spPr>
            <a:xfrm>
              <a:off x="4864100" y="4627563"/>
              <a:ext cx="128588" cy="74613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41" y="47"/>
                  </a:moveTo>
                  <a:lnTo>
                    <a:pt x="81" y="24"/>
                  </a:lnTo>
                  <a:lnTo>
                    <a:pt x="41" y="0"/>
                  </a:lnTo>
                  <a:lnTo>
                    <a:pt x="0" y="24"/>
                  </a:lnTo>
                  <a:lnTo>
                    <a:pt x="41" y="4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76"/>
            <p:cNvSpPr/>
            <p:nvPr/>
          </p:nvSpPr>
          <p:spPr>
            <a:xfrm>
              <a:off x="4213225" y="4251325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38" y="0"/>
                  </a:moveTo>
                  <a:lnTo>
                    <a:pt x="0" y="23"/>
                  </a:lnTo>
                  <a:lnTo>
                    <a:pt x="46" y="50"/>
                  </a:lnTo>
                  <a:lnTo>
                    <a:pt x="84" y="2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76"/>
            <p:cNvSpPr/>
            <p:nvPr/>
          </p:nvSpPr>
          <p:spPr>
            <a:xfrm>
              <a:off x="4606925" y="4478338"/>
              <a:ext cx="128588" cy="76200"/>
            </a:xfrm>
            <a:custGeom>
              <a:avLst/>
              <a:gdLst/>
              <a:ahLst/>
              <a:cxnLst/>
              <a:rect l="l" t="t" r="r" b="b"/>
              <a:pathLst>
                <a:path w="81" h="48" extrusionOk="0">
                  <a:moveTo>
                    <a:pt x="41" y="48"/>
                  </a:moveTo>
                  <a:lnTo>
                    <a:pt x="81" y="25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76"/>
            <p:cNvSpPr/>
            <p:nvPr/>
          </p:nvSpPr>
          <p:spPr>
            <a:xfrm>
              <a:off x="4735513" y="4554538"/>
              <a:ext cx="128588" cy="73025"/>
            </a:xfrm>
            <a:custGeom>
              <a:avLst/>
              <a:gdLst/>
              <a:ahLst/>
              <a:cxnLst/>
              <a:rect l="l" t="t" r="r" b="b"/>
              <a:pathLst>
                <a:path w="81" h="46" extrusionOk="0">
                  <a:moveTo>
                    <a:pt x="41" y="46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76"/>
            <p:cNvSpPr/>
            <p:nvPr/>
          </p:nvSpPr>
          <p:spPr>
            <a:xfrm>
              <a:off x="4478338" y="4405313"/>
              <a:ext cx="128588" cy="73025"/>
            </a:xfrm>
            <a:custGeom>
              <a:avLst/>
              <a:gdLst/>
              <a:ahLst/>
              <a:cxnLst/>
              <a:rect l="l" t="t" r="r" b="b"/>
              <a:pathLst>
                <a:path w="81" h="46" extrusionOk="0">
                  <a:moveTo>
                    <a:pt x="41" y="46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76"/>
            <p:cNvSpPr/>
            <p:nvPr/>
          </p:nvSpPr>
          <p:spPr>
            <a:xfrm>
              <a:off x="4349750" y="4330700"/>
              <a:ext cx="128588" cy="74613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41" y="47"/>
                  </a:moveTo>
                  <a:lnTo>
                    <a:pt x="81" y="23"/>
                  </a:lnTo>
                  <a:lnTo>
                    <a:pt x="41" y="0"/>
                  </a:lnTo>
                  <a:lnTo>
                    <a:pt x="0" y="23"/>
                  </a:lnTo>
                  <a:lnTo>
                    <a:pt x="41" y="4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76"/>
            <p:cNvSpPr/>
            <p:nvPr/>
          </p:nvSpPr>
          <p:spPr>
            <a:xfrm>
              <a:off x="4089400" y="4316413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5" y="0"/>
                  </a:moveTo>
                  <a:lnTo>
                    <a:pt x="0" y="25"/>
                  </a:lnTo>
                  <a:lnTo>
                    <a:pt x="47" y="52"/>
                  </a:lnTo>
                  <a:lnTo>
                    <a:pt x="91" y="2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76"/>
            <p:cNvSpPr/>
            <p:nvPr/>
          </p:nvSpPr>
          <p:spPr>
            <a:xfrm>
              <a:off x="4745038" y="4695825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1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76"/>
            <p:cNvSpPr/>
            <p:nvPr/>
          </p:nvSpPr>
          <p:spPr>
            <a:xfrm>
              <a:off x="4227513" y="4395788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5" y="0"/>
                  </a:lnTo>
                  <a:lnTo>
                    <a:pt x="0" y="27"/>
                  </a:lnTo>
                  <a:lnTo>
                    <a:pt x="41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76"/>
            <p:cNvSpPr/>
            <p:nvPr/>
          </p:nvSpPr>
          <p:spPr>
            <a:xfrm>
              <a:off x="4616450" y="461962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1" y="50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1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76"/>
            <p:cNvSpPr/>
            <p:nvPr/>
          </p:nvSpPr>
          <p:spPr>
            <a:xfrm>
              <a:off x="4873625" y="476885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1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76"/>
            <p:cNvSpPr/>
            <p:nvPr/>
          </p:nvSpPr>
          <p:spPr>
            <a:xfrm>
              <a:off x="4356100" y="4471988"/>
              <a:ext cx="138113" cy="76200"/>
            </a:xfrm>
            <a:custGeom>
              <a:avLst/>
              <a:gdLst/>
              <a:ahLst/>
              <a:cxnLst/>
              <a:rect l="l" t="t" r="r" b="b"/>
              <a:pathLst>
                <a:path w="87" h="48" extrusionOk="0">
                  <a:moveTo>
                    <a:pt x="41" y="48"/>
                  </a:moveTo>
                  <a:lnTo>
                    <a:pt x="87" y="23"/>
                  </a:lnTo>
                  <a:lnTo>
                    <a:pt x="45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76"/>
            <p:cNvSpPr/>
            <p:nvPr/>
          </p:nvSpPr>
          <p:spPr>
            <a:xfrm>
              <a:off x="4484688" y="4545013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41" y="49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1" y="49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76"/>
            <p:cNvSpPr/>
            <p:nvPr/>
          </p:nvSpPr>
          <p:spPr>
            <a:xfrm>
              <a:off x="5130800" y="4919663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52" h="48" extrusionOk="0">
                  <a:moveTo>
                    <a:pt x="41" y="48"/>
                  </a:moveTo>
                  <a:lnTo>
                    <a:pt x="52" y="42"/>
                  </a:lnTo>
                  <a:lnTo>
                    <a:pt x="52" y="2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76"/>
            <p:cNvSpPr/>
            <p:nvPr/>
          </p:nvSpPr>
          <p:spPr>
            <a:xfrm>
              <a:off x="5002213" y="4841875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0" y="27"/>
                  </a:moveTo>
                  <a:lnTo>
                    <a:pt x="41" y="51"/>
                  </a:lnTo>
                  <a:lnTo>
                    <a:pt x="85" y="24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76"/>
            <p:cNvSpPr/>
            <p:nvPr/>
          </p:nvSpPr>
          <p:spPr>
            <a:xfrm>
              <a:off x="4381500" y="4903788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40" y="50"/>
                  </a:moveTo>
                  <a:lnTo>
                    <a:pt x="84" y="23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76"/>
            <p:cNvSpPr/>
            <p:nvPr/>
          </p:nvSpPr>
          <p:spPr>
            <a:xfrm>
              <a:off x="4252913" y="483076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0" y="25"/>
                  </a:moveTo>
                  <a:lnTo>
                    <a:pt x="40" y="48"/>
                  </a:lnTo>
                  <a:lnTo>
                    <a:pt x="84" y="23"/>
                  </a:lnTo>
                  <a:lnTo>
                    <a:pt x="44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76"/>
            <p:cNvSpPr/>
            <p:nvPr/>
          </p:nvSpPr>
          <p:spPr>
            <a:xfrm>
              <a:off x="3992563" y="467995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3"/>
                  </a:moveTo>
                  <a:lnTo>
                    <a:pt x="46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76"/>
            <p:cNvSpPr/>
            <p:nvPr/>
          </p:nvSpPr>
          <p:spPr>
            <a:xfrm>
              <a:off x="3725863" y="4527550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4" y="0"/>
                  </a:moveTo>
                  <a:lnTo>
                    <a:pt x="0" y="25"/>
                  </a:lnTo>
                  <a:lnTo>
                    <a:pt x="46" y="52"/>
                  </a:lnTo>
                  <a:lnTo>
                    <a:pt x="91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76"/>
            <p:cNvSpPr/>
            <p:nvPr/>
          </p:nvSpPr>
          <p:spPr>
            <a:xfrm>
              <a:off x="3863975" y="4606925"/>
              <a:ext cx="138113" cy="76200"/>
            </a:xfrm>
            <a:custGeom>
              <a:avLst/>
              <a:gdLst/>
              <a:ahLst/>
              <a:cxnLst/>
              <a:rect l="l" t="t" r="r" b="b"/>
              <a:pathLst>
                <a:path w="87" h="48" extrusionOk="0">
                  <a:moveTo>
                    <a:pt x="87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76"/>
            <p:cNvSpPr/>
            <p:nvPr/>
          </p:nvSpPr>
          <p:spPr>
            <a:xfrm>
              <a:off x="4124325" y="4752975"/>
              <a:ext cx="133350" cy="80963"/>
            </a:xfrm>
            <a:custGeom>
              <a:avLst/>
              <a:gdLst/>
              <a:ahLst/>
              <a:cxnLst/>
              <a:rect l="l" t="t" r="r" b="b"/>
              <a:pathLst>
                <a:path w="84" h="51" extrusionOk="0">
                  <a:moveTo>
                    <a:pt x="84" y="26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lnTo>
                    <a:pt x="84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76"/>
            <p:cNvSpPr/>
            <p:nvPr/>
          </p:nvSpPr>
          <p:spPr>
            <a:xfrm>
              <a:off x="4638675" y="5053013"/>
              <a:ext cx="133350" cy="77788"/>
            </a:xfrm>
            <a:custGeom>
              <a:avLst/>
              <a:gdLst/>
              <a:ahLst/>
              <a:cxnLst/>
              <a:rect l="l" t="t" r="r" b="b"/>
              <a:pathLst>
                <a:path w="84" h="49" extrusionOk="0">
                  <a:moveTo>
                    <a:pt x="40" y="49"/>
                  </a:moveTo>
                  <a:lnTo>
                    <a:pt x="84" y="24"/>
                  </a:lnTo>
                  <a:lnTo>
                    <a:pt x="44" y="0"/>
                  </a:lnTo>
                  <a:lnTo>
                    <a:pt x="0" y="26"/>
                  </a:lnTo>
                  <a:lnTo>
                    <a:pt x="40" y="49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76"/>
            <p:cNvSpPr/>
            <p:nvPr/>
          </p:nvSpPr>
          <p:spPr>
            <a:xfrm>
              <a:off x="4510088" y="4976813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0" y="27"/>
                  </a:moveTo>
                  <a:lnTo>
                    <a:pt x="40" y="50"/>
                  </a:lnTo>
                  <a:lnTo>
                    <a:pt x="84" y="25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76"/>
            <p:cNvSpPr/>
            <p:nvPr/>
          </p:nvSpPr>
          <p:spPr>
            <a:xfrm>
              <a:off x="3986213" y="453707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76"/>
            <p:cNvSpPr/>
            <p:nvPr/>
          </p:nvSpPr>
          <p:spPr>
            <a:xfrm>
              <a:off x="3848100" y="4456113"/>
              <a:ext cx="144463" cy="82550"/>
            </a:xfrm>
            <a:custGeom>
              <a:avLst/>
              <a:gdLst/>
              <a:ahLst/>
              <a:cxnLst/>
              <a:rect l="l" t="t" r="r" b="b"/>
              <a:pathLst>
                <a:path w="91" h="52" extrusionOk="0">
                  <a:moveTo>
                    <a:pt x="44" y="0"/>
                  </a:moveTo>
                  <a:lnTo>
                    <a:pt x="0" y="25"/>
                  </a:lnTo>
                  <a:lnTo>
                    <a:pt x="46" y="52"/>
                  </a:lnTo>
                  <a:lnTo>
                    <a:pt x="91" y="2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76"/>
            <p:cNvSpPr/>
            <p:nvPr/>
          </p:nvSpPr>
          <p:spPr>
            <a:xfrm>
              <a:off x="4371975" y="4759325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0" y="50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76"/>
            <p:cNvSpPr/>
            <p:nvPr/>
          </p:nvSpPr>
          <p:spPr>
            <a:xfrm>
              <a:off x="4243388" y="468630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85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76"/>
            <p:cNvSpPr/>
            <p:nvPr/>
          </p:nvSpPr>
          <p:spPr>
            <a:xfrm>
              <a:off x="4500563" y="48339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0" y="27"/>
                  </a:moveTo>
                  <a:lnTo>
                    <a:pt x="42" y="50"/>
                  </a:lnTo>
                  <a:lnTo>
                    <a:pt x="87" y="23"/>
                  </a:lnTo>
                  <a:lnTo>
                    <a:pt x="46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76"/>
            <p:cNvSpPr/>
            <p:nvPr/>
          </p:nvSpPr>
          <p:spPr>
            <a:xfrm>
              <a:off x="4114800" y="46101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85" y="23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5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76"/>
            <p:cNvSpPr/>
            <p:nvPr/>
          </p:nvSpPr>
          <p:spPr>
            <a:xfrm>
              <a:off x="4760913" y="4983163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0" y="25"/>
                  </a:moveTo>
                  <a:lnTo>
                    <a:pt x="40" y="50"/>
                  </a:ln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76"/>
            <p:cNvSpPr/>
            <p:nvPr/>
          </p:nvSpPr>
          <p:spPr>
            <a:xfrm>
              <a:off x="4889500" y="5056188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40" y="51"/>
                  </a:moveTo>
                  <a:lnTo>
                    <a:pt x="85" y="24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76"/>
            <p:cNvSpPr/>
            <p:nvPr/>
          </p:nvSpPr>
          <p:spPr>
            <a:xfrm>
              <a:off x="4632325" y="4910138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0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76"/>
            <p:cNvSpPr/>
            <p:nvPr/>
          </p:nvSpPr>
          <p:spPr>
            <a:xfrm>
              <a:off x="3873500" y="4751388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84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lnTo>
                    <a:pt x="84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76"/>
            <p:cNvSpPr/>
            <p:nvPr/>
          </p:nvSpPr>
          <p:spPr>
            <a:xfrm>
              <a:off x="4130675" y="490061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44" y="0"/>
                  </a:moveTo>
                  <a:lnTo>
                    <a:pt x="0" y="25"/>
                  </a:lnTo>
                  <a:lnTo>
                    <a:pt x="40" y="48"/>
                  </a:lnTo>
                  <a:lnTo>
                    <a:pt x="84" y="2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76"/>
            <p:cNvSpPr/>
            <p:nvPr/>
          </p:nvSpPr>
          <p:spPr>
            <a:xfrm>
              <a:off x="4257675" y="49736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0" y="25"/>
                  </a:moveTo>
                  <a:lnTo>
                    <a:pt x="41" y="50"/>
                  </a:lnTo>
                  <a:lnTo>
                    <a:pt x="87" y="23"/>
                  </a:lnTo>
                  <a:lnTo>
                    <a:pt x="45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76"/>
            <p:cNvSpPr/>
            <p:nvPr/>
          </p:nvSpPr>
          <p:spPr>
            <a:xfrm>
              <a:off x="4386263" y="5048250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1" y="50"/>
                  </a:moveTo>
                  <a:lnTo>
                    <a:pt x="87" y="25"/>
                  </a:lnTo>
                  <a:lnTo>
                    <a:pt x="47" y="0"/>
                  </a:lnTo>
                  <a:lnTo>
                    <a:pt x="0" y="27"/>
                  </a:lnTo>
                  <a:lnTo>
                    <a:pt x="41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76"/>
            <p:cNvSpPr/>
            <p:nvPr/>
          </p:nvSpPr>
          <p:spPr>
            <a:xfrm>
              <a:off x="3744913" y="467677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84" h="48" extrusionOk="0">
                  <a:moveTo>
                    <a:pt x="84" y="23"/>
                  </a:move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lnTo>
                    <a:pt x="84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76"/>
            <p:cNvSpPr/>
            <p:nvPr/>
          </p:nvSpPr>
          <p:spPr>
            <a:xfrm>
              <a:off x="3603625" y="4597400"/>
              <a:ext cx="146050" cy="82550"/>
            </a:xfrm>
            <a:custGeom>
              <a:avLst/>
              <a:gdLst/>
              <a:ahLst/>
              <a:cxnLst/>
              <a:rect l="l" t="t" r="r" b="b"/>
              <a:pathLst>
                <a:path w="92" h="52" extrusionOk="0">
                  <a:moveTo>
                    <a:pt x="46" y="0"/>
                  </a:moveTo>
                  <a:lnTo>
                    <a:pt x="0" y="25"/>
                  </a:lnTo>
                  <a:lnTo>
                    <a:pt x="48" y="52"/>
                  </a:lnTo>
                  <a:lnTo>
                    <a:pt x="92" y="27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76"/>
            <p:cNvSpPr/>
            <p:nvPr/>
          </p:nvSpPr>
          <p:spPr>
            <a:xfrm>
              <a:off x="4002088" y="4824413"/>
              <a:ext cx="133350" cy="79375"/>
            </a:xfrm>
            <a:custGeom>
              <a:avLst/>
              <a:gdLst/>
              <a:ahLst/>
              <a:cxnLst/>
              <a:rect l="l" t="t" r="r" b="b"/>
              <a:pathLst>
                <a:path w="84" h="50" extrusionOk="0">
                  <a:moveTo>
                    <a:pt x="84" y="25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lnTo>
                    <a:pt x="84" y="25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76"/>
            <p:cNvSpPr/>
            <p:nvPr/>
          </p:nvSpPr>
          <p:spPr>
            <a:xfrm>
              <a:off x="5011738" y="4986338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0" y="27"/>
                  </a:moveTo>
                  <a:lnTo>
                    <a:pt x="40" y="50"/>
                  </a:lnTo>
                  <a:lnTo>
                    <a:pt x="85" y="25"/>
                  </a:lnTo>
                  <a:lnTo>
                    <a:pt x="4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76"/>
            <p:cNvSpPr/>
            <p:nvPr/>
          </p:nvSpPr>
          <p:spPr>
            <a:xfrm>
              <a:off x="5203825" y="5137150"/>
              <a:ext cx="9525" cy="7938"/>
            </a:xfrm>
            <a:custGeom>
              <a:avLst/>
              <a:gdLst/>
              <a:ahLst/>
              <a:cxnLst/>
              <a:rect l="l" t="t" r="r" b="b"/>
              <a:pathLst>
                <a:path w="6" h="5" extrusionOk="0">
                  <a:moveTo>
                    <a:pt x="0" y="1"/>
                  </a:moveTo>
                  <a:lnTo>
                    <a:pt x="6" y="5"/>
                  </a:lnTo>
                  <a:lnTo>
                    <a:pt x="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76"/>
            <p:cNvSpPr/>
            <p:nvPr/>
          </p:nvSpPr>
          <p:spPr>
            <a:xfrm>
              <a:off x="5140325" y="5062538"/>
              <a:ext cx="73025" cy="76200"/>
            </a:xfrm>
            <a:custGeom>
              <a:avLst/>
              <a:gdLst/>
              <a:ahLst/>
              <a:cxnLst/>
              <a:rect l="l" t="t" r="r" b="b"/>
              <a:pathLst>
                <a:path w="46" h="48" extrusionOk="0">
                  <a:moveTo>
                    <a:pt x="40" y="48"/>
                  </a:moveTo>
                  <a:lnTo>
                    <a:pt x="46" y="47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76"/>
            <p:cNvSpPr/>
            <p:nvPr/>
          </p:nvSpPr>
          <p:spPr>
            <a:xfrm>
              <a:off x="4494213" y="4689475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0" y="50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76"/>
            <p:cNvSpPr/>
            <p:nvPr/>
          </p:nvSpPr>
          <p:spPr>
            <a:xfrm>
              <a:off x="3967163" y="4386263"/>
              <a:ext cx="147638" cy="82550"/>
            </a:xfrm>
            <a:custGeom>
              <a:avLst/>
              <a:gdLst/>
              <a:ahLst/>
              <a:cxnLst/>
              <a:rect l="l" t="t" r="r" b="b"/>
              <a:pathLst>
                <a:path w="93" h="52" extrusionOk="0">
                  <a:moveTo>
                    <a:pt x="47" y="0"/>
                  </a:moveTo>
                  <a:lnTo>
                    <a:pt x="0" y="25"/>
                  </a:lnTo>
                  <a:lnTo>
                    <a:pt x="47" y="52"/>
                  </a:lnTo>
                  <a:lnTo>
                    <a:pt x="93" y="2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76"/>
            <p:cNvSpPr/>
            <p:nvPr/>
          </p:nvSpPr>
          <p:spPr>
            <a:xfrm>
              <a:off x="4237038" y="4538663"/>
              <a:ext cx="134938" cy="80963"/>
            </a:xfrm>
            <a:custGeom>
              <a:avLst/>
              <a:gdLst/>
              <a:ahLst/>
              <a:cxnLst/>
              <a:rect l="l" t="t" r="r" b="b"/>
              <a:pathLst>
                <a:path w="85" h="51" extrusionOk="0">
                  <a:moveTo>
                    <a:pt x="85" y="26"/>
                  </a:moveTo>
                  <a:lnTo>
                    <a:pt x="44" y="0"/>
                  </a:lnTo>
                  <a:lnTo>
                    <a:pt x="0" y="27"/>
                  </a:lnTo>
                  <a:lnTo>
                    <a:pt x="40" y="51"/>
                  </a:lnTo>
                  <a:lnTo>
                    <a:pt x="85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6"/>
            <p:cNvSpPr/>
            <p:nvPr/>
          </p:nvSpPr>
          <p:spPr>
            <a:xfrm>
              <a:off x="4365625" y="4616450"/>
              <a:ext cx="134938" cy="76200"/>
            </a:xfrm>
            <a:custGeom>
              <a:avLst/>
              <a:gdLst/>
              <a:ahLst/>
              <a:cxnLst/>
              <a:rect l="l" t="t" r="r" b="b"/>
              <a:pathLst>
                <a:path w="85" h="48" extrusionOk="0">
                  <a:moveTo>
                    <a:pt x="40" y="48"/>
                  </a:moveTo>
                  <a:lnTo>
                    <a:pt x="85" y="23"/>
                  </a:lnTo>
                  <a:lnTo>
                    <a:pt x="44" y="0"/>
                  </a:lnTo>
                  <a:lnTo>
                    <a:pt x="0" y="25"/>
                  </a:lnTo>
                  <a:lnTo>
                    <a:pt x="40" y="48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6"/>
            <p:cNvSpPr/>
            <p:nvPr/>
          </p:nvSpPr>
          <p:spPr>
            <a:xfrm>
              <a:off x="4622800" y="4762500"/>
              <a:ext cx="134938" cy="79375"/>
            </a:xfrm>
            <a:custGeom>
              <a:avLst/>
              <a:gdLst/>
              <a:ahLst/>
              <a:cxnLst/>
              <a:rect l="l" t="t" r="r" b="b"/>
              <a:pathLst>
                <a:path w="85" h="50" extrusionOk="0">
                  <a:moveTo>
                    <a:pt x="40" y="50"/>
                  </a:moveTo>
                  <a:lnTo>
                    <a:pt x="85" y="25"/>
                  </a:lnTo>
                  <a:lnTo>
                    <a:pt x="44" y="0"/>
                  </a:lnTo>
                  <a:lnTo>
                    <a:pt x="0" y="27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6"/>
            <p:cNvSpPr/>
            <p:nvPr/>
          </p:nvSpPr>
          <p:spPr>
            <a:xfrm>
              <a:off x="4105275" y="4465638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87" y="23"/>
                  </a:moveTo>
                  <a:lnTo>
                    <a:pt x="46" y="0"/>
                  </a:lnTo>
                  <a:lnTo>
                    <a:pt x="0" y="25"/>
                  </a:lnTo>
                  <a:lnTo>
                    <a:pt x="42" y="50"/>
                  </a:lnTo>
                  <a:lnTo>
                    <a:pt x="87" y="23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6"/>
            <p:cNvSpPr/>
            <p:nvPr/>
          </p:nvSpPr>
          <p:spPr>
            <a:xfrm>
              <a:off x="4879975" y="4913313"/>
              <a:ext cx="138113" cy="79375"/>
            </a:xfrm>
            <a:custGeom>
              <a:avLst/>
              <a:gdLst/>
              <a:ahLst/>
              <a:cxnLst/>
              <a:rect l="l" t="t" r="r" b="b"/>
              <a:pathLst>
                <a:path w="87" h="50" extrusionOk="0">
                  <a:moveTo>
                    <a:pt x="40" y="50"/>
                  </a:moveTo>
                  <a:lnTo>
                    <a:pt x="87" y="23"/>
                  </a:lnTo>
                  <a:lnTo>
                    <a:pt x="46" y="0"/>
                  </a:lnTo>
                  <a:lnTo>
                    <a:pt x="0" y="25"/>
                  </a:lnTo>
                  <a:lnTo>
                    <a:pt x="40" y="5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6"/>
            <p:cNvSpPr/>
            <p:nvPr/>
          </p:nvSpPr>
          <p:spPr>
            <a:xfrm>
              <a:off x="4751388" y="4838700"/>
              <a:ext cx="138113" cy="77788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0" y="26"/>
                  </a:moveTo>
                  <a:lnTo>
                    <a:pt x="40" y="49"/>
                  </a:lnTo>
                  <a:lnTo>
                    <a:pt x="87" y="24"/>
                  </a:lnTo>
                  <a:lnTo>
                    <a:pt x="44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6"/>
            <p:cNvSpPr/>
            <p:nvPr/>
          </p:nvSpPr>
          <p:spPr>
            <a:xfrm>
              <a:off x="7800975" y="3462338"/>
              <a:ext cx="703263" cy="814388"/>
            </a:xfrm>
            <a:custGeom>
              <a:avLst/>
              <a:gdLst/>
              <a:ahLst/>
              <a:cxnLst/>
              <a:rect l="l" t="t" r="r" b="b"/>
              <a:pathLst>
                <a:path w="443" h="513" extrusionOk="0">
                  <a:moveTo>
                    <a:pt x="221" y="513"/>
                  </a:moveTo>
                  <a:lnTo>
                    <a:pt x="0" y="385"/>
                  </a:lnTo>
                  <a:lnTo>
                    <a:pt x="0" y="129"/>
                  </a:lnTo>
                  <a:lnTo>
                    <a:pt x="221" y="0"/>
                  </a:lnTo>
                  <a:lnTo>
                    <a:pt x="443" y="129"/>
                  </a:lnTo>
                  <a:lnTo>
                    <a:pt x="443" y="385"/>
                  </a:lnTo>
                  <a:lnTo>
                    <a:pt x="221" y="51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6"/>
            <p:cNvSpPr/>
            <p:nvPr/>
          </p:nvSpPr>
          <p:spPr>
            <a:xfrm>
              <a:off x="7854950" y="4291013"/>
              <a:ext cx="1301750" cy="896938"/>
            </a:xfrm>
            <a:custGeom>
              <a:avLst/>
              <a:gdLst/>
              <a:ahLst/>
              <a:cxnLst/>
              <a:rect l="l" t="t" r="r" b="b"/>
              <a:pathLst>
                <a:path w="820" h="565" extrusionOk="0">
                  <a:moveTo>
                    <a:pt x="0" y="237"/>
                  </a:moveTo>
                  <a:lnTo>
                    <a:pt x="0" y="565"/>
                  </a:lnTo>
                  <a:lnTo>
                    <a:pt x="820" y="565"/>
                  </a:lnTo>
                  <a:lnTo>
                    <a:pt x="820" y="237"/>
                  </a:lnTo>
                  <a:lnTo>
                    <a:pt x="409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36302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6"/>
            <p:cNvSpPr/>
            <p:nvPr/>
          </p:nvSpPr>
          <p:spPr>
            <a:xfrm>
              <a:off x="6502400" y="2527300"/>
              <a:ext cx="661988" cy="417513"/>
            </a:xfrm>
            <a:custGeom>
              <a:avLst/>
              <a:gdLst/>
              <a:ahLst/>
              <a:cxnLst/>
              <a:rect l="l" t="t" r="r" b="b"/>
              <a:pathLst>
                <a:path w="417" h="263" extrusionOk="0">
                  <a:moveTo>
                    <a:pt x="380" y="0"/>
                  </a:moveTo>
                  <a:lnTo>
                    <a:pt x="0" y="222"/>
                  </a:lnTo>
                  <a:lnTo>
                    <a:pt x="0" y="263"/>
                  </a:lnTo>
                  <a:lnTo>
                    <a:pt x="417" y="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6"/>
            <p:cNvSpPr/>
            <p:nvPr/>
          </p:nvSpPr>
          <p:spPr>
            <a:xfrm>
              <a:off x="6502400" y="2613025"/>
              <a:ext cx="804863" cy="496888"/>
            </a:xfrm>
            <a:custGeom>
              <a:avLst/>
              <a:gdLst/>
              <a:ahLst/>
              <a:cxnLst/>
              <a:rect l="l" t="t" r="r" b="b"/>
              <a:pathLst>
                <a:path w="507" h="313" extrusionOk="0">
                  <a:moveTo>
                    <a:pt x="0" y="313"/>
                  </a:moveTo>
                  <a:lnTo>
                    <a:pt x="507" y="20"/>
                  </a:lnTo>
                  <a:lnTo>
                    <a:pt x="472" y="0"/>
                  </a:lnTo>
                  <a:lnTo>
                    <a:pt x="0" y="272"/>
                  </a:lnTo>
                  <a:lnTo>
                    <a:pt x="0" y="313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6"/>
            <p:cNvSpPr/>
            <p:nvPr/>
          </p:nvSpPr>
          <p:spPr>
            <a:xfrm>
              <a:off x="6502400" y="2695575"/>
              <a:ext cx="949325" cy="579438"/>
            </a:xfrm>
            <a:custGeom>
              <a:avLst/>
              <a:gdLst/>
              <a:ahLst/>
              <a:cxnLst/>
              <a:rect l="l" t="t" r="r" b="b"/>
              <a:pathLst>
                <a:path w="598" h="365" extrusionOk="0">
                  <a:moveTo>
                    <a:pt x="0" y="365"/>
                  </a:moveTo>
                  <a:lnTo>
                    <a:pt x="598" y="20"/>
                  </a:lnTo>
                  <a:lnTo>
                    <a:pt x="563" y="0"/>
                  </a:lnTo>
                  <a:lnTo>
                    <a:pt x="0" y="324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6"/>
            <p:cNvSpPr/>
            <p:nvPr/>
          </p:nvSpPr>
          <p:spPr>
            <a:xfrm>
              <a:off x="6502400" y="2779713"/>
              <a:ext cx="1092200" cy="663575"/>
            </a:xfrm>
            <a:custGeom>
              <a:avLst/>
              <a:gdLst/>
              <a:ahLst/>
              <a:cxnLst/>
              <a:rect l="l" t="t" r="r" b="b"/>
              <a:pathLst>
                <a:path w="688" h="418" extrusionOk="0">
                  <a:moveTo>
                    <a:pt x="0" y="418"/>
                  </a:moveTo>
                  <a:lnTo>
                    <a:pt x="688" y="21"/>
                  </a:lnTo>
                  <a:lnTo>
                    <a:pt x="654" y="0"/>
                  </a:lnTo>
                  <a:lnTo>
                    <a:pt x="0" y="378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6"/>
            <p:cNvSpPr/>
            <p:nvPr/>
          </p:nvSpPr>
          <p:spPr>
            <a:xfrm>
              <a:off x="6502400" y="2862263"/>
              <a:ext cx="1209675" cy="731838"/>
            </a:xfrm>
            <a:custGeom>
              <a:avLst/>
              <a:gdLst/>
              <a:ahLst/>
              <a:cxnLst/>
              <a:rect l="l" t="t" r="r" b="b"/>
              <a:pathLst>
                <a:path w="762" h="461" extrusionOk="0">
                  <a:moveTo>
                    <a:pt x="0" y="451"/>
                  </a:moveTo>
                  <a:lnTo>
                    <a:pt x="17" y="461"/>
                  </a:lnTo>
                  <a:lnTo>
                    <a:pt x="762" y="30"/>
                  </a:lnTo>
                  <a:lnTo>
                    <a:pt x="762" y="11"/>
                  </a:lnTo>
                  <a:lnTo>
                    <a:pt x="744" y="0"/>
                  </a:lnTo>
                  <a:lnTo>
                    <a:pt x="0" y="430"/>
                  </a:lnTo>
                  <a:lnTo>
                    <a:pt x="0" y="45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6"/>
            <p:cNvSpPr/>
            <p:nvPr/>
          </p:nvSpPr>
          <p:spPr>
            <a:xfrm>
              <a:off x="6618288" y="3014663"/>
              <a:ext cx="1093788" cy="661988"/>
            </a:xfrm>
            <a:custGeom>
              <a:avLst/>
              <a:gdLst/>
              <a:ahLst/>
              <a:cxnLst/>
              <a:rect l="l" t="t" r="r" b="b"/>
              <a:pathLst>
                <a:path w="689" h="417" extrusionOk="0">
                  <a:moveTo>
                    <a:pt x="35" y="417"/>
                  </a:moveTo>
                  <a:lnTo>
                    <a:pt x="689" y="41"/>
                  </a:lnTo>
                  <a:lnTo>
                    <a:pt x="689" y="0"/>
                  </a:lnTo>
                  <a:lnTo>
                    <a:pt x="0" y="397"/>
                  </a:lnTo>
                  <a:lnTo>
                    <a:pt x="35" y="41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6"/>
            <p:cNvSpPr/>
            <p:nvPr/>
          </p:nvSpPr>
          <p:spPr>
            <a:xfrm>
              <a:off x="6762750" y="3179763"/>
              <a:ext cx="949325" cy="582613"/>
            </a:xfrm>
            <a:custGeom>
              <a:avLst/>
              <a:gdLst/>
              <a:ahLst/>
              <a:cxnLst/>
              <a:rect l="l" t="t" r="r" b="b"/>
              <a:pathLst>
                <a:path w="598" h="367" extrusionOk="0">
                  <a:moveTo>
                    <a:pt x="35" y="367"/>
                  </a:moveTo>
                  <a:lnTo>
                    <a:pt x="598" y="41"/>
                  </a:lnTo>
                  <a:lnTo>
                    <a:pt x="598" y="0"/>
                  </a:lnTo>
                  <a:lnTo>
                    <a:pt x="0" y="345"/>
                  </a:lnTo>
                  <a:lnTo>
                    <a:pt x="35" y="367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6"/>
            <p:cNvSpPr/>
            <p:nvPr/>
          </p:nvSpPr>
          <p:spPr>
            <a:xfrm>
              <a:off x="6907213" y="3344863"/>
              <a:ext cx="804863" cy="500063"/>
            </a:xfrm>
            <a:custGeom>
              <a:avLst/>
              <a:gdLst/>
              <a:ahLst/>
              <a:cxnLst/>
              <a:rect l="l" t="t" r="r" b="b"/>
              <a:pathLst>
                <a:path w="507" h="315" extrusionOk="0">
                  <a:moveTo>
                    <a:pt x="34" y="315"/>
                  </a:moveTo>
                  <a:lnTo>
                    <a:pt x="507" y="41"/>
                  </a:lnTo>
                  <a:lnTo>
                    <a:pt x="507" y="0"/>
                  </a:lnTo>
                  <a:lnTo>
                    <a:pt x="0" y="293"/>
                  </a:lnTo>
                  <a:lnTo>
                    <a:pt x="34" y="315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6"/>
            <p:cNvSpPr/>
            <p:nvPr/>
          </p:nvSpPr>
          <p:spPr>
            <a:xfrm>
              <a:off x="7050088" y="3513138"/>
              <a:ext cx="661988" cy="414338"/>
            </a:xfrm>
            <a:custGeom>
              <a:avLst/>
              <a:gdLst/>
              <a:ahLst/>
              <a:cxnLst/>
              <a:rect l="l" t="t" r="r" b="b"/>
              <a:pathLst>
                <a:path w="417" h="261" extrusionOk="0">
                  <a:moveTo>
                    <a:pt x="35" y="261"/>
                  </a:moveTo>
                  <a:lnTo>
                    <a:pt x="417" y="41"/>
                  </a:lnTo>
                  <a:lnTo>
                    <a:pt x="417" y="0"/>
                  </a:lnTo>
                  <a:lnTo>
                    <a:pt x="0" y="240"/>
                  </a:lnTo>
                  <a:lnTo>
                    <a:pt x="35" y="261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6"/>
            <p:cNvSpPr/>
            <p:nvPr/>
          </p:nvSpPr>
          <p:spPr>
            <a:xfrm>
              <a:off x="6160655" y="-5475"/>
              <a:ext cx="1897417" cy="814823"/>
            </a:xfrm>
            <a:custGeom>
              <a:avLst/>
              <a:gdLst/>
              <a:ahLst/>
              <a:cxnLst/>
              <a:rect l="l" t="t" r="r" b="b"/>
              <a:pathLst>
                <a:path w="1117" h="421" extrusionOk="0">
                  <a:moveTo>
                    <a:pt x="0" y="0"/>
                  </a:moveTo>
                  <a:lnTo>
                    <a:pt x="0" y="98"/>
                  </a:lnTo>
                  <a:lnTo>
                    <a:pt x="558" y="421"/>
                  </a:lnTo>
                  <a:lnTo>
                    <a:pt x="1117" y="98"/>
                  </a:lnTo>
                  <a:lnTo>
                    <a:pt x="11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B5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6"/>
            <p:cNvSpPr/>
            <p:nvPr/>
          </p:nvSpPr>
          <p:spPr>
            <a:xfrm>
              <a:off x="7232517" y="-5475"/>
              <a:ext cx="341434" cy="135481"/>
            </a:xfrm>
            <a:custGeom>
              <a:avLst/>
              <a:gdLst/>
              <a:ahLst/>
              <a:cxnLst/>
              <a:rect l="l" t="t" r="r" b="b"/>
              <a:pathLst>
                <a:path w="201" h="70" extrusionOk="0">
                  <a:moveTo>
                    <a:pt x="46" y="0"/>
                  </a:moveTo>
                  <a:lnTo>
                    <a:pt x="0" y="23"/>
                  </a:lnTo>
                  <a:lnTo>
                    <a:pt x="69" y="70"/>
                  </a:lnTo>
                  <a:lnTo>
                    <a:pt x="201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6"/>
            <p:cNvSpPr/>
            <p:nvPr/>
          </p:nvSpPr>
          <p:spPr>
            <a:xfrm>
              <a:off x="8457261" y="536450"/>
              <a:ext cx="655688" cy="470314"/>
            </a:xfrm>
            <a:custGeom>
              <a:avLst/>
              <a:gdLst/>
              <a:ahLst/>
              <a:cxnLst/>
              <a:rect l="l" t="t" r="r" b="b"/>
              <a:pathLst>
                <a:path w="386" h="243" extrusionOk="0">
                  <a:moveTo>
                    <a:pt x="0" y="202"/>
                  </a:moveTo>
                  <a:lnTo>
                    <a:pt x="64" y="243"/>
                  </a:lnTo>
                  <a:lnTo>
                    <a:pt x="382" y="75"/>
                  </a:lnTo>
                  <a:lnTo>
                    <a:pt x="386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6"/>
            <p:cNvSpPr/>
            <p:nvPr/>
          </p:nvSpPr>
          <p:spPr>
            <a:xfrm>
              <a:off x="8251721" y="259682"/>
              <a:ext cx="871420" cy="603859"/>
            </a:xfrm>
            <a:custGeom>
              <a:avLst/>
              <a:gdLst/>
              <a:ahLst/>
              <a:cxnLst/>
              <a:rect l="l" t="t" r="r" b="b"/>
              <a:pathLst>
                <a:path w="513" h="312" extrusionOk="0">
                  <a:moveTo>
                    <a:pt x="0" y="268"/>
                  </a:moveTo>
                  <a:lnTo>
                    <a:pt x="71" y="312"/>
                  </a:lnTo>
                  <a:lnTo>
                    <a:pt x="509" y="85"/>
                  </a:lnTo>
                  <a:lnTo>
                    <a:pt x="513" y="0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6"/>
            <p:cNvSpPr/>
            <p:nvPr/>
          </p:nvSpPr>
          <p:spPr>
            <a:xfrm>
              <a:off x="7638501" y="-5475"/>
              <a:ext cx="842542" cy="429669"/>
            </a:xfrm>
            <a:custGeom>
              <a:avLst/>
              <a:gdLst/>
              <a:ahLst/>
              <a:cxnLst/>
              <a:rect l="l" t="t" r="r" b="b"/>
              <a:pathLst>
                <a:path w="496" h="222" extrusionOk="0">
                  <a:moveTo>
                    <a:pt x="340" y="0"/>
                  </a:moveTo>
                  <a:lnTo>
                    <a:pt x="0" y="178"/>
                  </a:lnTo>
                  <a:lnTo>
                    <a:pt x="72" y="222"/>
                  </a:lnTo>
                  <a:lnTo>
                    <a:pt x="496" y="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6"/>
            <p:cNvSpPr/>
            <p:nvPr/>
          </p:nvSpPr>
          <p:spPr>
            <a:xfrm>
              <a:off x="7845739" y="-5475"/>
              <a:ext cx="1087150" cy="574828"/>
            </a:xfrm>
            <a:custGeom>
              <a:avLst/>
              <a:gdLst/>
              <a:ahLst/>
              <a:cxnLst/>
              <a:rect l="l" t="t" r="r" b="b"/>
              <a:pathLst>
                <a:path w="640" h="297" extrusionOk="0">
                  <a:moveTo>
                    <a:pt x="484" y="0"/>
                  </a:moveTo>
                  <a:lnTo>
                    <a:pt x="0" y="253"/>
                  </a:lnTo>
                  <a:lnTo>
                    <a:pt x="69" y="297"/>
                  </a:lnTo>
                  <a:lnTo>
                    <a:pt x="640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6"/>
            <p:cNvSpPr/>
            <p:nvPr/>
          </p:nvSpPr>
          <p:spPr>
            <a:xfrm>
              <a:off x="7436358" y="-5475"/>
              <a:ext cx="592837" cy="280640"/>
            </a:xfrm>
            <a:custGeom>
              <a:avLst/>
              <a:gdLst/>
              <a:ahLst/>
              <a:cxnLst/>
              <a:rect l="l" t="t" r="r" b="b"/>
              <a:pathLst>
                <a:path w="349" h="145" extrusionOk="0">
                  <a:moveTo>
                    <a:pt x="192" y="0"/>
                  </a:moveTo>
                  <a:lnTo>
                    <a:pt x="0" y="100"/>
                  </a:lnTo>
                  <a:lnTo>
                    <a:pt x="71" y="145"/>
                  </a:lnTo>
                  <a:lnTo>
                    <a:pt x="349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6"/>
            <p:cNvSpPr/>
            <p:nvPr/>
          </p:nvSpPr>
          <p:spPr>
            <a:xfrm>
              <a:off x="8047880" y="-5475"/>
              <a:ext cx="1078659" cy="723857"/>
            </a:xfrm>
            <a:custGeom>
              <a:avLst/>
              <a:gdLst/>
              <a:ahLst/>
              <a:cxnLst/>
              <a:rect l="l" t="t" r="r" b="b"/>
              <a:pathLst>
                <a:path w="635" h="374" extrusionOk="0">
                  <a:moveTo>
                    <a:pt x="631" y="0"/>
                  </a:moveTo>
                  <a:lnTo>
                    <a:pt x="0" y="330"/>
                  </a:lnTo>
                  <a:lnTo>
                    <a:pt x="72" y="374"/>
                  </a:lnTo>
                  <a:lnTo>
                    <a:pt x="635" y="79"/>
                  </a:lnTo>
                  <a:lnTo>
                    <a:pt x="635" y="0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6"/>
            <p:cNvSpPr/>
            <p:nvPr/>
          </p:nvSpPr>
          <p:spPr>
            <a:xfrm>
              <a:off x="5476875" y="4702175"/>
              <a:ext cx="1689100" cy="485775"/>
            </a:xfrm>
            <a:custGeom>
              <a:avLst/>
              <a:gdLst/>
              <a:ahLst/>
              <a:cxnLst/>
              <a:rect l="l" t="t" r="r" b="b"/>
              <a:pathLst>
                <a:path w="1064" h="306" extrusionOk="0">
                  <a:moveTo>
                    <a:pt x="0" y="306"/>
                  </a:moveTo>
                  <a:lnTo>
                    <a:pt x="1064" y="306"/>
                  </a:lnTo>
                  <a:lnTo>
                    <a:pt x="532" y="0"/>
                  </a:lnTo>
                  <a:lnTo>
                    <a:pt x="0" y="306"/>
                  </a:lnTo>
                  <a:close/>
                </a:path>
              </a:pathLst>
            </a:custGeom>
            <a:solidFill>
              <a:srgbClr val="858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6"/>
            <p:cNvSpPr/>
            <p:nvPr/>
          </p:nvSpPr>
          <p:spPr>
            <a:xfrm>
              <a:off x="5192713" y="3598863"/>
              <a:ext cx="1079500" cy="677863"/>
            </a:xfrm>
            <a:custGeom>
              <a:avLst/>
              <a:gdLst/>
              <a:ahLst/>
              <a:cxnLst/>
              <a:rect l="l" t="t" r="r" b="b"/>
              <a:pathLst>
                <a:path w="680" h="427" extrusionOk="0">
                  <a:moveTo>
                    <a:pt x="623" y="0"/>
                  </a:moveTo>
                  <a:lnTo>
                    <a:pt x="0" y="361"/>
                  </a:lnTo>
                  <a:lnTo>
                    <a:pt x="0" y="427"/>
                  </a:lnTo>
                  <a:lnTo>
                    <a:pt x="680" y="33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6"/>
            <p:cNvSpPr/>
            <p:nvPr/>
          </p:nvSpPr>
          <p:spPr>
            <a:xfrm>
              <a:off x="5192713" y="3736975"/>
              <a:ext cx="1316038" cy="811213"/>
            </a:xfrm>
            <a:custGeom>
              <a:avLst/>
              <a:gdLst/>
              <a:ahLst/>
              <a:cxnLst/>
              <a:rect l="l" t="t" r="r" b="b"/>
              <a:pathLst>
                <a:path w="829" h="511" extrusionOk="0">
                  <a:moveTo>
                    <a:pt x="0" y="511"/>
                  </a:moveTo>
                  <a:lnTo>
                    <a:pt x="829" y="33"/>
                  </a:lnTo>
                  <a:lnTo>
                    <a:pt x="771" y="0"/>
                  </a:lnTo>
                  <a:lnTo>
                    <a:pt x="0" y="44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6"/>
            <p:cNvSpPr/>
            <p:nvPr/>
          </p:nvSpPr>
          <p:spPr>
            <a:xfrm>
              <a:off x="5192713" y="3871913"/>
              <a:ext cx="1550988" cy="949325"/>
            </a:xfrm>
            <a:custGeom>
              <a:avLst/>
              <a:gdLst/>
              <a:ahLst/>
              <a:cxnLst/>
              <a:rect l="l" t="t" r="r" b="b"/>
              <a:pathLst>
                <a:path w="977" h="598" extrusionOk="0">
                  <a:moveTo>
                    <a:pt x="0" y="598"/>
                  </a:moveTo>
                  <a:lnTo>
                    <a:pt x="977" y="33"/>
                  </a:lnTo>
                  <a:lnTo>
                    <a:pt x="920" y="0"/>
                  </a:lnTo>
                  <a:lnTo>
                    <a:pt x="0" y="530"/>
                  </a:lnTo>
                  <a:lnTo>
                    <a:pt x="0" y="598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6"/>
            <p:cNvSpPr/>
            <p:nvPr/>
          </p:nvSpPr>
          <p:spPr>
            <a:xfrm>
              <a:off x="5192713" y="4006850"/>
              <a:ext cx="1787525" cy="1087438"/>
            </a:xfrm>
            <a:custGeom>
              <a:avLst/>
              <a:gdLst/>
              <a:ahLst/>
              <a:cxnLst/>
              <a:rect l="l" t="t" r="r" b="b"/>
              <a:pathLst>
                <a:path w="1126" h="685" extrusionOk="0">
                  <a:moveTo>
                    <a:pt x="0" y="685"/>
                  </a:moveTo>
                  <a:lnTo>
                    <a:pt x="1126" y="35"/>
                  </a:lnTo>
                  <a:lnTo>
                    <a:pt x="1068" y="0"/>
                  </a:lnTo>
                  <a:lnTo>
                    <a:pt x="0" y="617"/>
                  </a:lnTo>
                  <a:lnTo>
                    <a:pt x="0" y="685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6"/>
            <p:cNvSpPr/>
            <p:nvPr/>
          </p:nvSpPr>
          <p:spPr>
            <a:xfrm>
              <a:off x="5314950" y="4144963"/>
              <a:ext cx="1854200" cy="1042988"/>
            </a:xfrm>
            <a:custGeom>
              <a:avLst/>
              <a:gdLst/>
              <a:ahLst/>
              <a:cxnLst/>
              <a:rect l="l" t="t" r="r" b="b"/>
              <a:pathLst>
                <a:path w="1168" h="657" extrusionOk="0">
                  <a:moveTo>
                    <a:pt x="0" y="657"/>
                  </a:moveTo>
                  <a:lnTo>
                    <a:pt x="114" y="657"/>
                  </a:lnTo>
                  <a:lnTo>
                    <a:pt x="1168" y="50"/>
                  </a:lnTo>
                  <a:lnTo>
                    <a:pt x="1168" y="17"/>
                  </a:lnTo>
                  <a:lnTo>
                    <a:pt x="1139" y="0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6"/>
            <p:cNvSpPr/>
            <p:nvPr/>
          </p:nvSpPr>
          <p:spPr>
            <a:xfrm>
              <a:off x="5786438" y="4389438"/>
              <a:ext cx="1382713" cy="798513"/>
            </a:xfrm>
            <a:custGeom>
              <a:avLst/>
              <a:gdLst/>
              <a:ahLst/>
              <a:cxnLst/>
              <a:rect l="l" t="t" r="r" b="b"/>
              <a:pathLst>
                <a:path w="871" h="503" extrusionOk="0">
                  <a:moveTo>
                    <a:pt x="0" y="503"/>
                  </a:moveTo>
                  <a:lnTo>
                    <a:pt x="114" y="503"/>
                  </a:lnTo>
                  <a:lnTo>
                    <a:pt x="871" y="67"/>
                  </a:lnTo>
                  <a:lnTo>
                    <a:pt x="871" y="0"/>
                  </a:lnTo>
                  <a:lnTo>
                    <a:pt x="0" y="503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6"/>
            <p:cNvSpPr/>
            <p:nvPr/>
          </p:nvSpPr>
          <p:spPr>
            <a:xfrm>
              <a:off x="6257925" y="4662488"/>
              <a:ext cx="911225" cy="525463"/>
            </a:xfrm>
            <a:custGeom>
              <a:avLst/>
              <a:gdLst/>
              <a:ahLst/>
              <a:cxnLst/>
              <a:rect l="l" t="t" r="r" b="b"/>
              <a:pathLst>
                <a:path w="574" h="331" extrusionOk="0">
                  <a:moveTo>
                    <a:pt x="0" y="331"/>
                  </a:moveTo>
                  <a:lnTo>
                    <a:pt x="114" y="331"/>
                  </a:lnTo>
                  <a:lnTo>
                    <a:pt x="574" y="67"/>
                  </a:lnTo>
                  <a:lnTo>
                    <a:pt x="574" y="0"/>
                  </a:lnTo>
                  <a:lnTo>
                    <a:pt x="0" y="331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6"/>
            <p:cNvSpPr/>
            <p:nvPr/>
          </p:nvSpPr>
          <p:spPr>
            <a:xfrm>
              <a:off x="6729413" y="4933950"/>
              <a:ext cx="439738" cy="254000"/>
            </a:xfrm>
            <a:custGeom>
              <a:avLst/>
              <a:gdLst/>
              <a:ahLst/>
              <a:cxnLst/>
              <a:rect l="l" t="t" r="r" b="b"/>
              <a:pathLst>
                <a:path w="277" h="160" extrusionOk="0">
                  <a:moveTo>
                    <a:pt x="0" y="160"/>
                  </a:moveTo>
                  <a:lnTo>
                    <a:pt x="113" y="160"/>
                  </a:lnTo>
                  <a:lnTo>
                    <a:pt x="277" y="66"/>
                  </a:lnTo>
                  <a:lnTo>
                    <a:pt x="277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D94A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0451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pskilling Title 2">
  <p:cSld name="Upskilling Title 2">
    <p:bg>
      <p:bgPr>
        <a:solidFill>
          <a:schemeClr val="accent5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7"/>
          <p:cNvSpPr txBox="1">
            <a:spLocks noGrp="1"/>
          </p:cNvSpPr>
          <p:nvPr>
            <p:ph type="ctrTitle"/>
          </p:nvPr>
        </p:nvSpPr>
        <p:spPr>
          <a:xfrm>
            <a:off x="442915" y="1085263"/>
            <a:ext cx="4675200" cy="2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  <a:defRPr sz="4400" b="0" i="0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867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1" name="Google Shape;681;p77"/>
          <p:cNvSpPr txBox="1">
            <a:spLocks noGrp="1"/>
          </p:cNvSpPr>
          <p:nvPr>
            <p:ph type="subTitle" idx="1"/>
          </p:nvPr>
        </p:nvSpPr>
        <p:spPr>
          <a:xfrm>
            <a:off x="442913" y="4293727"/>
            <a:ext cx="46752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600" b="0" i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054127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 1">
  <p:cSld name="Agenda 1 1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8"/>
          <p:cNvSpPr txBox="1">
            <a:spLocks noGrp="1"/>
          </p:cNvSpPr>
          <p:nvPr>
            <p:ph type="body" idx="1"/>
          </p:nvPr>
        </p:nvSpPr>
        <p:spPr>
          <a:xfrm>
            <a:off x="442912" y="2103120"/>
            <a:ext cx="11306000" cy="4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8258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Georgia"/>
              <a:buAutoNum type="arabicPeriod"/>
              <a:defRPr sz="2800" b="0">
                <a:solidFill>
                  <a:schemeClr val="dk1"/>
                </a:solidFill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Georgia"/>
              <a:buNone/>
              <a:defRPr sz="1600"/>
            </a:lvl2pPr>
            <a:lvl3pPr marL="1828754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2438339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3047924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3657509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6pPr>
            <a:lvl7pPr marL="4267093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4876678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8pPr>
            <a:lvl9pPr marL="5486263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684" name="Google Shape;684;p78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7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6" name="Google Shape;686;p78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78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54736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367621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9"/>
          <p:cNvSpPr txBox="1">
            <a:spLocks noGrp="1"/>
          </p:cNvSpPr>
          <p:nvPr>
            <p:ph type="body" idx="1"/>
          </p:nvPr>
        </p:nvSpPr>
        <p:spPr>
          <a:xfrm>
            <a:off x="609600" y="2103439"/>
            <a:ext cx="109728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79"/>
          <p:cNvSpPr txBox="1">
            <a:spLocks noGrp="1"/>
          </p:cNvSpPr>
          <p:nvPr>
            <p:ph type="sldNum" idx="12"/>
          </p:nvPr>
        </p:nvSpPr>
        <p:spPr>
          <a:xfrm>
            <a:off x="8168217" y="6492240"/>
            <a:ext cx="341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91" name="Google Shape;691;p79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42986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rgbClr val="000000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0"/>
          <p:cNvSpPr txBox="1">
            <a:spLocks noGrp="1"/>
          </p:cNvSpPr>
          <p:nvPr>
            <p:ph type="title"/>
          </p:nvPr>
        </p:nvSpPr>
        <p:spPr>
          <a:xfrm>
            <a:off x="721651" y="774700"/>
            <a:ext cx="52452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  <a:defRPr sz="37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8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2656952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ello Tomorrow Divider">
  <p:cSld name="Hello Tomorrow Divider">
    <p:bg>
      <p:bgPr>
        <a:solidFill>
          <a:schemeClr val="accent5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1"/>
          <p:cNvSpPr txBox="1"/>
          <p:nvPr/>
        </p:nvSpPr>
        <p:spPr>
          <a:xfrm>
            <a:off x="442925" y="1115475"/>
            <a:ext cx="5324400" cy="20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67" tIns="137167" rIns="182867" bIns="228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129933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">
  <p:cSld name="02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0599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">
  <p:cSld name="03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49276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">
  <p:cSld name="04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5" y="1"/>
            <a:ext cx="12187136" cy="6380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16178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">
  <p:cSld name="05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71408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">
  <p:cSld name="06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383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819079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">
  <p:cSld name="07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86785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">
  <p:cSld name="08"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57161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">
  <p:cSld name="09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635350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">
  <p:cSld name="10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707011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">
  <p:cSld name="11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5" y="1"/>
            <a:ext cx="12187136" cy="6380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69564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">
  <p:cSld name="12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8525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">
  <p:cSld name="13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38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15481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ogo Shape Grey 1">
  <p:cSld name="Title Slide Logo Shape Grey 1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4"/>
          <p:cNvSpPr/>
          <p:nvPr/>
        </p:nvSpPr>
        <p:spPr>
          <a:xfrm>
            <a:off x="0" y="0"/>
            <a:ext cx="6096000" cy="34292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94"/>
          <p:cNvSpPr/>
          <p:nvPr/>
        </p:nvSpPr>
        <p:spPr>
          <a:xfrm>
            <a:off x="0" y="3429000"/>
            <a:ext cx="6096000" cy="11432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94"/>
          <p:cNvSpPr txBox="1"/>
          <p:nvPr/>
        </p:nvSpPr>
        <p:spPr>
          <a:xfrm>
            <a:off x="442913" y="428625"/>
            <a:ext cx="547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67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94"/>
          <p:cNvSpPr txBox="1"/>
          <p:nvPr/>
        </p:nvSpPr>
        <p: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</a:endParaRPr>
          </a:p>
        </p:txBody>
      </p:sp>
      <p:pic>
        <p:nvPicPr>
          <p:cNvPr id="727" name="Google Shape;727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140" y="5330952"/>
            <a:ext cx="1636777" cy="1351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92390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Rose">
  <p:cSld name="Agenda Rose">
    <p:bg>
      <p:bgPr>
        <a:solidFill>
          <a:schemeClr val="accent5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95"/>
          <p:cNvSpPr txBox="1">
            <a:spLocks noGrp="1"/>
          </p:cNvSpPr>
          <p:nvPr>
            <p:ph type="body" idx="1"/>
          </p:nvPr>
        </p:nvSpPr>
        <p:spPr>
          <a:xfrm>
            <a:off x="442912" y="2103120"/>
            <a:ext cx="11306000" cy="4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8258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AutoNum type="arabicPeriod"/>
              <a:defRPr sz="2800" b="0">
                <a:solidFill>
                  <a:schemeClr val="lt1"/>
                </a:solidFill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Georgia"/>
              <a:buNone/>
              <a:defRPr sz="1600">
                <a:solidFill>
                  <a:schemeClr val="lt1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3657509" lvl="5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6pPr>
            <a:lvl7pPr marL="4267093" lvl="6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7pPr>
            <a:lvl8pPr marL="4876678" lvl="7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8pPr>
            <a:lvl9pPr marL="5486263" lvl="8" indent="-40639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0" name="Google Shape;730;p95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95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2" name="Google Shape;732;p95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95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54736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17043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6" name="Google Shape;736;p96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37" name="Google Shape;737;p96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8" name="Google Shape;738;p96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1219170" lvl="1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2pPr>
            <a:lvl3pPr marL="1828754" lvl="2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3pPr>
            <a:lvl4pPr marL="2438339" lvl="3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4pPr>
            <a:lvl5pPr marL="3047924" lvl="4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5pPr>
            <a:lvl6pPr marL="3657509" lvl="5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6pPr>
            <a:lvl7pPr marL="4267093" lvl="6" indent="-406390" rtl="0"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7pPr>
            <a:lvl8pPr marL="4876678" lvl="7" indent="-406390" rtl="0">
              <a:spcBef>
                <a:spcPts val="667"/>
              </a:spcBef>
              <a:spcAft>
                <a:spcPts val="0"/>
              </a:spcAft>
              <a:buSzPts val="1200"/>
              <a:buChar char="–"/>
              <a:defRPr/>
            </a:lvl8pPr>
            <a:lvl9pPr marL="5486263" lvl="8" indent="-406390" rtl="0">
              <a:spcBef>
                <a:spcPts val="667"/>
              </a:spcBef>
              <a:spcAft>
                <a:spcPts val="667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739" name="Google Shape;739;p9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4090613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3">
  <p:cSld name="Agenda 3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7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742" name="Google Shape;742;p97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244077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745" name="Google Shape;745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1081961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0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10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5" name="Google Shape;895;p10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96" name="Google Shape;896;p100"/>
          <p:cNvPicPr preferRelativeResize="0"/>
          <p:nvPr/>
        </p:nvPicPr>
        <p:blipFill rotWithShape="1">
          <a:blip r:embed="rId2">
            <a:alphaModFix/>
          </a:blip>
          <a:srcRect l="13943" t="20736" r="8848" b="21062"/>
          <a:stretch/>
        </p:blipFill>
        <p:spPr>
          <a:xfrm>
            <a:off x="-6350" y="-38100"/>
            <a:ext cx="9148761" cy="6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00"/>
          <p:cNvSpPr/>
          <p:nvPr/>
        </p:nvSpPr>
        <p:spPr>
          <a:xfrm>
            <a:off x="0" y="-38100"/>
            <a:ext cx="12293600" cy="68960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000">
                <a:srgbClr val="F6F9FC">
                  <a:alpha val="0"/>
                </a:srgbClr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42619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_8-Title Color Block Left">
  <p:cSld name="Features_8-Title Color Block Lef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348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0" name="Google Shape;900;p101"/>
          <p:cNvSpPr txBox="1">
            <a:spLocks noGrp="1"/>
          </p:cNvSpPr>
          <p:nvPr>
            <p:ph type="body" idx="1"/>
          </p:nvPr>
        </p:nvSpPr>
        <p:spPr>
          <a:xfrm>
            <a:off x="3460021" y="46230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1" name="Google Shape;901;p101"/>
          <p:cNvSpPr txBox="1">
            <a:spLocks noGrp="1"/>
          </p:cNvSpPr>
          <p:nvPr>
            <p:ph type="body" idx="2"/>
          </p:nvPr>
        </p:nvSpPr>
        <p:spPr>
          <a:xfrm>
            <a:off x="3460021" y="151117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2" name="Google Shape;902;p101"/>
          <p:cNvSpPr txBox="1">
            <a:spLocks noGrp="1"/>
          </p:cNvSpPr>
          <p:nvPr>
            <p:ph type="body" idx="3"/>
          </p:nvPr>
        </p:nvSpPr>
        <p:spPr>
          <a:xfrm>
            <a:off x="5651285" y="462048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3" name="Google Shape;903;p101"/>
          <p:cNvSpPr txBox="1">
            <a:spLocks noGrp="1"/>
          </p:cNvSpPr>
          <p:nvPr>
            <p:ph type="body" idx="4"/>
          </p:nvPr>
        </p:nvSpPr>
        <p:spPr>
          <a:xfrm>
            <a:off x="5651285" y="1510912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4" name="Google Shape;904;p101"/>
          <p:cNvSpPr txBox="1">
            <a:spLocks noGrp="1"/>
          </p:cNvSpPr>
          <p:nvPr>
            <p:ph type="body" idx="5"/>
          </p:nvPr>
        </p:nvSpPr>
        <p:spPr>
          <a:xfrm>
            <a:off x="7842551" y="46230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5" name="Google Shape;905;p101"/>
          <p:cNvSpPr txBox="1">
            <a:spLocks noGrp="1"/>
          </p:cNvSpPr>
          <p:nvPr>
            <p:ph type="body" idx="6"/>
          </p:nvPr>
        </p:nvSpPr>
        <p:spPr>
          <a:xfrm>
            <a:off x="7842551" y="151117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6" name="Google Shape;906;p101"/>
          <p:cNvSpPr txBox="1">
            <a:spLocks noGrp="1"/>
          </p:cNvSpPr>
          <p:nvPr>
            <p:ph type="body" idx="7"/>
          </p:nvPr>
        </p:nvSpPr>
        <p:spPr>
          <a:xfrm>
            <a:off x="10033816" y="462048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7" name="Google Shape;907;p101"/>
          <p:cNvSpPr txBox="1">
            <a:spLocks noGrp="1"/>
          </p:cNvSpPr>
          <p:nvPr>
            <p:ph type="body" idx="8"/>
          </p:nvPr>
        </p:nvSpPr>
        <p:spPr>
          <a:xfrm>
            <a:off x="10033816" y="1510912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8" name="Google Shape;908;p101"/>
          <p:cNvSpPr txBox="1">
            <a:spLocks noGrp="1"/>
          </p:cNvSpPr>
          <p:nvPr>
            <p:ph type="body" idx="9"/>
          </p:nvPr>
        </p:nvSpPr>
        <p:spPr>
          <a:xfrm>
            <a:off x="3460021" y="3899672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9" name="Google Shape;909;p101"/>
          <p:cNvSpPr txBox="1">
            <a:spLocks noGrp="1"/>
          </p:cNvSpPr>
          <p:nvPr>
            <p:ph type="body" idx="13"/>
          </p:nvPr>
        </p:nvSpPr>
        <p:spPr>
          <a:xfrm>
            <a:off x="3460021" y="4948536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0" name="Google Shape;910;p101"/>
          <p:cNvSpPr txBox="1">
            <a:spLocks noGrp="1"/>
          </p:cNvSpPr>
          <p:nvPr>
            <p:ph type="body" idx="14"/>
          </p:nvPr>
        </p:nvSpPr>
        <p:spPr>
          <a:xfrm>
            <a:off x="5651285" y="3899415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1" name="Google Shape;911;p101"/>
          <p:cNvSpPr txBox="1">
            <a:spLocks noGrp="1"/>
          </p:cNvSpPr>
          <p:nvPr>
            <p:ph type="body" idx="15"/>
          </p:nvPr>
        </p:nvSpPr>
        <p:spPr>
          <a:xfrm>
            <a:off x="5651285" y="4948279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2" name="Google Shape;912;p101"/>
          <p:cNvSpPr txBox="1">
            <a:spLocks noGrp="1"/>
          </p:cNvSpPr>
          <p:nvPr>
            <p:ph type="body" idx="16"/>
          </p:nvPr>
        </p:nvSpPr>
        <p:spPr>
          <a:xfrm>
            <a:off x="7842551" y="3899672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3" name="Google Shape;913;p101"/>
          <p:cNvSpPr txBox="1">
            <a:spLocks noGrp="1"/>
          </p:cNvSpPr>
          <p:nvPr>
            <p:ph type="body" idx="17"/>
          </p:nvPr>
        </p:nvSpPr>
        <p:spPr>
          <a:xfrm>
            <a:off x="7842551" y="4948536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4" name="Google Shape;914;p101"/>
          <p:cNvSpPr txBox="1">
            <a:spLocks noGrp="1"/>
          </p:cNvSpPr>
          <p:nvPr>
            <p:ph type="body" idx="18"/>
          </p:nvPr>
        </p:nvSpPr>
        <p:spPr>
          <a:xfrm>
            <a:off x="10033816" y="3899415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>
                <a:solidFill>
                  <a:schemeClr val="accen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>
                <a:solidFill>
                  <a:schemeClr val="accent1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5" name="Google Shape;915;p101"/>
          <p:cNvSpPr txBox="1">
            <a:spLocks noGrp="1"/>
          </p:cNvSpPr>
          <p:nvPr>
            <p:ph type="body" idx="19"/>
          </p:nvPr>
        </p:nvSpPr>
        <p:spPr>
          <a:xfrm>
            <a:off x="10033816" y="4948279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1pPr>
            <a:lvl2pPr marL="121917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2pPr>
            <a:lvl3pPr marL="1828754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3pPr>
            <a:lvl4pPr marL="2438339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4pPr>
            <a:lvl5pPr marL="3047924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867"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973286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Title and Content 4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02"/>
          <p:cNvSpPr txBox="1">
            <a:spLocks noGrp="1"/>
          </p:cNvSpPr>
          <p:nvPr>
            <p:ph type="title"/>
          </p:nvPr>
        </p:nvSpPr>
        <p:spPr>
          <a:xfrm>
            <a:off x="448056" y="356400"/>
            <a:ext cx="11306000" cy="3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Georgia"/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18" name="Google Shape;918;p102"/>
          <p:cNvSpPr txBox="1">
            <a:spLocks noGrp="1"/>
          </p:cNvSpPr>
          <p:nvPr>
            <p:ph type="body" idx="1"/>
          </p:nvPr>
        </p:nvSpPr>
        <p:spPr>
          <a:xfrm>
            <a:off x="442913" y="1417320"/>
            <a:ext cx="11306000" cy="2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0639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828754" lvl="2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3047924" lvl="4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4267093" lvl="6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5486263" lvl="8" indent="-423323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9" name="Google Shape;919;p102"/>
          <p:cNvSpPr txBox="1">
            <a:spLocks noGrp="1"/>
          </p:cNvSpPr>
          <p:nvPr>
            <p:ph type="sldNum" idx="12"/>
          </p:nvPr>
        </p:nvSpPr>
        <p:spPr>
          <a:xfrm>
            <a:off x="10743248" y="6513984"/>
            <a:ext cx="1006000" cy="1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0" name="Google Shape;920;p102"/>
          <p:cNvSpPr txBox="1">
            <a:spLocks noGrp="1"/>
          </p:cNvSpPr>
          <p:nvPr>
            <p:ph type="subTitle" idx="2"/>
          </p:nvPr>
        </p:nvSpPr>
        <p:spPr>
          <a:xfrm>
            <a:off x="442913" y="914400"/>
            <a:ext cx="11311200" cy="3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0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06512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tatement 1">
  <p:cSld name="Closing Statement 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3"/>
          <p:cNvSpPr txBox="1">
            <a:spLocks noGrp="1"/>
          </p:cNvSpPr>
          <p:nvPr>
            <p:ph type="title"/>
          </p:nvPr>
        </p:nvSpPr>
        <p:spPr>
          <a:xfrm>
            <a:off x="711200" y="279400"/>
            <a:ext cx="1076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eorgia"/>
              <a:buNone/>
              <a:defRPr sz="2100" b="1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923" name="Google Shape;923;p103"/>
          <p:cNvSpPr txBox="1">
            <a:spLocks noGrp="1"/>
          </p:cNvSpPr>
          <p:nvPr>
            <p:ph type="body" idx="1"/>
          </p:nvPr>
        </p:nvSpPr>
        <p:spPr>
          <a:xfrm>
            <a:off x="711200" y="5867400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•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828754" marR="0" lvl="2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-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2438339" marR="0" lvl="3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◦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047924" marR="0" lvl="4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›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657509" marR="0" lvl="5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4267093" marR="0" lvl="6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lphaLcPeriod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4876678" marR="0" lvl="7" indent="-41485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romanLcPeriod"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4" name="Google Shape;924;p10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 sz="1733"/>
            </a:lvl1pPr>
            <a:lvl2pPr lvl="1" rtl="0">
              <a:buNone/>
              <a:defRPr sz="1733"/>
            </a:lvl2pPr>
            <a:lvl3pPr lvl="2" rtl="0">
              <a:buNone/>
              <a:defRPr sz="1733"/>
            </a:lvl3pPr>
            <a:lvl4pPr lvl="3" rtl="0">
              <a:buNone/>
              <a:defRPr sz="1733"/>
            </a:lvl4pPr>
            <a:lvl5pPr lvl="4" rtl="0">
              <a:buNone/>
              <a:defRPr sz="1733"/>
            </a:lvl5pPr>
            <a:lvl6pPr lvl="5" rtl="0">
              <a:buNone/>
              <a:defRPr sz="1733"/>
            </a:lvl6pPr>
            <a:lvl7pPr lvl="6" rtl="0">
              <a:buNone/>
              <a:defRPr sz="1733"/>
            </a:lvl7pPr>
            <a:lvl8pPr lvl="7" rtl="0">
              <a:buNone/>
              <a:defRPr sz="1733"/>
            </a:lvl8pPr>
            <a:lvl9pPr lvl="8" rtl="0">
              <a:buNone/>
              <a:defRPr sz="1733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07699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Three column">
  <p:cSld name="Content: Three column">
    <p:spTree>
      <p:nvGrpSpPr>
        <p:cNvPr id="1" name="Shape 5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" name="Google Shape;5099;p695"/>
          <p:cNvSpPr txBox="1">
            <a:spLocks noGrp="1"/>
          </p:cNvSpPr>
          <p:nvPr>
            <p:ph type="title"/>
          </p:nvPr>
        </p:nvSpPr>
        <p:spPr>
          <a:xfrm>
            <a:off x="534849" y="457200"/>
            <a:ext cx="1076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00"/>
              <a:buFont typeface="Georgia"/>
              <a:buNone/>
              <a:defRPr sz="36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733"/>
            </a:lvl9pPr>
          </a:lstStyle>
          <a:p>
            <a:endParaRPr/>
          </a:p>
        </p:txBody>
      </p:sp>
      <p:sp>
        <p:nvSpPr>
          <p:cNvPr id="5100" name="Google Shape;5100;p695"/>
          <p:cNvSpPr txBox="1">
            <a:spLocks noGrp="1"/>
          </p:cNvSpPr>
          <p:nvPr>
            <p:ph type="sldNum" idx="12"/>
          </p:nvPr>
        </p:nvSpPr>
        <p:spPr>
          <a:xfrm>
            <a:off x="9544803" y="64389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101" name="Google Shape;5101;p695"/>
          <p:cNvSpPr txBox="1"/>
          <p:nvPr/>
        </p:nvSpPr>
        <p:spPr>
          <a:xfrm>
            <a:off x="534849" y="6438900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933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933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2" name="Google Shape;5102;p695"/>
          <p:cNvSpPr txBox="1">
            <a:spLocks noGrp="1"/>
          </p:cNvSpPr>
          <p:nvPr>
            <p:ph type="body" idx="1"/>
          </p:nvPr>
        </p:nvSpPr>
        <p:spPr>
          <a:xfrm>
            <a:off x="534849" y="1600200"/>
            <a:ext cx="32464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None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•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-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◦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›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rabi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lpha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roman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Clr>
                <a:srgbClr val="666666"/>
              </a:buClr>
              <a:buSzPts val="1800"/>
              <a:buFont typeface="Arial"/>
              <a:buNone/>
              <a:defRPr sz="2400" b="1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103" name="Google Shape;5103;p695"/>
          <p:cNvSpPr txBox="1">
            <a:spLocks noGrp="1"/>
          </p:cNvSpPr>
          <p:nvPr>
            <p:ph type="body" idx="2"/>
          </p:nvPr>
        </p:nvSpPr>
        <p:spPr>
          <a:xfrm>
            <a:off x="4434683" y="1600200"/>
            <a:ext cx="32464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None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•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-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◦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›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rabi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lpha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roman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Clr>
                <a:srgbClr val="666666"/>
              </a:buClr>
              <a:buSzPts val="1800"/>
              <a:buFont typeface="Arial"/>
              <a:buNone/>
              <a:defRPr sz="2400" b="1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104" name="Google Shape;5104;p695"/>
          <p:cNvSpPr txBox="1">
            <a:spLocks noGrp="1"/>
          </p:cNvSpPr>
          <p:nvPr>
            <p:ph type="body" idx="3"/>
          </p:nvPr>
        </p:nvSpPr>
        <p:spPr>
          <a:xfrm>
            <a:off x="8334515" y="1600200"/>
            <a:ext cx="32464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None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•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-"/>
              <a:defRPr sz="20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◦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Char char="›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rabi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alpha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Georgia"/>
              <a:buAutoNum type="romanLcPeriod"/>
              <a:defRPr sz="2400" b="0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Clr>
                <a:srgbClr val="666666"/>
              </a:buClr>
              <a:buSzPts val="1800"/>
              <a:buFont typeface="Arial"/>
              <a:buNone/>
              <a:defRPr sz="2400" b="1" i="0" u="none" strike="noStrike" cap="non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351831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Title &amp; Subtitle RMPP">
  <p:cSld name="1_Main Title &amp; Subtitle RMPP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8"/>
          <p:cNvSpPr txBox="1">
            <a:spLocks noGrp="1"/>
          </p:cNvSpPr>
          <p:nvPr>
            <p:ph type="body" idx="1"/>
          </p:nvPr>
        </p:nvSpPr>
        <p:spPr>
          <a:xfrm>
            <a:off x="517092" y="974040"/>
            <a:ext cx="11158000" cy="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304792" algn="l" rtl="0">
              <a:spcBef>
                <a:spcPts val="293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spcBef>
                <a:spcPts val="240"/>
              </a:spcBef>
              <a:spcAft>
                <a:spcPts val="667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68"/>
          <p:cNvSpPr txBox="1">
            <a:spLocks noGrp="1"/>
          </p:cNvSpPr>
          <p:nvPr>
            <p:ph type="title"/>
          </p:nvPr>
        </p:nvSpPr>
        <p:spPr>
          <a:xfrm>
            <a:off x="517092" y="376815"/>
            <a:ext cx="11158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600"/>
              <a:buFont typeface="Arial"/>
              <a:buNone/>
              <a:defRPr sz="3467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63702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pskilling Divider slide 3">
  <p:cSld name="Upskilling Divider slide 3">
    <p:bg>
      <p:bgPr>
        <a:solidFill>
          <a:schemeClr val="accent5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86501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/>
          <p:nvPr/>
        </p:nvSpPr>
        <p:spPr>
          <a:xfrm rot="5400000">
            <a:off x="5390829" y="5147691"/>
            <a:ext cx="1700199" cy="1703943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4"/>
          <p:cNvSpPr/>
          <p:nvPr/>
        </p:nvSpPr>
        <p:spPr>
          <a:xfrm>
            <a:off x="10497848" y="2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D752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4"/>
          <p:cNvSpPr/>
          <p:nvPr/>
        </p:nvSpPr>
        <p:spPr>
          <a:xfrm>
            <a:off x="10497848" y="1718816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2237062" y="0"/>
                </a:moveTo>
                <a:lnTo>
                  <a:pt x="0" y="0"/>
                </a:lnTo>
                <a:lnTo>
                  <a:pt x="0" y="2261711"/>
                </a:lnTo>
                <a:lnTo>
                  <a:pt x="505" y="2213166"/>
                </a:lnTo>
                <a:lnTo>
                  <a:pt x="2013" y="2164870"/>
                </a:lnTo>
                <a:lnTo>
                  <a:pt x="4515" y="2116835"/>
                </a:lnTo>
                <a:lnTo>
                  <a:pt x="8000" y="2069069"/>
                </a:lnTo>
                <a:lnTo>
                  <a:pt x="12459" y="2021583"/>
                </a:lnTo>
                <a:lnTo>
                  <a:pt x="17880" y="1974388"/>
                </a:lnTo>
                <a:lnTo>
                  <a:pt x="24255" y="1927493"/>
                </a:lnTo>
                <a:lnTo>
                  <a:pt x="31572" y="1880909"/>
                </a:lnTo>
                <a:lnTo>
                  <a:pt x="39823" y="1834646"/>
                </a:lnTo>
                <a:lnTo>
                  <a:pt x="48996" y="1788713"/>
                </a:lnTo>
                <a:lnTo>
                  <a:pt x="59082" y="1743123"/>
                </a:lnTo>
                <a:lnTo>
                  <a:pt x="70070" y="1697884"/>
                </a:lnTo>
                <a:lnTo>
                  <a:pt x="81951" y="1653006"/>
                </a:lnTo>
                <a:lnTo>
                  <a:pt x="94714" y="1608501"/>
                </a:lnTo>
                <a:lnTo>
                  <a:pt x="108350" y="1564377"/>
                </a:lnTo>
                <a:lnTo>
                  <a:pt x="122847" y="1520646"/>
                </a:lnTo>
                <a:lnTo>
                  <a:pt x="138197" y="1477318"/>
                </a:lnTo>
                <a:lnTo>
                  <a:pt x="154389" y="1434402"/>
                </a:lnTo>
                <a:lnTo>
                  <a:pt x="171413" y="1391909"/>
                </a:lnTo>
                <a:lnTo>
                  <a:pt x="189259" y="1349849"/>
                </a:lnTo>
                <a:lnTo>
                  <a:pt x="207917" y="1308233"/>
                </a:lnTo>
                <a:lnTo>
                  <a:pt x="227376" y="1267070"/>
                </a:lnTo>
                <a:lnTo>
                  <a:pt x="247627" y="1226371"/>
                </a:lnTo>
                <a:lnTo>
                  <a:pt x="268659" y="1186145"/>
                </a:lnTo>
                <a:lnTo>
                  <a:pt x="290463" y="1146404"/>
                </a:lnTo>
                <a:lnTo>
                  <a:pt x="313029" y="1107157"/>
                </a:lnTo>
                <a:lnTo>
                  <a:pt x="336345" y="1068415"/>
                </a:lnTo>
                <a:lnTo>
                  <a:pt x="360403" y="1030188"/>
                </a:lnTo>
                <a:lnTo>
                  <a:pt x="385191" y="992485"/>
                </a:lnTo>
                <a:lnTo>
                  <a:pt x="410701" y="955318"/>
                </a:lnTo>
                <a:lnTo>
                  <a:pt x="436922" y="918695"/>
                </a:lnTo>
                <a:lnTo>
                  <a:pt x="463843" y="882629"/>
                </a:lnTo>
                <a:lnTo>
                  <a:pt x="491455" y="847128"/>
                </a:lnTo>
                <a:lnTo>
                  <a:pt x="519748" y="812203"/>
                </a:lnTo>
                <a:lnTo>
                  <a:pt x="548711" y="777864"/>
                </a:lnTo>
                <a:lnTo>
                  <a:pt x="578335" y="744122"/>
                </a:lnTo>
                <a:lnTo>
                  <a:pt x="608609" y="710986"/>
                </a:lnTo>
                <a:lnTo>
                  <a:pt x="639524" y="678467"/>
                </a:lnTo>
                <a:lnTo>
                  <a:pt x="671068" y="646574"/>
                </a:lnTo>
                <a:lnTo>
                  <a:pt x="703233" y="615319"/>
                </a:lnTo>
                <a:lnTo>
                  <a:pt x="736008" y="584711"/>
                </a:lnTo>
                <a:lnTo>
                  <a:pt x="769382" y="554761"/>
                </a:lnTo>
                <a:lnTo>
                  <a:pt x="803347" y="525478"/>
                </a:lnTo>
                <a:lnTo>
                  <a:pt x="837891" y="496874"/>
                </a:lnTo>
                <a:lnTo>
                  <a:pt x="873005" y="468957"/>
                </a:lnTo>
                <a:lnTo>
                  <a:pt x="908679" y="441739"/>
                </a:lnTo>
                <a:lnTo>
                  <a:pt x="944901" y="415229"/>
                </a:lnTo>
                <a:lnTo>
                  <a:pt x="981664" y="389438"/>
                </a:lnTo>
                <a:lnTo>
                  <a:pt x="1018956" y="364376"/>
                </a:lnTo>
                <a:lnTo>
                  <a:pt x="1056766" y="340054"/>
                </a:lnTo>
                <a:lnTo>
                  <a:pt x="1095086" y="316480"/>
                </a:lnTo>
                <a:lnTo>
                  <a:pt x="1133906" y="293666"/>
                </a:lnTo>
                <a:lnTo>
                  <a:pt x="1173214" y="271622"/>
                </a:lnTo>
                <a:lnTo>
                  <a:pt x="1213000" y="250358"/>
                </a:lnTo>
                <a:lnTo>
                  <a:pt x="1253256" y="229883"/>
                </a:lnTo>
                <a:lnTo>
                  <a:pt x="1293970" y="210210"/>
                </a:lnTo>
                <a:lnTo>
                  <a:pt x="1335133" y="191346"/>
                </a:lnTo>
                <a:lnTo>
                  <a:pt x="1376735" y="173304"/>
                </a:lnTo>
                <a:lnTo>
                  <a:pt x="1418765" y="156092"/>
                </a:lnTo>
                <a:lnTo>
                  <a:pt x="1461213" y="139721"/>
                </a:lnTo>
                <a:lnTo>
                  <a:pt x="1504069" y="124202"/>
                </a:lnTo>
                <a:lnTo>
                  <a:pt x="1547324" y="109545"/>
                </a:lnTo>
                <a:lnTo>
                  <a:pt x="1590967" y="95759"/>
                </a:lnTo>
                <a:lnTo>
                  <a:pt x="1634987" y="82855"/>
                </a:lnTo>
                <a:lnTo>
                  <a:pt x="1679376" y="70843"/>
                </a:lnTo>
                <a:lnTo>
                  <a:pt x="1724122" y="59733"/>
                </a:lnTo>
                <a:lnTo>
                  <a:pt x="1769217" y="49536"/>
                </a:lnTo>
                <a:lnTo>
                  <a:pt x="1814648" y="40262"/>
                </a:lnTo>
                <a:lnTo>
                  <a:pt x="1860407" y="31921"/>
                </a:lnTo>
                <a:lnTo>
                  <a:pt x="1906484" y="24522"/>
                </a:lnTo>
                <a:lnTo>
                  <a:pt x="1952868" y="18078"/>
                </a:lnTo>
                <a:lnTo>
                  <a:pt x="1999550" y="12596"/>
                </a:lnTo>
                <a:lnTo>
                  <a:pt x="2046518" y="8089"/>
                </a:lnTo>
                <a:lnTo>
                  <a:pt x="2093764" y="4565"/>
                </a:lnTo>
                <a:lnTo>
                  <a:pt x="2141276" y="2035"/>
                </a:lnTo>
                <a:lnTo>
                  <a:pt x="2189046" y="510"/>
                </a:lnTo>
                <a:lnTo>
                  <a:pt x="2237062" y="0"/>
                </a:lnTo>
                <a:close/>
              </a:path>
            </a:pathLst>
          </a:custGeom>
          <a:solidFill>
            <a:srgbClr val="CD49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4"/>
          <p:cNvSpPr/>
          <p:nvPr/>
        </p:nvSpPr>
        <p:spPr>
          <a:xfrm>
            <a:off x="10497848" y="1718816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2237062" y="0"/>
                </a:moveTo>
                <a:lnTo>
                  <a:pt x="2236557" y="48545"/>
                </a:lnTo>
                <a:lnTo>
                  <a:pt x="2235049" y="96841"/>
                </a:lnTo>
                <a:lnTo>
                  <a:pt x="2232547" y="144877"/>
                </a:lnTo>
                <a:lnTo>
                  <a:pt x="2229061" y="192643"/>
                </a:lnTo>
                <a:lnTo>
                  <a:pt x="2224603" y="240129"/>
                </a:lnTo>
                <a:lnTo>
                  <a:pt x="2219181" y="287325"/>
                </a:lnTo>
                <a:lnTo>
                  <a:pt x="2212807" y="334220"/>
                </a:lnTo>
                <a:lnTo>
                  <a:pt x="2205489" y="380804"/>
                </a:lnTo>
                <a:lnTo>
                  <a:pt x="2197239" y="427068"/>
                </a:lnTo>
                <a:lnTo>
                  <a:pt x="2188065" y="473000"/>
                </a:lnTo>
                <a:lnTo>
                  <a:pt x="2177980" y="518591"/>
                </a:lnTo>
                <a:lnTo>
                  <a:pt x="2166991" y="563830"/>
                </a:lnTo>
                <a:lnTo>
                  <a:pt x="2155110" y="608708"/>
                </a:lnTo>
                <a:lnTo>
                  <a:pt x="2142347" y="653213"/>
                </a:lnTo>
                <a:lnTo>
                  <a:pt x="2128711" y="697337"/>
                </a:lnTo>
                <a:lnTo>
                  <a:pt x="2114213" y="741068"/>
                </a:lnTo>
                <a:lnTo>
                  <a:pt x="2098863" y="784397"/>
                </a:lnTo>
                <a:lnTo>
                  <a:pt x="2082671" y="827313"/>
                </a:lnTo>
                <a:lnTo>
                  <a:pt x="2065647" y="869806"/>
                </a:lnTo>
                <a:lnTo>
                  <a:pt x="2047801" y="911866"/>
                </a:lnTo>
                <a:lnTo>
                  <a:pt x="2029143" y="953482"/>
                </a:lnTo>
                <a:lnTo>
                  <a:pt x="2009684" y="994645"/>
                </a:lnTo>
                <a:lnTo>
                  <a:pt x="1989433" y="1035344"/>
                </a:lnTo>
                <a:lnTo>
                  <a:pt x="1968400" y="1075570"/>
                </a:lnTo>
                <a:lnTo>
                  <a:pt x="1946596" y="1115311"/>
                </a:lnTo>
                <a:lnTo>
                  <a:pt x="1924031" y="1154557"/>
                </a:lnTo>
                <a:lnTo>
                  <a:pt x="1900714" y="1193300"/>
                </a:lnTo>
                <a:lnTo>
                  <a:pt x="1876657" y="1231527"/>
                </a:lnTo>
                <a:lnTo>
                  <a:pt x="1851868" y="1269230"/>
                </a:lnTo>
                <a:lnTo>
                  <a:pt x="1826358" y="1306397"/>
                </a:lnTo>
                <a:lnTo>
                  <a:pt x="1800137" y="1343019"/>
                </a:lnTo>
                <a:lnTo>
                  <a:pt x="1773216" y="1379086"/>
                </a:lnTo>
                <a:lnTo>
                  <a:pt x="1745603" y="1414587"/>
                </a:lnTo>
                <a:lnTo>
                  <a:pt x="1717310" y="1449512"/>
                </a:lnTo>
                <a:lnTo>
                  <a:pt x="1688347" y="1483850"/>
                </a:lnTo>
                <a:lnTo>
                  <a:pt x="1658723" y="1517593"/>
                </a:lnTo>
                <a:lnTo>
                  <a:pt x="1628449" y="1550729"/>
                </a:lnTo>
                <a:lnTo>
                  <a:pt x="1597534" y="1583248"/>
                </a:lnTo>
                <a:lnTo>
                  <a:pt x="1565990" y="1615140"/>
                </a:lnTo>
                <a:lnTo>
                  <a:pt x="1533825" y="1646395"/>
                </a:lnTo>
                <a:lnTo>
                  <a:pt x="1501050" y="1677003"/>
                </a:lnTo>
                <a:lnTo>
                  <a:pt x="1467675" y="1706953"/>
                </a:lnTo>
                <a:lnTo>
                  <a:pt x="1433711" y="1736235"/>
                </a:lnTo>
                <a:lnTo>
                  <a:pt x="1399166" y="1764840"/>
                </a:lnTo>
                <a:lnTo>
                  <a:pt x="1364052" y="1792756"/>
                </a:lnTo>
                <a:lnTo>
                  <a:pt x="1328379" y="1819974"/>
                </a:lnTo>
                <a:lnTo>
                  <a:pt x="1292156" y="1846484"/>
                </a:lnTo>
                <a:lnTo>
                  <a:pt x="1255393" y="1872275"/>
                </a:lnTo>
                <a:lnTo>
                  <a:pt x="1218102" y="1897336"/>
                </a:lnTo>
                <a:lnTo>
                  <a:pt x="1180291" y="1921659"/>
                </a:lnTo>
                <a:lnTo>
                  <a:pt x="1141971" y="1945232"/>
                </a:lnTo>
                <a:lnTo>
                  <a:pt x="1103152" y="1968046"/>
                </a:lnTo>
                <a:lnTo>
                  <a:pt x="1063844" y="1990090"/>
                </a:lnTo>
                <a:lnTo>
                  <a:pt x="1024057" y="2011355"/>
                </a:lnTo>
                <a:lnTo>
                  <a:pt x="983801" y="2031829"/>
                </a:lnTo>
                <a:lnTo>
                  <a:pt x="943087" y="2051502"/>
                </a:lnTo>
                <a:lnTo>
                  <a:pt x="901924" y="2070366"/>
                </a:lnTo>
                <a:lnTo>
                  <a:pt x="860322" y="2088408"/>
                </a:lnTo>
                <a:lnTo>
                  <a:pt x="818293" y="2105620"/>
                </a:lnTo>
                <a:lnTo>
                  <a:pt x="775845" y="2121990"/>
                </a:lnTo>
                <a:lnTo>
                  <a:pt x="732988" y="2137509"/>
                </a:lnTo>
                <a:lnTo>
                  <a:pt x="689734" y="2152167"/>
                </a:lnTo>
                <a:lnTo>
                  <a:pt x="646091" y="2165953"/>
                </a:lnTo>
                <a:lnTo>
                  <a:pt x="602071" y="2178856"/>
                </a:lnTo>
                <a:lnTo>
                  <a:pt x="557682" y="2190868"/>
                </a:lnTo>
                <a:lnTo>
                  <a:pt x="512936" y="2201978"/>
                </a:lnTo>
                <a:lnTo>
                  <a:pt x="467842" y="2212175"/>
                </a:lnTo>
                <a:lnTo>
                  <a:pt x="422411" y="2221449"/>
                </a:lnTo>
                <a:lnTo>
                  <a:pt x="376652" y="2229790"/>
                </a:lnTo>
                <a:lnTo>
                  <a:pt x="330575" y="2237188"/>
                </a:lnTo>
                <a:lnTo>
                  <a:pt x="284191" y="2243633"/>
                </a:lnTo>
                <a:lnTo>
                  <a:pt x="237510" y="2249114"/>
                </a:lnTo>
                <a:lnTo>
                  <a:pt x="190542" y="2253622"/>
                </a:lnTo>
                <a:lnTo>
                  <a:pt x="143297" y="2257145"/>
                </a:lnTo>
                <a:lnTo>
                  <a:pt x="95785" y="2259675"/>
                </a:lnTo>
                <a:lnTo>
                  <a:pt x="48015" y="2261200"/>
                </a:lnTo>
                <a:lnTo>
                  <a:pt x="0" y="2261711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4"/>
          <p:cNvSpPr/>
          <p:nvPr/>
        </p:nvSpPr>
        <p:spPr>
          <a:xfrm>
            <a:off x="10497848" y="1718816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2237062" y="0"/>
                </a:moveTo>
                <a:lnTo>
                  <a:pt x="2189046" y="510"/>
                </a:lnTo>
                <a:lnTo>
                  <a:pt x="2141276" y="2035"/>
                </a:lnTo>
                <a:lnTo>
                  <a:pt x="2093764" y="4565"/>
                </a:lnTo>
                <a:lnTo>
                  <a:pt x="2046518" y="8089"/>
                </a:lnTo>
                <a:lnTo>
                  <a:pt x="1999550" y="12596"/>
                </a:lnTo>
                <a:lnTo>
                  <a:pt x="1952868" y="18078"/>
                </a:lnTo>
                <a:lnTo>
                  <a:pt x="1906484" y="24522"/>
                </a:lnTo>
                <a:lnTo>
                  <a:pt x="1860407" y="31921"/>
                </a:lnTo>
                <a:lnTo>
                  <a:pt x="1814648" y="40262"/>
                </a:lnTo>
                <a:lnTo>
                  <a:pt x="1769217" y="49536"/>
                </a:lnTo>
                <a:lnTo>
                  <a:pt x="1724122" y="59733"/>
                </a:lnTo>
                <a:lnTo>
                  <a:pt x="1679376" y="70843"/>
                </a:lnTo>
                <a:lnTo>
                  <a:pt x="1634987" y="82855"/>
                </a:lnTo>
                <a:lnTo>
                  <a:pt x="1590967" y="95759"/>
                </a:lnTo>
                <a:lnTo>
                  <a:pt x="1547324" y="109545"/>
                </a:lnTo>
                <a:lnTo>
                  <a:pt x="1504069" y="124202"/>
                </a:lnTo>
                <a:lnTo>
                  <a:pt x="1461213" y="139721"/>
                </a:lnTo>
                <a:lnTo>
                  <a:pt x="1418765" y="156092"/>
                </a:lnTo>
                <a:lnTo>
                  <a:pt x="1376735" y="173304"/>
                </a:lnTo>
                <a:lnTo>
                  <a:pt x="1335133" y="191346"/>
                </a:lnTo>
                <a:lnTo>
                  <a:pt x="1293970" y="210210"/>
                </a:lnTo>
                <a:lnTo>
                  <a:pt x="1253256" y="229883"/>
                </a:lnTo>
                <a:lnTo>
                  <a:pt x="1213000" y="250358"/>
                </a:lnTo>
                <a:lnTo>
                  <a:pt x="1173214" y="271622"/>
                </a:lnTo>
                <a:lnTo>
                  <a:pt x="1133906" y="293666"/>
                </a:lnTo>
                <a:lnTo>
                  <a:pt x="1095086" y="316480"/>
                </a:lnTo>
                <a:lnTo>
                  <a:pt x="1056766" y="340054"/>
                </a:lnTo>
                <a:lnTo>
                  <a:pt x="1018956" y="364376"/>
                </a:lnTo>
                <a:lnTo>
                  <a:pt x="981664" y="389438"/>
                </a:lnTo>
                <a:lnTo>
                  <a:pt x="944901" y="415229"/>
                </a:lnTo>
                <a:lnTo>
                  <a:pt x="908679" y="441739"/>
                </a:lnTo>
                <a:lnTo>
                  <a:pt x="873005" y="468957"/>
                </a:lnTo>
                <a:lnTo>
                  <a:pt x="837891" y="496874"/>
                </a:lnTo>
                <a:lnTo>
                  <a:pt x="803347" y="525478"/>
                </a:lnTo>
                <a:lnTo>
                  <a:pt x="769382" y="554761"/>
                </a:lnTo>
                <a:lnTo>
                  <a:pt x="736008" y="584711"/>
                </a:lnTo>
                <a:lnTo>
                  <a:pt x="703233" y="615319"/>
                </a:lnTo>
                <a:lnTo>
                  <a:pt x="671068" y="646574"/>
                </a:lnTo>
                <a:lnTo>
                  <a:pt x="639524" y="678467"/>
                </a:lnTo>
                <a:lnTo>
                  <a:pt x="608609" y="710986"/>
                </a:lnTo>
                <a:lnTo>
                  <a:pt x="578335" y="744122"/>
                </a:lnTo>
                <a:lnTo>
                  <a:pt x="548711" y="777864"/>
                </a:lnTo>
                <a:lnTo>
                  <a:pt x="519748" y="812203"/>
                </a:lnTo>
                <a:lnTo>
                  <a:pt x="491455" y="847128"/>
                </a:lnTo>
                <a:lnTo>
                  <a:pt x="463843" y="882629"/>
                </a:lnTo>
                <a:lnTo>
                  <a:pt x="436922" y="918695"/>
                </a:lnTo>
                <a:lnTo>
                  <a:pt x="410701" y="955318"/>
                </a:lnTo>
                <a:lnTo>
                  <a:pt x="385191" y="992485"/>
                </a:lnTo>
                <a:lnTo>
                  <a:pt x="360403" y="1030188"/>
                </a:lnTo>
                <a:lnTo>
                  <a:pt x="336345" y="1068415"/>
                </a:lnTo>
                <a:lnTo>
                  <a:pt x="313029" y="1107157"/>
                </a:lnTo>
                <a:lnTo>
                  <a:pt x="290463" y="1146404"/>
                </a:lnTo>
                <a:lnTo>
                  <a:pt x="268659" y="1186145"/>
                </a:lnTo>
                <a:lnTo>
                  <a:pt x="247627" y="1226371"/>
                </a:lnTo>
                <a:lnTo>
                  <a:pt x="227376" y="1267070"/>
                </a:lnTo>
                <a:lnTo>
                  <a:pt x="207917" y="1308233"/>
                </a:lnTo>
                <a:lnTo>
                  <a:pt x="189259" y="1349849"/>
                </a:lnTo>
                <a:lnTo>
                  <a:pt x="171413" y="1391909"/>
                </a:lnTo>
                <a:lnTo>
                  <a:pt x="154389" y="1434402"/>
                </a:lnTo>
                <a:lnTo>
                  <a:pt x="138197" y="1477318"/>
                </a:lnTo>
                <a:lnTo>
                  <a:pt x="122847" y="1520646"/>
                </a:lnTo>
                <a:lnTo>
                  <a:pt x="108350" y="1564377"/>
                </a:lnTo>
                <a:lnTo>
                  <a:pt x="94714" y="1608501"/>
                </a:lnTo>
                <a:lnTo>
                  <a:pt x="81951" y="1653006"/>
                </a:lnTo>
                <a:lnTo>
                  <a:pt x="70070" y="1697884"/>
                </a:lnTo>
                <a:lnTo>
                  <a:pt x="59082" y="1743123"/>
                </a:lnTo>
                <a:lnTo>
                  <a:pt x="48996" y="1788713"/>
                </a:lnTo>
                <a:lnTo>
                  <a:pt x="39823" y="1834646"/>
                </a:lnTo>
                <a:lnTo>
                  <a:pt x="31572" y="1880909"/>
                </a:lnTo>
                <a:lnTo>
                  <a:pt x="24255" y="1927493"/>
                </a:lnTo>
                <a:lnTo>
                  <a:pt x="17880" y="1974388"/>
                </a:lnTo>
                <a:lnTo>
                  <a:pt x="12459" y="2021583"/>
                </a:lnTo>
                <a:lnTo>
                  <a:pt x="8000" y="2069069"/>
                </a:lnTo>
                <a:lnTo>
                  <a:pt x="4515" y="2116835"/>
                </a:lnTo>
                <a:lnTo>
                  <a:pt x="2013" y="2164870"/>
                </a:lnTo>
                <a:lnTo>
                  <a:pt x="505" y="2213166"/>
                </a:lnTo>
                <a:lnTo>
                  <a:pt x="0" y="2261711"/>
                </a:lnTo>
                <a:lnTo>
                  <a:pt x="48015" y="2261200"/>
                </a:lnTo>
                <a:lnTo>
                  <a:pt x="95785" y="2259675"/>
                </a:lnTo>
                <a:lnTo>
                  <a:pt x="143297" y="2257145"/>
                </a:lnTo>
                <a:lnTo>
                  <a:pt x="190542" y="2253622"/>
                </a:lnTo>
                <a:lnTo>
                  <a:pt x="237510" y="2249114"/>
                </a:lnTo>
                <a:lnTo>
                  <a:pt x="284191" y="2243633"/>
                </a:lnTo>
                <a:lnTo>
                  <a:pt x="330575" y="2237188"/>
                </a:lnTo>
                <a:lnTo>
                  <a:pt x="376652" y="2229790"/>
                </a:lnTo>
                <a:lnTo>
                  <a:pt x="422411" y="2221449"/>
                </a:lnTo>
                <a:lnTo>
                  <a:pt x="467842" y="2212175"/>
                </a:lnTo>
                <a:lnTo>
                  <a:pt x="512936" y="2201978"/>
                </a:lnTo>
                <a:lnTo>
                  <a:pt x="557682" y="2190868"/>
                </a:lnTo>
                <a:lnTo>
                  <a:pt x="602071" y="2178856"/>
                </a:lnTo>
                <a:lnTo>
                  <a:pt x="646091" y="2165953"/>
                </a:lnTo>
                <a:lnTo>
                  <a:pt x="689734" y="2152167"/>
                </a:lnTo>
                <a:lnTo>
                  <a:pt x="732988" y="2137509"/>
                </a:lnTo>
                <a:lnTo>
                  <a:pt x="775845" y="2121990"/>
                </a:lnTo>
                <a:lnTo>
                  <a:pt x="818293" y="2105620"/>
                </a:lnTo>
                <a:lnTo>
                  <a:pt x="860322" y="2088408"/>
                </a:lnTo>
                <a:lnTo>
                  <a:pt x="901924" y="2070366"/>
                </a:lnTo>
                <a:lnTo>
                  <a:pt x="943087" y="2051502"/>
                </a:lnTo>
                <a:lnTo>
                  <a:pt x="983801" y="2031829"/>
                </a:lnTo>
                <a:lnTo>
                  <a:pt x="1024057" y="2011355"/>
                </a:lnTo>
                <a:lnTo>
                  <a:pt x="1063844" y="1990090"/>
                </a:lnTo>
                <a:lnTo>
                  <a:pt x="1103152" y="1968046"/>
                </a:lnTo>
                <a:lnTo>
                  <a:pt x="1141971" y="1945232"/>
                </a:lnTo>
                <a:lnTo>
                  <a:pt x="1180291" y="1921659"/>
                </a:lnTo>
                <a:lnTo>
                  <a:pt x="1218102" y="1897336"/>
                </a:lnTo>
                <a:lnTo>
                  <a:pt x="1255393" y="1872275"/>
                </a:lnTo>
                <a:lnTo>
                  <a:pt x="1292156" y="1846484"/>
                </a:lnTo>
                <a:lnTo>
                  <a:pt x="1328379" y="1819974"/>
                </a:lnTo>
                <a:lnTo>
                  <a:pt x="1364052" y="1792756"/>
                </a:lnTo>
                <a:lnTo>
                  <a:pt x="1399166" y="1764840"/>
                </a:lnTo>
                <a:lnTo>
                  <a:pt x="1433711" y="1736235"/>
                </a:lnTo>
                <a:lnTo>
                  <a:pt x="1467675" y="1706953"/>
                </a:lnTo>
                <a:lnTo>
                  <a:pt x="1501050" y="1677003"/>
                </a:lnTo>
                <a:lnTo>
                  <a:pt x="1533825" y="1646395"/>
                </a:lnTo>
                <a:lnTo>
                  <a:pt x="1565990" y="1615140"/>
                </a:lnTo>
                <a:lnTo>
                  <a:pt x="1597534" y="1583248"/>
                </a:lnTo>
                <a:lnTo>
                  <a:pt x="1628449" y="1550729"/>
                </a:lnTo>
                <a:lnTo>
                  <a:pt x="1658723" y="1517593"/>
                </a:lnTo>
                <a:lnTo>
                  <a:pt x="1688347" y="1483850"/>
                </a:lnTo>
                <a:lnTo>
                  <a:pt x="1717310" y="1449512"/>
                </a:lnTo>
                <a:lnTo>
                  <a:pt x="1745603" y="1414587"/>
                </a:lnTo>
                <a:lnTo>
                  <a:pt x="1773216" y="1379086"/>
                </a:lnTo>
                <a:lnTo>
                  <a:pt x="1800137" y="1343019"/>
                </a:lnTo>
                <a:lnTo>
                  <a:pt x="1826358" y="1306397"/>
                </a:lnTo>
                <a:lnTo>
                  <a:pt x="1851868" y="1269230"/>
                </a:lnTo>
                <a:lnTo>
                  <a:pt x="1876657" y="1231527"/>
                </a:lnTo>
                <a:lnTo>
                  <a:pt x="1900714" y="1193300"/>
                </a:lnTo>
                <a:lnTo>
                  <a:pt x="1924031" y="1154557"/>
                </a:lnTo>
                <a:lnTo>
                  <a:pt x="1946596" y="1115311"/>
                </a:lnTo>
                <a:lnTo>
                  <a:pt x="1968400" y="1075570"/>
                </a:lnTo>
                <a:lnTo>
                  <a:pt x="1989433" y="1035344"/>
                </a:lnTo>
                <a:lnTo>
                  <a:pt x="2009684" y="994645"/>
                </a:lnTo>
                <a:lnTo>
                  <a:pt x="2029143" y="953482"/>
                </a:lnTo>
                <a:lnTo>
                  <a:pt x="2047801" y="911866"/>
                </a:lnTo>
                <a:lnTo>
                  <a:pt x="2065647" y="869806"/>
                </a:lnTo>
                <a:lnTo>
                  <a:pt x="2082671" y="827313"/>
                </a:lnTo>
                <a:lnTo>
                  <a:pt x="2098863" y="784397"/>
                </a:lnTo>
                <a:lnTo>
                  <a:pt x="2114213" y="741068"/>
                </a:lnTo>
                <a:lnTo>
                  <a:pt x="2128711" y="697337"/>
                </a:lnTo>
                <a:lnTo>
                  <a:pt x="2142347" y="653213"/>
                </a:lnTo>
                <a:lnTo>
                  <a:pt x="2155110" y="608708"/>
                </a:lnTo>
                <a:lnTo>
                  <a:pt x="2166991" y="563830"/>
                </a:lnTo>
                <a:lnTo>
                  <a:pt x="2177980" y="518591"/>
                </a:lnTo>
                <a:lnTo>
                  <a:pt x="2188065" y="473000"/>
                </a:lnTo>
                <a:lnTo>
                  <a:pt x="2197239" y="427068"/>
                </a:lnTo>
                <a:lnTo>
                  <a:pt x="2205489" y="380804"/>
                </a:lnTo>
                <a:lnTo>
                  <a:pt x="2212807" y="334220"/>
                </a:lnTo>
                <a:lnTo>
                  <a:pt x="2219181" y="287325"/>
                </a:lnTo>
                <a:lnTo>
                  <a:pt x="2224603" y="240129"/>
                </a:lnTo>
                <a:lnTo>
                  <a:pt x="2229061" y="192643"/>
                </a:lnTo>
                <a:lnTo>
                  <a:pt x="2232547" y="144877"/>
                </a:lnTo>
                <a:lnTo>
                  <a:pt x="2235049" y="96841"/>
                </a:lnTo>
                <a:lnTo>
                  <a:pt x="2236557" y="48545"/>
                </a:lnTo>
                <a:lnTo>
                  <a:pt x="2237062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4"/>
          <p:cNvSpPr/>
          <p:nvPr/>
        </p:nvSpPr>
        <p:spPr>
          <a:xfrm>
            <a:off x="10497854" y="0"/>
            <a:ext cx="1700199" cy="171902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4"/>
          <p:cNvSpPr/>
          <p:nvPr/>
        </p:nvSpPr>
        <p:spPr>
          <a:xfrm flipH="1">
            <a:off x="8797715" y="2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4"/>
          <p:cNvSpPr/>
          <p:nvPr/>
        </p:nvSpPr>
        <p:spPr>
          <a:xfrm flipH="1">
            <a:off x="8797710" y="0"/>
            <a:ext cx="1700199" cy="171902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4"/>
          <p:cNvSpPr/>
          <p:nvPr/>
        </p:nvSpPr>
        <p:spPr>
          <a:xfrm>
            <a:off x="8797800" y="1718818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CD49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4"/>
          <p:cNvSpPr/>
          <p:nvPr/>
        </p:nvSpPr>
        <p:spPr>
          <a:xfrm>
            <a:off x="8797806" y="1718816"/>
            <a:ext cx="1700199" cy="171902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E888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4"/>
          <p:cNvSpPr/>
          <p:nvPr/>
        </p:nvSpPr>
        <p:spPr>
          <a:xfrm>
            <a:off x="7089122" y="1"/>
            <a:ext cx="1715113" cy="172656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0" y="2261711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7C7C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4"/>
          <p:cNvSpPr/>
          <p:nvPr/>
        </p:nvSpPr>
        <p:spPr>
          <a:xfrm rot="-5400000">
            <a:off x="7087312" y="1724428"/>
            <a:ext cx="1715113" cy="171148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E888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4"/>
          <p:cNvSpPr/>
          <p:nvPr/>
        </p:nvSpPr>
        <p:spPr>
          <a:xfrm rot="-5400000">
            <a:off x="7087310" y="1724422"/>
            <a:ext cx="1715113" cy="171148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4"/>
          <p:cNvSpPr/>
          <p:nvPr/>
        </p:nvSpPr>
        <p:spPr>
          <a:xfrm rot="-5400000" flipH="1">
            <a:off x="10499777" y="3435759"/>
            <a:ext cx="1700200" cy="1703943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E888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4"/>
          <p:cNvSpPr/>
          <p:nvPr/>
        </p:nvSpPr>
        <p:spPr>
          <a:xfrm rot="-5400000" flipH="1">
            <a:off x="10499778" y="3435765"/>
            <a:ext cx="1700199" cy="1703943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D752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4"/>
          <p:cNvSpPr/>
          <p:nvPr/>
        </p:nvSpPr>
        <p:spPr>
          <a:xfrm rot="5400000">
            <a:off x="8796593" y="3436121"/>
            <a:ext cx="1700200" cy="1703943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4"/>
          <p:cNvSpPr/>
          <p:nvPr/>
        </p:nvSpPr>
        <p:spPr>
          <a:xfrm rot="5400000">
            <a:off x="8796595" y="3436125"/>
            <a:ext cx="1700199" cy="1703943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E888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4"/>
          <p:cNvSpPr/>
          <p:nvPr/>
        </p:nvSpPr>
        <p:spPr>
          <a:xfrm rot="-5400000" flipH="1">
            <a:off x="7099585" y="3435759"/>
            <a:ext cx="1700200" cy="1703943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4"/>
          <p:cNvSpPr/>
          <p:nvPr/>
        </p:nvSpPr>
        <p:spPr>
          <a:xfrm rot="-5400000" flipH="1">
            <a:off x="7099585" y="3435765"/>
            <a:ext cx="1700199" cy="1703943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4"/>
          <p:cNvSpPr/>
          <p:nvPr/>
        </p:nvSpPr>
        <p:spPr>
          <a:xfrm>
            <a:off x="10489204" y="5140154"/>
            <a:ext cx="1714797" cy="1719021"/>
          </a:xfrm>
          <a:custGeom>
            <a:avLst/>
            <a:gdLst/>
            <a:ahLst/>
            <a:cxnLst/>
            <a:rect l="l" t="t" r="r" b="b"/>
            <a:pathLst>
              <a:path w="2207894" h="2261870" extrusionOk="0">
                <a:moveTo>
                  <a:pt x="2207608" y="2261711"/>
                </a:moveTo>
                <a:lnTo>
                  <a:pt x="2207608" y="0"/>
                </a:lnTo>
                <a:lnTo>
                  <a:pt x="0" y="0"/>
                </a:lnTo>
                <a:lnTo>
                  <a:pt x="0" y="2261711"/>
                </a:lnTo>
                <a:lnTo>
                  <a:pt x="2207608" y="2261711"/>
                </a:lnTo>
                <a:close/>
              </a:path>
            </a:pathLst>
          </a:custGeom>
          <a:solidFill>
            <a:srgbClr val="7C7C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4"/>
          <p:cNvSpPr/>
          <p:nvPr/>
        </p:nvSpPr>
        <p:spPr>
          <a:xfrm>
            <a:off x="7097675" y="5138343"/>
            <a:ext cx="1700200" cy="1719021"/>
          </a:xfrm>
          <a:custGeom>
            <a:avLst/>
            <a:gdLst/>
            <a:ahLst/>
            <a:cxnLst/>
            <a:rect l="l" t="t" r="r" b="b"/>
            <a:pathLst>
              <a:path w="2237105" h="2261870" extrusionOk="0">
                <a:moveTo>
                  <a:pt x="0" y="0"/>
                </a:moveTo>
                <a:lnTo>
                  <a:pt x="0" y="2261711"/>
                </a:lnTo>
                <a:lnTo>
                  <a:pt x="2237062" y="2261711"/>
                </a:lnTo>
                <a:lnTo>
                  <a:pt x="2236557" y="2213166"/>
                </a:lnTo>
                <a:lnTo>
                  <a:pt x="2235049" y="2164870"/>
                </a:lnTo>
                <a:lnTo>
                  <a:pt x="2232547" y="2116835"/>
                </a:lnTo>
                <a:lnTo>
                  <a:pt x="2229061" y="2069069"/>
                </a:lnTo>
                <a:lnTo>
                  <a:pt x="2224603" y="2021583"/>
                </a:lnTo>
                <a:lnTo>
                  <a:pt x="2219181" y="1974388"/>
                </a:lnTo>
                <a:lnTo>
                  <a:pt x="2212807" y="1927493"/>
                </a:lnTo>
                <a:lnTo>
                  <a:pt x="2205489" y="1880909"/>
                </a:lnTo>
                <a:lnTo>
                  <a:pt x="2197239" y="1834646"/>
                </a:lnTo>
                <a:lnTo>
                  <a:pt x="2188065" y="1788713"/>
                </a:lnTo>
                <a:lnTo>
                  <a:pt x="2177980" y="1743123"/>
                </a:lnTo>
                <a:lnTo>
                  <a:pt x="2166991" y="1697884"/>
                </a:lnTo>
                <a:lnTo>
                  <a:pt x="2155110" y="1653006"/>
                </a:lnTo>
                <a:lnTo>
                  <a:pt x="2142347" y="1608501"/>
                </a:lnTo>
                <a:lnTo>
                  <a:pt x="2128711" y="1564377"/>
                </a:lnTo>
                <a:lnTo>
                  <a:pt x="2114213" y="1520646"/>
                </a:lnTo>
                <a:lnTo>
                  <a:pt x="2098863" y="1477318"/>
                </a:lnTo>
                <a:lnTo>
                  <a:pt x="2082671" y="1434402"/>
                </a:lnTo>
                <a:lnTo>
                  <a:pt x="2065647" y="1391909"/>
                </a:lnTo>
                <a:lnTo>
                  <a:pt x="2047801" y="1349849"/>
                </a:lnTo>
                <a:lnTo>
                  <a:pt x="2029143" y="1308233"/>
                </a:lnTo>
                <a:lnTo>
                  <a:pt x="2009684" y="1267070"/>
                </a:lnTo>
                <a:lnTo>
                  <a:pt x="1989433" y="1226371"/>
                </a:lnTo>
                <a:lnTo>
                  <a:pt x="1968400" y="1186145"/>
                </a:lnTo>
                <a:lnTo>
                  <a:pt x="1946596" y="1146404"/>
                </a:lnTo>
                <a:lnTo>
                  <a:pt x="1924031" y="1107157"/>
                </a:lnTo>
                <a:lnTo>
                  <a:pt x="1900714" y="1068415"/>
                </a:lnTo>
                <a:lnTo>
                  <a:pt x="1876657" y="1030188"/>
                </a:lnTo>
                <a:lnTo>
                  <a:pt x="1851868" y="992485"/>
                </a:lnTo>
                <a:lnTo>
                  <a:pt x="1826358" y="955318"/>
                </a:lnTo>
                <a:lnTo>
                  <a:pt x="1800137" y="918695"/>
                </a:lnTo>
                <a:lnTo>
                  <a:pt x="1773216" y="882629"/>
                </a:lnTo>
                <a:lnTo>
                  <a:pt x="1745603" y="847128"/>
                </a:lnTo>
                <a:lnTo>
                  <a:pt x="1717310" y="812203"/>
                </a:lnTo>
                <a:lnTo>
                  <a:pt x="1688347" y="777864"/>
                </a:lnTo>
                <a:lnTo>
                  <a:pt x="1658723" y="744122"/>
                </a:lnTo>
                <a:lnTo>
                  <a:pt x="1628449" y="710986"/>
                </a:lnTo>
                <a:lnTo>
                  <a:pt x="1597534" y="678467"/>
                </a:lnTo>
                <a:lnTo>
                  <a:pt x="1565990" y="646574"/>
                </a:lnTo>
                <a:lnTo>
                  <a:pt x="1533825" y="615319"/>
                </a:lnTo>
                <a:lnTo>
                  <a:pt x="1501050" y="584711"/>
                </a:lnTo>
                <a:lnTo>
                  <a:pt x="1467675" y="554761"/>
                </a:lnTo>
                <a:lnTo>
                  <a:pt x="1433711" y="525478"/>
                </a:lnTo>
                <a:lnTo>
                  <a:pt x="1399166" y="496874"/>
                </a:lnTo>
                <a:lnTo>
                  <a:pt x="1364052" y="468957"/>
                </a:lnTo>
                <a:lnTo>
                  <a:pt x="1328379" y="441739"/>
                </a:lnTo>
                <a:lnTo>
                  <a:pt x="1292156" y="415229"/>
                </a:lnTo>
                <a:lnTo>
                  <a:pt x="1255393" y="389438"/>
                </a:lnTo>
                <a:lnTo>
                  <a:pt x="1218102" y="364376"/>
                </a:lnTo>
                <a:lnTo>
                  <a:pt x="1180291" y="340054"/>
                </a:lnTo>
                <a:lnTo>
                  <a:pt x="1141971" y="316480"/>
                </a:lnTo>
                <a:lnTo>
                  <a:pt x="1103152" y="293666"/>
                </a:lnTo>
                <a:lnTo>
                  <a:pt x="1063844" y="271622"/>
                </a:lnTo>
                <a:lnTo>
                  <a:pt x="1024057" y="250358"/>
                </a:lnTo>
                <a:lnTo>
                  <a:pt x="983801" y="229883"/>
                </a:lnTo>
                <a:lnTo>
                  <a:pt x="943087" y="210210"/>
                </a:lnTo>
                <a:lnTo>
                  <a:pt x="901924" y="191346"/>
                </a:lnTo>
                <a:lnTo>
                  <a:pt x="860322" y="173304"/>
                </a:lnTo>
                <a:lnTo>
                  <a:pt x="818293" y="156092"/>
                </a:lnTo>
                <a:lnTo>
                  <a:pt x="775845" y="139721"/>
                </a:lnTo>
                <a:lnTo>
                  <a:pt x="732988" y="124202"/>
                </a:lnTo>
                <a:lnTo>
                  <a:pt x="689734" y="109545"/>
                </a:lnTo>
                <a:lnTo>
                  <a:pt x="646091" y="95759"/>
                </a:lnTo>
                <a:lnTo>
                  <a:pt x="602071" y="82855"/>
                </a:lnTo>
                <a:lnTo>
                  <a:pt x="557682" y="70843"/>
                </a:lnTo>
                <a:lnTo>
                  <a:pt x="512936" y="59733"/>
                </a:lnTo>
                <a:lnTo>
                  <a:pt x="467842" y="49536"/>
                </a:lnTo>
                <a:lnTo>
                  <a:pt x="422411" y="40262"/>
                </a:lnTo>
                <a:lnTo>
                  <a:pt x="376652" y="31921"/>
                </a:lnTo>
                <a:lnTo>
                  <a:pt x="330575" y="24522"/>
                </a:lnTo>
                <a:lnTo>
                  <a:pt x="284191" y="18078"/>
                </a:lnTo>
                <a:lnTo>
                  <a:pt x="237510" y="12596"/>
                </a:lnTo>
                <a:lnTo>
                  <a:pt x="190542" y="8089"/>
                </a:lnTo>
                <a:lnTo>
                  <a:pt x="143297" y="4565"/>
                </a:lnTo>
                <a:lnTo>
                  <a:pt x="95785" y="2035"/>
                </a:lnTo>
                <a:lnTo>
                  <a:pt x="48015" y="510"/>
                </a:lnTo>
                <a:lnTo>
                  <a:pt x="0" y="0"/>
                </a:lnTo>
                <a:close/>
              </a:path>
            </a:pathLst>
          </a:custGeom>
          <a:solidFill>
            <a:srgbClr val="D752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4"/>
          <p:cNvSpPr/>
          <p:nvPr/>
        </p:nvSpPr>
        <p:spPr>
          <a:xfrm>
            <a:off x="8797745" y="5138346"/>
            <a:ext cx="1700199" cy="171902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0" y="2261711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4646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4"/>
          <p:cNvSpPr/>
          <p:nvPr/>
        </p:nvSpPr>
        <p:spPr>
          <a:xfrm>
            <a:off x="7097681" y="5138342"/>
            <a:ext cx="1700199" cy="1719021"/>
          </a:xfrm>
          <a:custGeom>
            <a:avLst/>
            <a:gdLst/>
            <a:ahLst/>
            <a:cxnLst/>
            <a:rect l="l" t="t" r="r" b="b"/>
            <a:pathLst>
              <a:path w="2237104" h="2261870" extrusionOk="0">
                <a:moveTo>
                  <a:pt x="2237062" y="0"/>
                </a:moveTo>
                <a:lnTo>
                  <a:pt x="0" y="0"/>
                </a:lnTo>
                <a:lnTo>
                  <a:pt x="48016" y="510"/>
                </a:lnTo>
                <a:lnTo>
                  <a:pt x="95785" y="2035"/>
                </a:lnTo>
                <a:lnTo>
                  <a:pt x="143298" y="4565"/>
                </a:lnTo>
                <a:lnTo>
                  <a:pt x="190544" y="8089"/>
                </a:lnTo>
                <a:lnTo>
                  <a:pt x="237512" y="12596"/>
                </a:lnTo>
                <a:lnTo>
                  <a:pt x="284194" y="18078"/>
                </a:lnTo>
                <a:lnTo>
                  <a:pt x="330578" y="24522"/>
                </a:lnTo>
                <a:lnTo>
                  <a:pt x="376654" y="31921"/>
                </a:lnTo>
                <a:lnTo>
                  <a:pt x="422414" y="40262"/>
                </a:lnTo>
                <a:lnTo>
                  <a:pt x="467845" y="49536"/>
                </a:lnTo>
                <a:lnTo>
                  <a:pt x="512939" y="59733"/>
                </a:lnTo>
                <a:lnTo>
                  <a:pt x="557686" y="70843"/>
                </a:lnTo>
                <a:lnTo>
                  <a:pt x="602074" y="82855"/>
                </a:lnTo>
                <a:lnTo>
                  <a:pt x="646095" y="95759"/>
                </a:lnTo>
                <a:lnTo>
                  <a:pt x="689738" y="109545"/>
                </a:lnTo>
                <a:lnTo>
                  <a:pt x="732992" y="124202"/>
                </a:lnTo>
                <a:lnTo>
                  <a:pt x="775849" y="139721"/>
                </a:lnTo>
                <a:lnTo>
                  <a:pt x="818297" y="156092"/>
                </a:lnTo>
                <a:lnTo>
                  <a:pt x="860327" y="173304"/>
                </a:lnTo>
                <a:lnTo>
                  <a:pt x="901928" y="191346"/>
                </a:lnTo>
                <a:lnTo>
                  <a:pt x="943091" y="210210"/>
                </a:lnTo>
                <a:lnTo>
                  <a:pt x="983806" y="229883"/>
                </a:lnTo>
                <a:lnTo>
                  <a:pt x="1024061" y="250358"/>
                </a:lnTo>
                <a:lnTo>
                  <a:pt x="1063848" y="271622"/>
                </a:lnTo>
                <a:lnTo>
                  <a:pt x="1103156" y="293666"/>
                </a:lnTo>
                <a:lnTo>
                  <a:pt x="1141975" y="316480"/>
                </a:lnTo>
                <a:lnTo>
                  <a:pt x="1180295" y="340054"/>
                </a:lnTo>
                <a:lnTo>
                  <a:pt x="1218106" y="364376"/>
                </a:lnTo>
                <a:lnTo>
                  <a:pt x="1255398" y="389438"/>
                </a:lnTo>
                <a:lnTo>
                  <a:pt x="1292160" y="415229"/>
                </a:lnTo>
                <a:lnTo>
                  <a:pt x="1328383" y="441739"/>
                </a:lnTo>
                <a:lnTo>
                  <a:pt x="1364057" y="468957"/>
                </a:lnTo>
                <a:lnTo>
                  <a:pt x="1399171" y="496874"/>
                </a:lnTo>
                <a:lnTo>
                  <a:pt x="1433715" y="525478"/>
                </a:lnTo>
                <a:lnTo>
                  <a:pt x="1467679" y="554761"/>
                </a:lnTo>
                <a:lnTo>
                  <a:pt x="1501054" y="584711"/>
                </a:lnTo>
                <a:lnTo>
                  <a:pt x="1533829" y="615319"/>
                </a:lnTo>
                <a:lnTo>
                  <a:pt x="1565994" y="646574"/>
                </a:lnTo>
                <a:lnTo>
                  <a:pt x="1597538" y="678467"/>
                </a:lnTo>
                <a:lnTo>
                  <a:pt x="1628453" y="710986"/>
                </a:lnTo>
                <a:lnTo>
                  <a:pt x="1658727" y="744122"/>
                </a:lnTo>
                <a:lnTo>
                  <a:pt x="1688351" y="777864"/>
                </a:lnTo>
                <a:lnTo>
                  <a:pt x="1717314" y="812203"/>
                </a:lnTo>
                <a:lnTo>
                  <a:pt x="1745607" y="847128"/>
                </a:lnTo>
                <a:lnTo>
                  <a:pt x="1773219" y="882629"/>
                </a:lnTo>
                <a:lnTo>
                  <a:pt x="1800140" y="918695"/>
                </a:lnTo>
                <a:lnTo>
                  <a:pt x="1826361" y="955318"/>
                </a:lnTo>
                <a:lnTo>
                  <a:pt x="1851870" y="992485"/>
                </a:lnTo>
                <a:lnTo>
                  <a:pt x="1876659" y="1030188"/>
                </a:lnTo>
                <a:lnTo>
                  <a:pt x="1900717" y="1068415"/>
                </a:lnTo>
                <a:lnTo>
                  <a:pt x="1924033" y="1107157"/>
                </a:lnTo>
                <a:lnTo>
                  <a:pt x="1946598" y="1146404"/>
                </a:lnTo>
                <a:lnTo>
                  <a:pt x="1968402" y="1186145"/>
                </a:lnTo>
                <a:lnTo>
                  <a:pt x="1989435" y="1226371"/>
                </a:lnTo>
                <a:lnTo>
                  <a:pt x="2009686" y="1267070"/>
                </a:lnTo>
                <a:lnTo>
                  <a:pt x="2029145" y="1308233"/>
                </a:lnTo>
                <a:lnTo>
                  <a:pt x="2047803" y="1349849"/>
                </a:lnTo>
                <a:lnTo>
                  <a:pt x="2065648" y="1391909"/>
                </a:lnTo>
                <a:lnTo>
                  <a:pt x="2082672" y="1434402"/>
                </a:lnTo>
                <a:lnTo>
                  <a:pt x="2098864" y="1477318"/>
                </a:lnTo>
                <a:lnTo>
                  <a:pt x="2114214" y="1520646"/>
                </a:lnTo>
                <a:lnTo>
                  <a:pt x="2128712" y="1564377"/>
                </a:lnTo>
                <a:lnTo>
                  <a:pt x="2142348" y="1608501"/>
                </a:lnTo>
                <a:lnTo>
                  <a:pt x="2155111" y="1653006"/>
                </a:lnTo>
                <a:lnTo>
                  <a:pt x="2166992" y="1697884"/>
                </a:lnTo>
                <a:lnTo>
                  <a:pt x="2177980" y="1743123"/>
                </a:lnTo>
                <a:lnTo>
                  <a:pt x="2188066" y="1788713"/>
                </a:lnTo>
                <a:lnTo>
                  <a:pt x="2197239" y="1834646"/>
                </a:lnTo>
                <a:lnTo>
                  <a:pt x="2205489" y="1880909"/>
                </a:lnTo>
                <a:lnTo>
                  <a:pt x="2212807" y="1927493"/>
                </a:lnTo>
                <a:lnTo>
                  <a:pt x="2219181" y="1974388"/>
                </a:lnTo>
                <a:lnTo>
                  <a:pt x="2224603" y="2021583"/>
                </a:lnTo>
                <a:lnTo>
                  <a:pt x="2229061" y="2069069"/>
                </a:lnTo>
                <a:lnTo>
                  <a:pt x="2232547" y="2116835"/>
                </a:lnTo>
                <a:lnTo>
                  <a:pt x="2235049" y="2164870"/>
                </a:lnTo>
                <a:lnTo>
                  <a:pt x="2236557" y="2213166"/>
                </a:lnTo>
                <a:lnTo>
                  <a:pt x="2237062" y="2261711"/>
                </a:lnTo>
                <a:lnTo>
                  <a:pt x="2237062" y="0"/>
                </a:ln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84"/>
          <p:cNvPicPr preferRelativeResize="0"/>
          <p:nvPr/>
        </p:nvPicPr>
        <p:blipFill rotWithShape="1">
          <a:blip r:embed="rId2">
            <a:alphaModFix/>
          </a:blip>
          <a:srcRect t="1210" b="1190"/>
          <a:stretch/>
        </p:blipFill>
        <p:spPr>
          <a:xfrm>
            <a:off x="179859" y="406831"/>
            <a:ext cx="1526221" cy="1259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779916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71.xml"/><Relationship Id="rId60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3.xml"/><Relationship Id="rId62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5.xml"/><Relationship Id="rId64" Type="http://schemas.openxmlformats.org/officeDocument/2006/relationships/slideLayout" Target="../slideLayouts/slideLayout76.xml"/><Relationship Id="rId65" Type="http://schemas.openxmlformats.org/officeDocument/2006/relationships/slideLayout" Target="../slideLayouts/slideLayout77.xml"/><Relationship Id="rId66" Type="http://schemas.openxmlformats.org/officeDocument/2006/relationships/slideLayout" Target="../slideLayouts/slideLayout78.xml"/><Relationship Id="rId67" Type="http://schemas.openxmlformats.org/officeDocument/2006/relationships/slideLayout" Target="../slideLayouts/slideLayout79.xml"/><Relationship Id="rId68" Type="http://schemas.openxmlformats.org/officeDocument/2006/relationships/slideLayout" Target="../slideLayouts/slideLayout80.xml"/><Relationship Id="rId69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2.xml"/><Relationship Id="rId71" Type="http://schemas.openxmlformats.org/officeDocument/2006/relationships/slideLayout" Target="../slideLayouts/slideLayout83.xml"/><Relationship Id="rId72" Type="http://schemas.openxmlformats.org/officeDocument/2006/relationships/slideLayout" Target="../slideLayouts/slideLayout84.xml"/><Relationship Id="rId73" Type="http://schemas.openxmlformats.org/officeDocument/2006/relationships/slideLayout" Target="../slideLayouts/slideLayout85.xml"/><Relationship Id="rId74" Type="http://schemas.openxmlformats.org/officeDocument/2006/relationships/slideLayout" Target="../slideLayouts/slideLayout86.xml"/><Relationship Id="rId75" Type="http://schemas.openxmlformats.org/officeDocument/2006/relationships/slideLayout" Target="../slideLayouts/slideLayout87.xml"/><Relationship Id="rId76" Type="http://schemas.openxmlformats.org/officeDocument/2006/relationships/slideLayout" Target="../slideLayouts/slideLayout88.xml"/><Relationship Id="rId77" Type="http://schemas.openxmlformats.org/officeDocument/2006/relationships/slideLayout" Target="../slideLayouts/slideLayout89.xml"/><Relationship Id="rId78" Type="http://schemas.openxmlformats.org/officeDocument/2006/relationships/slideLayout" Target="../slideLayouts/slideLayout90.xml"/><Relationship Id="rId79" Type="http://schemas.openxmlformats.org/officeDocument/2006/relationships/slideLayout" Target="../slideLayouts/slideLayout91.xml"/><Relationship Id="rId80" Type="http://schemas.openxmlformats.org/officeDocument/2006/relationships/slideLayout" Target="../slideLayouts/slideLayout92.xml"/><Relationship Id="rId81" Type="http://schemas.openxmlformats.org/officeDocument/2006/relationships/slideLayout" Target="../slideLayouts/slideLayout93.xml"/><Relationship Id="rId82" Type="http://schemas.openxmlformats.org/officeDocument/2006/relationships/slideLayout" Target="../slideLayouts/slideLayout94.xml"/><Relationship Id="rId83" Type="http://schemas.openxmlformats.org/officeDocument/2006/relationships/slideLayout" Target="../slideLayouts/slideLayout95.xml"/><Relationship Id="rId84" Type="http://schemas.openxmlformats.org/officeDocument/2006/relationships/slideLayout" Target="../slideLayouts/slideLayout96.xml"/><Relationship Id="rId85" Type="http://schemas.openxmlformats.org/officeDocument/2006/relationships/slideLayout" Target="../slideLayouts/slideLayout97.xml"/><Relationship Id="rId86" Type="http://schemas.openxmlformats.org/officeDocument/2006/relationships/slideLayout" Target="../slideLayouts/slideLayout98.xml"/><Relationship Id="rId87" Type="http://schemas.openxmlformats.org/officeDocument/2006/relationships/slideLayout" Target="../slideLayouts/slideLayout99.xml"/><Relationship Id="rId88" Type="http://schemas.openxmlformats.org/officeDocument/2006/relationships/slideLayout" Target="../slideLayouts/slideLayout100.xml"/><Relationship Id="rId89" Type="http://schemas.openxmlformats.org/officeDocument/2006/relationships/slideLayout" Target="../slideLayouts/slideLayout101.xml"/><Relationship Id="rId90" Type="http://schemas.openxmlformats.org/officeDocument/2006/relationships/slideLayout" Target="../slideLayouts/slideLayout102.xml"/><Relationship Id="rId91" Type="http://schemas.openxmlformats.org/officeDocument/2006/relationships/slideLayout" Target="../slideLayouts/slideLayout103.xml"/><Relationship Id="rId92" Type="http://schemas.openxmlformats.org/officeDocument/2006/relationships/slideLayout" Target="../slideLayouts/slideLayout104.xml"/><Relationship Id="rId93" Type="http://schemas.openxmlformats.org/officeDocument/2006/relationships/slideLayout" Target="../slideLayouts/slideLayout105.xml"/><Relationship Id="rId94" Type="http://schemas.openxmlformats.org/officeDocument/2006/relationships/slideLayout" Target="../slideLayouts/slideLayout106.xml"/><Relationship Id="rId95" Type="http://schemas.openxmlformats.org/officeDocument/2006/relationships/slideLayout" Target="../slideLayouts/slideLayout107.xml"/><Relationship Id="rId96" Type="http://schemas.openxmlformats.org/officeDocument/2006/relationships/slideLayout" Target="../slideLayouts/slideLayout108.xml"/><Relationship Id="rId97" Type="http://schemas.openxmlformats.org/officeDocument/2006/relationships/slideLayout" Target="../slideLayouts/slideLayout109.xml"/><Relationship Id="rId98" Type="http://schemas.openxmlformats.org/officeDocument/2006/relationships/slideLayout" Target="../slideLayouts/slideLayout110.xml"/><Relationship Id="rId99" Type="http://schemas.openxmlformats.org/officeDocument/2006/relationships/slideLayout" Target="../slideLayouts/slideLayout111.xml"/><Relationship Id="rId100" Type="http://schemas.openxmlformats.org/officeDocument/2006/relationships/slideLayout" Target="../slideLayouts/slideLayout112.xml"/><Relationship Id="rId101" Type="http://schemas.openxmlformats.org/officeDocument/2006/relationships/slideLayout" Target="../slideLayouts/slideLayout113.xml"/><Relationship Id="rId102" Type="http://schemas.openxmlformats.org/officeDocument/2006/relationships/slideLayout" Target="../slideLayouts/slideLayout114.xml"/><Relationship Id="rId10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42913" y="432001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11306000" cy="4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" name="Google Shape;9;p1"/>
          <p:cNvSpPr txBox="1"/>
          <p:nvPr/>
        </p:nvSpPr>
        <p:spPr>
          <a:xfrm>
            <a:off x="442913" y="649224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AgentGuard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442913" y="6355080"/>
            <a:ext cx="54740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Title [View &gt; Master and edit/delete on very top slide master]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218488" y="635508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 [View &gt; Master and edit/delete on very top slide master]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44170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07" r:id="rId34"/>
    <p:sldLayoutId id="2147483708" r:id="rId35"/>
    <p:sldLayoutId id="2147483709" r:id="rId36"/>
    <p:sldLayoutId id="2147483710" r:id="rId37"/>
    <p:sldLayoutId id="2147483711" r:id="rId38"/>
    <p:sldLayoutId id="2147483712" r:id="rId39"/>
    <p:sldLayoutId id="2147483713" r:id="rId40"/>
    <p:sldLayoutId id="2147483714" r:id="rId41"/>
    <p:sldLayoutId id="2147483715" r:id="rId42"/>
    <p:sldLayoutId id="2147483716" r:id="rId43"/>
    <p:sldLayoutId id="2147483717" r:id="rId44"/>
    <p:sldLayoutId id="2147483718" r:id="rId45"/>
    <p:sldLayoutId id="2147483719" r:id="rId46"/>
    <p:sldLayoutId id="2147483720" r:id="rId47"/>
    <p:sldLayoutId id="2147483721" r:id="rId48"/>
    <p:sldLayoutId id="2147483722" r:id="rId49"/>
    <p:sldLayoutId id="2147483723" r:id="rId50"/>
    <p:sldLayoutId id="2147483726" r:id="rId51"/>
    <p:sldLayoutId id="2147483727" r:id="rId52"/>
    <p:sldLayoutId id="2147483728" r:id="rId53"/>
    <p:sldLayoutId id="2147483729" r:id="rId54"/>
    <p:sldLayoutId id="2147483730" r:id="rId55"/>
    <p:sldLayoutId id="2147483731" r:id="rId56"/>
    <p:sldLayoutId id="2147483732" r:id="rId57"/>
    <p:sldLayoutId id="2147483733" r:id="rId58"/>
    <p:sldLayoutId id="2147483734" r:id="rId59"/>
    <p:sldLayoutId id="2147483735" r:id="rId60"/>
    <p:sldLayoutId id="2147483736" r:id="rId61"/>
    <p:sldLayoutId id="2147483737" r:id="rId62"/>
    <p:sldLayoutId id="2147483738" r:id="rId63"/>
    <p:sldLayoutId id="2147483739" r:id="rId64"/>
    <p:sldLayoutId id="2147483741" r:id="rId65"/>
    <p:sldLayoutId id="2147483742" r:id="rId66"/>
    <p:sldLayoutId id="2147483743" r:id="rId67"/>
    <p:sldLayoutId id="2147483744" r:id="rId68"/>
    <p:sldLayoutId id="2147483745" r:id="rId69"/>
    <p:sldLayoutId id="2147483746" r:id="rId70"/>
    <p:sldLayoutId id="2147483747" r:id="rId71"/>
    <p:sldLayoutId id="2147483748" r:id="rId72"/>
    <p:sldLayoutId id="2147483749" r:id="rId73"/>
    <p:sldLayoutId id="2147483750" r:id="rId74"/>
    <p:sldLayoutId id="2147483751" r:id="rId75"/>
    <p:sldLayoutId id="2147483752" r:id="rId76"/>
    <p:sldLayoutId id="2147483753" r:id="rId77"/>
    <p:sldLayoutId id="2147483754" r:id="rId78"/>
    <p:sldLayoutId id="2147483755" r:id="rId79"/>
    <p:sldLayoutId id="2147483756" r:id="rId80"/>
    <p:sldLayoutId id="2147483757" r:id="rId81"/>
    <p:sldLayoutId id="2147483758" r:id="rId82"/>
    <p:sldLayoutId id="2147483759" r:id="rId83"/>
    <p:sldLayoutId id="2147483760" r:id="rId84"/>
    <p:sldLayoutId id="2147483761" r:id="rId85"/>
    <p:sldLayoutId id="2147483762" r:id="rId86"/>
    <p:sldLayoutId id="2147483763" r:id="rId87"/>
    <p:sldLayoutId id="2147483764" r:id="rId88"/>
    <p:sldLayoutId id="2147483765" r:id="rId89"/>
    <p:sldLayoutId id="2147483766" r:id="rId90"/>
    <p:sldLayoutId id="2147483767" r:id="rId91"/>
    <p:sldLayoutId id="2147483768" r:id="rId92"/>
    <p:sldLayoutId id="2147483769" r:id="rId93"/>
    <p:sldLayoutId id="2147483770" r:id="rId94"/>
    <p:sldLayoutId id="2147483772" r:id="rId95"/>
    <p:sldLayoutId id="2147483773" r:id="rId96"/>
    <p:sldLayoutId id="2147483774" r:id="rId97"/>
    <p:sldLayoutId id="2147483775" r:id="rId98"/>
    <p:sldLayoutId id="2147483776" r:id="rId99"/>
    <p:sldLayoutId id="2147483777" r:id="rId100"/>
    <p:sldLayoutId id="2147483778" r:id="rId101"/>
    <p:sldLayoutId id="2147483779" r:id="rId10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209">
          <p15:clr>
            <a:srgbClr val="F26B43"/>
          </p15:clr>
        </p15:guide>
        <p15:guide id="3" pos="5551">
          <p15:clr>
            <a:srgbClr val="F26B43"/>
          </p15:clr>
        </p15:guide>
        <p15:guide id="4" pos="2965">
          <p15:clr>
            <a:srgbClr val="F26B43"/>
          </p15:clr>
        </p15:guide>
        <p15:guide id="5" pos="2795">
          <p15:clr>
            <a:srgbClr val="F26B43"/>
          </p15:clr>
        </p15:guide>
        <p15:guide id="6" orient="horz" pos="2916">
          <p15:clr>
            <a:srgbClr val="F26B43"/>
          </p15:clr>
        </p15:guide>
        <p15:guide id="7" pos="2045">
          <p15:clr>
            <a:srgbClr val="F26B43"/>
          </p15:clr>
        </p15:guide>
        <p15:guide id="8" pos="1877">
          <p15:clr>
            <a:srgbClr val="F26B43"/>
          </p15:clr>
        </p15:guide>
        <p15:guide id="9" pos="3714">
          <p15:clr>
            <a:srgbClr val="F26B43"/>
          </p15:clr>
        </p15:guide>
        <p15:guide id="10" pos="3883">
          <p15:clr>
            <a:srgbClr val="F26B43"/>
          </p15:clr>
        </p15:guide>
        <p15:guide id="11" orient="horz" pos="1620">
          <p15:clr>
            <a:srgbClr val="F26B43"/>
          </p15:clr>
        </p15:guide>
        <p15:guide id="12" orient="horz" pos="994">
          <p15:clr>
            <a:srgbClr val="F26B43"/>
          </p15:clr>
        </p15:guide>
        <p15:guide id="13" orient="horz" pos="859">
          <p15:clr>
            <a:srgbClr val="F26B43"/>
          </p15:clr>
        </p15:guide>
        <p15:guide id="14" orient="horz" pos="203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ites.google.com/pwc.com/reinventing-future-campaign/rtf-overview/take-on-tomorrow?authuser=0" TargetMode="External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hyperlink" Target="https://sites.google.com/pwc.com/workbench" TargetMode="External"/><Relationship Id="rId5" Type="http://schemas.openxmlformats.org/officeDocument/2006/relationships/hyperlink" Target="https://sites.google.com/pwc.com/workbench/resources/videos" TargetMode="External"/><Relationship Id="rId6" Type="http://schemas.openxmlformats.org/officeDocument/2006/relationships/hyperlink" Target="https://sites.google.com/pwc.com/advisory-tmt-vertical-team/digitizing-tmt" TargetMode="External"/><Relationship Id="rId7" Type="http://schemas.openxmlformats.org/officeDocument/2006/relationships/hyperlink" Target="https://pwc-americasmc-us.webex.com/webappng/sites/pwc-americasmc-us/recording/play/fca6ad9bc98349f28b2ab775001a44e4" TargetMode="External"/><Relationship Id="rId8" Type="http://schemas.openxmlformats.org/officeDocument/2006/relationships/hyperlink" Target="https://sites.google.com/pwc.com/digital-accelerators-us/digital-accelerators-directory" TargetMode="External"/><Relationship Id="rId9" Type="http://schemas.openxmlformats.org/officeDocument/2006/relationships/hyperlink" Target="https://docs.google.com/spreadsheets/d/1Xg-Mjf1goOj9uzw3pEkdjyhXkkUfB78pFGastFEXiH0/edit?pli=1#gid=778489115" TargetMode="External"/><Relationship Id="rId10" Type="http://schemas.openxmlformats.org/officeDocument/2006/relationships/hyperlink" Target="https://sites.google.com/pwc.com/advisory-tmt-vertical-team/digitizing-tmt#h.p_-63ZY2FgfphP" TargetMode="External"/><Relationship Id="rId11" Type="http://schemas.openxmlformats.org/officeDocument/2006/relationships/hyperlink" Target="https://sites.google.com/pwc.com/digitalcommunities/home" TargetMode="External"/><Relationship Id="rId12" Type="http://schemas.openxmlformats.org/officeDocument/2006/relationships/hyperlink" Target="mailto:us_tmt_advisory_automation_team@pwc.com" TargetMode="Externa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nvGrpSpPr>
        <cNvPr id="1" name="Shape 14931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4932" name="Google Shape;14932;p2093"/>
          <cNvSpPr txBox="1">
            <a:spLocks noGrp="1"/>
          </cNvSpPr>
          <nvPr>
            <ph type="title"/>
          </nvPr>
        </nvSpPr>
        <spPr>
          <a:xfrm>
            <a:off x="534849" y="457200"/>
            <a:ext cx="10769600" cy="914400"/>
          </a:xfrm>
          <a:prstGeom prst="rect">
            <a:avLst/>
          </a:prstGeom>
        </spPr>
        <txBody>
          <a:bodyPr spcFirstLastPara="1" wrap="square" lIns="91400" tIns="91400" rIns="91400" bIns="91400" anchor="t" anchorCtr="0">
            <a:noAutofit/>
          </a:bodyPr>
          <a:lstStyle/>
          <a:p>
            <a:endParaRPr/>
          </a:p>
        </txBody>
      </sp>
      <sp>
        <nvSpPr>
          <cNvPr id="14933" name="Google Shape;14933;p2093"/>
          <cNvSpPr txBox="1">
            <a:spLocks noGrp="1"/>
          </cNvSpPr>
          <nvPr>
            <ph type="body" idx="1"/>
          </nvPr>
        </nvSpPr>
        <spPr>
          <a:xfrm>
            <a:off x="534849" y="1600200"/>
            <a:ext cx="3246400" cy="3302000"/>
          </a:xfrm>
          <a:prstGeom prst="rect">
            <a:avLst/>
          </a:prstGeom>
        </spPr>
        <txBody>
          <a:bodyPr spcFirstLastPara="1" wrap="square" lIns="91400" tIns="91400" rIns="91400" bIns="91400" anchor="t" anchorCtr="0">
            <a:noAutofit/>
          </a:bodyPr>
          <a:lstStyle/>
          <a:p>
            <a:pPr marL="0" indent="0"/>
            <a:endParaRPr/>
          </a:p>
        </txBody>
      </sp>
      <sp>
        <nvSpPr>
          <cNvPr id="14934" name="Google Shape;14934;p2093"/>
          <cNvSpPr txBox="1">
            <a:spLocks noGrp="1"/>
          </cNvSpPr>
          <nvPr>
            <ph type="body" idx="2"/>
          </nvPr>
        </nvSpPr>
        <spPr>
          <a:xfrm>
            <a:off x="4434683" y="1600200"/>
            <a:ext cx="3246400" cy="3302000"/>
          </a:xfrm>
          <a:prstGeom prst="rect">
            <a:avLst/>
          </a:prstGeom>
        </spPr>
        <txBody>
          <a:bodyPr spcFirstLastPara="1" wrap="square" lIns="91400" tIns="91400" rIns="91400" bIns="91400" anchor="t" anchorCtr="0">
            <a:noAutofit/>
          </a:bodyPr>
          <a:lstStyle/>
          <a:p>
            <a:pPr marL="0" indent="0"/>
            <a:endParaRPr/>
          </a:p>
        </txBody>
      </sp>
      <sp>
        <nvSpPr>
          <cNvPr id="14935" name="Google Shape;14935;p2093"/>
          <cNvSpPr txBox="1">
            <a:spLocks noGrp="1"/>
          </cNvSpPr>
          <nvPr>
            <ph type="body" idx="3"/>
          </nvPr>
        </nvSpPr>
        <spPr>
          <a:xfrm>
            <a:off x="8334515" y="1600200"/>
            <a:ext cx="3246400" cy="3302000"/>
          </a:xfrm>
          <a:prstGeom prst="rect">
            <a:avLst/>
          </a:prstGeom>
        </spPr>
        <txBody>
          <a:bodyPr spcFirstLastPara="1" wrap="square" lIns="91400" tIns="91400" rIns="91400" bIns="91400" anchor="t" anchorCtr="0">
            <a:noAutofit/>
          </a:bodyPr>
          <a:lstStyle/>
          <a:p>
            <a:pPr marL="0" indent="0"/>
            <a:endParaRPr/>
          </a:p>
        </txBody>
      </sp>
      <pic>
        <nvPicPr>
          <cNvPr id="14936" name="Google Shape;14936;p2093"/>
          <cNvPicPr preferRelativeResize="0"/>
          <nvPr/>
        </nvPicPr>
        <blipFill>
          <a:blip r:embed="rId3">
            <a:alphaModFix/>
          </a:blip>
          <a:stretch>
            <a:fillRect/>
          </a:stretch>
        </blipFill>
        <spPr>
          <a:xfrm>
            <a:off x="26974" y="0"/>
            <a:ext cx="12138052" cy="6858000"/>
          </a:xfrm>
          <a:prstGeom prst="rect">
            <a:avLst/>
          </a:prstGeom>
          <a:noFill/>
          <a:ln>
            <a:noFill/>
          </a:ln>
        </spPr>
      </pic>
      <sp>
        <nvSpPr>
          <cNvPr id="14937" name="Google Shape;14937;p2093"/>
          <cNvSpPr txBox="1">
            <a:spLocks noGrp="1"/>
          </cNvSpPr>
          <nvPr>
            <ph type="ctrTitle" idx="4294967295"/>
          </nvPr>
        </nvSpPr>
        <spPr>
          <a:xfrm>
            <a:off x="442912" y="428625"/>
            <a:ext cx="6630241" cy="2286000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b" anchorCtr="0">
            <a:noAutofit/>
          </a:bodyPr>
          <a:lstStyle/>
          <a:p>
            <a:pPr>
              <a:buClr>
                <a:schemeClr val="lt1"/>
              </a:buClr>
              <a:buSzPts val="3800"/>
            </a:pPr>
            <a:r>
              <a:rPr lang="en" sz="3800" b="1" dirty="0">
                <a:solidFill>
                  <a:srgbClr val="FFFFFF"/>
                </a:solidFill>
              </a:rPr>
              <a:t>AgentGuard</a:t>
            </a:r>
            <a:br>
              <a:rPr lang="en" dirty="0">
                <a:solidFill>
                  <a:srgbClr val="FFFFFF"/>
                </a:solidFill>
              </a:rPr>
            </a:br>
            <a:br>
              <a:rPr lang="en" dirty="0">
                <a:solidFill>
                  <a:srgbClr val="FFFFFF"/>
                </a:solidFill>
              </a:rPr>
            </a:br>
            <a:r>
              <a:rPr lang="en" dirty="0">
                <a:solidFill>
                  <a:srgbClr val="FFFFFF"/>
                </a:solidFill>
              </a:rPr>
              <a:t>AI Security Governance Platform</a:t>
            </a:r>
            <a:endParaRPr sz="5067" dirty="0">
              <a:solidFill>
                <a:srgbClr val="FFFFFF"/>
              </a:solidFill>
            </a:endParaRPr>
          </a:p>
        </txBody>
      </sp>
      <sp>
        <nvSpPr>
          <cNvPr id="14938" name="Google Shape;14938;p2093"/>
          <cNvSpPr txBox="1">
            <a:spLocks noGrp="1"/>
          </cNvSpPr>
          <nvPr>
            <ph type="subTitle" idx="4294967295"/>
          </nvPr>
        </nvSpPr>
        <spPr>
          <a:xfrm>
            <a:off x="442913" y="3749040"/>
            <a:ext cx="5474000" cy="594400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" dirty="0">
                <a:solidFill>
                  <a:srgbClr val="FFFFFF"/>
                </a:solidFill>
                <a:latin typeface="Georgia" panose="02040502050405020303" pitchFamily="18" charset="0"/>
              </a:rPr>
              <a:t>Series A  |  January 2026</a:t>
            </a:r>
            <a:endParaRPr dirty="0">
              <a:solidFill>
                <a:srgbClr val="FFFFFF"/>
              </a:solidFill>
              <a:latin typeface="Georgia" panose="02040502050405020303" pitchFamily="18" charset="0"/>
            </a:endParaRPr>
          </a:p>
        </txBody>
      </sp>
    </spTree>
  </cSld>
  <clrMapOvr>
    <a:masterClrMapping/>
  </clrMapOvr>
</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9" name="Google Shape;8399;p4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3348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r>
              <a:rPr lang="en"/>
              <a:t>Core Capabilities</a:t>
            </a:r>
            <a:endParaRPr/>
          </a:p>
        </p:txBody>
      </p:sp>
      <p:pic>
        <p:nvPicPr>
          <p:cNvPr id="8400" name="Google Shape;8400;p403" descr="Replace with your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0809" y="606396"/>
            <a:ext cx="468747" cy="468747"/>
          </a:xfrm>
          <a:prstGeom prst="rect">
            <a:avLst/>
          </a:prstGeom>
          <a:noFill/>
          <a:ln>
            <a:noFill/>
          </a:ln>
        </p:spPr>
      </p:pic>
      <p:sp>
        <p:nvSpPr>
          <p:cNvPr id="8401" name="Google Shape;8401;p403"/>
          <p:cNvSpPr txBox="1">
            <a:spLocks noGrp="1"/>
          </p:cNvSpPr>
          <p:nvPr>
            <p:ph type="body" idx="1"/>
          </p:nvPr>
        </p:nvSpPr>
        <p:spPr>
          <a:xfrm>
            <a:off x="3460021" y="79533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Policy Engine</a:t>
            </a:r>
            <a:endParaRPr/>
          </a:p>
        </p:txBody>
      </p:sp>
      <p:sp>
        <p:nvSpPr>
          <p:cNvPr id="8402" name="Google Shape;8402;p403"/>
          <p:cNvSpPr txBox="1">
            <a:spLocks noGrp="1"/>
          </p:cNvSpPr>
          <p:nvPr>
            <p:ph type="body" idx="2"/>
          </p:nvPr>
        </p:nvSpPr>
        <p:spPr>
          <a:xfrm>
            <a:off x="3460021" y="184420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OPA-based policies with NIST AI RMF mapping. Real-time enforcement.</a:t>
            </a:r>
            <a:endParaRPr/>
          </a:p>
          <a:p>
            <a:pPr marL="0" indent="0"/>
            <a:endParaRPr/>
          </a:p>
        </p:txBody>
      </p:sp>
      <p:pic>
        <p:nvPicPr>
          <p:cNvPr id="8403" name="Google Shape;8403;p403" descr="Replace with your ic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2693" y="594333"/>
            <a:ext cx="492332" cy="492332"/>
          </a:xfrm>
          <a:prstGeom prst="rect">
            <a:avLst/>
          </a:prstGeom>
          <a:noFill/>
          <a:ln>
            <a:noFill/>
          </a:ln>
        </p:spPr>
      </p:pic>
      <p:sp>
        <p:nvSpPr>
          <p:cNvPr id="8404" name="Google Shape;8404;p403"/>
          <p:cNvSpPr txBox="1">
            <a:spLocks noGrp="1"/>
          </p:cNvSpPr>
          <p:nvPr>
            <p:ph type="body" idx="3"/>
          </p:nvPr>
        </p:nvSpPr>
        <p:spPr>
          <a:xfrm>
            <a:off x="5651285" y="795079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Observability</a:t>
            </a:r>
            <a:endParaRPr/>
          </a:p>
        </p:txBody>
      </p:sp>
      <p:sp>
        <p:nvSpPr>
          <p:cNvPr id="8405" name="Google Shape;8405;p403"/>
          <p:cNvSpPr txBox="1">
            <a:spLocks noGrp="1"/>
          </p:cNvSpPr>
          <p:nvPr>
            <p:ph type="body" idx="4"/>
          </p:nvPr>
        </p:nvSpPr>
        <p:spPr>
          <a:xfrm>
            <a:off x="5651285" y="1843943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Full agent interaction tracing with ClickHouse. Sub-100ms latency.</a:t>
            </a:r>
            <a:endParaRPr/>
          </a:p>
          <a:p>
            <a:pPr marL="0" indent="0"/>
            <a:endParaRPr/>
          </a:p>
        </p:txBody>
      </p:sp>
      <p:pic>
        <p:nvPicPr>
          <p:cNvPr id="8406" name="Google Shape;8406;p403" descr="Replace with your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3958" y="606396"/>
            <a:ext cx="514557" cy="514557"/>
          </a:xfrm>
          <a:prstGeom prst="rect">
            <a:avLst/>
          </a:prstGeom>
          <a:noFill/>
          <a:ln>
            <a:noFill/>
          </a:ln>
        </p:spPr>
      </p:pic>
      <p:sp>
        <p:nvSpPr>
          <p:cNvPr id="8407" name="Google Shape;8407;p403"/>
          <p:cNvSpPr txBox="1">
            <a:spLocks noGrp="1"/>
          </p:cNvSpPr>
          <p:nvPr>
            <p:ph type="body" idx="5"/>
          </p:nvPr>
        </p:nvSpPr>
        <p:spPr>
          <a:xfrm>
            <a:off x="7842551" y="79533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Threat Detection</a:t>
            </a:r>
            <a:endParaRPr/>
          </a:p>
        </p:txBody>
      </p:sp>
      <p:sp>
        <p:nvSpPr>
          <p:cNvPr id="8408" name="Google Shape;8408;p403"/>
          <p:cNvSpPr txBox="1">
            <a:spLocks noGrp="1"/>
          </p:cNvSpPr>
          <p:nvPr>
            <p:ph type="body" idx="6"/>
          </p:nvPr>
        </p:nvSpPr>
        <p:spPr>
          <a:xfrm>
            <a:off x="7842551" y="184420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ML-powered anomaly detection for prompt injection and data exfil.</a:t>
            </a:r>
            <a:endParaRPr/>
          </a:p>
          <a:p>
            <a:pPr marL="0" indent="0"/>
            <a:endParaRPr/>
          </a:p>
        </p:txBody>
      </p:sp>
      <p:pic>
        <p:nvPicPr>
          <p:cNvPr id="8409" name="Google Shape;8409;p403" descr="Replace with your ico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64435" y="606396"/>
            <a:ext cx="514557" cy="514557"/>
          </a:xfrm>
          <a:prstGeom prst="rect">
            <a:avLst/>
          </a:prstGeom>
          <a:noFill/>
          <a:ln>
            <a:noFill/>
          </a:ln>
        </p:spPr>
      </p:pic>
      <p:sp>
        <p:nvSpPr>
          <p:cNvPr id="8410" name="Google Shape;8410;p403"/>
          <p:cNvSpPr txBox="1">
            <a:spLocks noGrp="1"/>
          </p:cNvSpPr>
          <p:nvPr>
            <p:ph type="body" idx="7"/>
          </p:nvPr>
        </p:nvSpPr>
        <p:spPr>
          <a:xfrm>
            <a:off x="10033816" y="795079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Compliance</a:t>
            </a:r>
            <a:endParaRPr/>
          </a:p>
        </p:txBody>
      </p:sp>
      <p:sp>
        <p:nvSpPr>
          <p:cNvPr id="8411" name="Google Shape;8411;p403"/>
          <p:cNvSpPr txBox="1">
            <a:spLocks noGrp="1"/>
          </p:cNvSpPr>
          <p:nvPr>
            <p:ph type="body" idx="8"/>
          </p:nvPr>
        </p:nvSpPr>
        <p:spPr>
          <a:xfrm>
            <a:off x="10033816" y="1843943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Native NIST AI RMF, 800-53, and FedRAMP control mapping.</a:t>
            </a:r>
            <a:endParaRPr/>
          </a:p>
          <a:p>
            <a:pPr marL="0" indent="0"/>
            <a:endParaRPr/>
          </a:p>
        </p:txBody>
      </p:sp>
      <p:pic>
        <p:nvPicPr>
          <p:cNvPr id="8412" name="Google Shape;8412;p403" descr="Replace with your icon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98838" y="3685868"/>
            <a:ext cx="517689" cy="517689"/>
          </a:xfrm>
          <a:prstGeom prst="rect">
            <a:avLst/>
          </a:prstGeom>
          <a:noFill/>
          <a:ln>
            <a:noFill/>
          </a:ln>
        </p:spPr>
      </p:pic>
      <p:sp>
        <p:nvSpPr>
          <p:cNvPr id="8413" name="Google Shape;8413;p403"/>
          <p:cNvSpPr txBox="1">
            <a:spLocks noGrp="1"/>
          </p:cNvSpPr>
          <p:nvPr>
            <p:ph type="body" idx="9"/>
          </p:nvPr>
        </p:nvSpPr>
        <p:spPr>
          <a:xfrm>
            <a:off x="3460021" y="391893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Maturity Model</a:t>
            </a:r>
            <a:endParaRPr/>
          </a:p>
        </p:txBody>
      </p:sp>
      <p:sp>
        <p:nvSpPr>
          <p:cNvPr id="8414" name="Google Shape;8414;p403"/>
          <p:cNvSpPr txBox="1">
            <a:spLocks noGrp="1"/>
          </p:cNvSpPr>
          <p:nvPr>
            <p:ph type="body" idx="13"/>
          </p:nvPr>
        </p:nvSpPr>
        <p:spPr>
          <a:xfrm>
            <a:off x="3460021" y="496780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5-level assessment framework benchmarking AI security posture.</a:t>
            </a:r>
            <a:endParaRPr/>
          </a:p>
          <a:p>
            <a:pPr marL="0" indent="0"/>
            <a:endParaRPr/>
          </a:p>
        </p:txBody>
      </p:sp>
      <p:pic>
        <p:nvPicPr>
          <p:cNvPr id="8415" name="Google Shape;8415;p403" descr="Replace with your icon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49136" y="3633197"/>
            <a:ext cx="611472" cy="611472"/>
          </a:xfrm>
          <a:prstGeom prst="rect">
            <a:avLst/>
          </a:prstGeom>
          <a:noFill/>
          <a:ln>
            <a:noFill/>
          </a:ln>
        </p:spPr>
      </p:pic>
      <p:sp>
        <p:nvSpPr>
          <p:cNvPr id="8416" name="Google Shape;8416;p403"/>
          <p:cNvSpPr txBox="1">
            <a:spLocks noGrp="1"/>
          </p:cNvSpPr>
          <p:nvPr>
            <p:ph type="body" idx="14"/>
          </p:nvPr>
        </p:nvSpPr>
        <p:spPr>
          <a:xfrm>
            <a:off x="5651285" y="3918679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SDK Integration</a:t>
            </a:r>
            <a:endParaRPr/>
          </a:p>
        </p:txBody>
      </p:sp>
      <p:sp>
        <p:nvSpPr>
          <p:cNvPr id="8417" name="Google Shape;8417;p403"/>
          <p:cNvSpPr txBox="1">
            <a:spLocks noGrp="1"/>
          </p:cNvSpPr>
          <p:nvPr>
            <p:ph type="body" idx="15"/>
          </p:nvPr>
        </p:nvSpPr>
        <p:spPr>
          <a:xfrm>
            <a:off x="5651285" y="4967543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Native SDKs for LangChain, LlamaIndex, CrewAI, AutoGen, Claude MCP.</a:t>
            </a:r>
            <a:endParaRPr/>
          </a:p>
          <a:p>
            <a:pPr marL="0" indent="0"/>
            <a:endParaRPr/>
          </a:p>
        </p:txBody>
      </p:sp>
      <p:pic>
        <p:nvPicPr>
          <p:cNvPr id="8418" name="Google Shape;8418;p403" descr="Replace with your icon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96156" y="3617880"/>
            <a:ext cx="558656" cy="558656"/>
          </a:xfrm>
          <a:prstGeom prst="rect">
            <a:avLst/>
          </a:prstGeom>
          <a:noFill/>
          <a:ln>
            <a:noFill/>
          </a:ln>
        </p:spPr>
      </p:pic>
      <p:sp>
        <p:nvSpPr>
          <p:cNvPr id="8419" name="Google Shape;8419;p403"/>
          <p:cNvSpPr txBox="1">
            <a:spLocks noGrp="1"/>
          </p:cNvSpPr>
          <p:nvPr>
            <p:ph type="body" idx="16"/>
          </p:nvPr>
        </p:nvSpPr>
        <p:spPr>
          <a:xfrm>
            <a:off x="7842551" y="3918937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FedRAMP Ready</a:t>
            </a:r>
            <a:endParaRPr/>
          </a:p>
        </p:txBody>
      </p:sp>
      <p:sp>
        <p:nvSpPr>
          <p:cNvPr id="8420" name="Google Shape;8420;p403"/>
          <p:cNvSpPr txBox="1">
            <a:spLocks noGrp="1"/>
          </p:cNvSpPr>
          <p:nvPr>
            <p:ph type="body" idx="17"/>
          </p:nvPr>
        </p:nvSpPr>
        <p:spPr>
          <a:xfrm>
            <a:off x="7842551" y="4967801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Architecture designed for Moderate authorization. $890M federal market.</a:t>
            </a:r>
            <a:endParaRPr/>
          </a:p>
          <a:p>
            <a:pPr marL="0" indent="0"/>
            <a:endParaRPr/>
          </a:p>
        </p:txBody>
      </p:sp>
      <p:pic>
        <p:nvPicPr>
          <p:cNvPr id="8421" name="Google Shape;8421;p403" descr="Replace with your icon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18975" y="3709916"/>
            <a:ext cx="510192" cy="510192"/>
          </a:xfrm>
          <a:prstGeom prst="rect">
            <a:avLst/>
          </a:prstGeom>
          <a:noFill/>
          <a:ln>
            <a:noFill/>
          </a:ln>
        </p:spPr>
      </p:pic>
      <p:sp>
        <p:nvSpPr>
          <p:cNvPr id="8422" name="Google Shape;8422;p403"/>
          <p:cNvSpPr txBox="1">
            <a:spLocks noGrp="1"/>
          </p:cNvSpPr>
          <p:nvPr>
            <p:ph type="body" idx="18"/>
          </p:nvPr>
        </p:nvSpPr>
        <p:spPr>
          <a:xfrm>
            <a:off x="10033816" y="3918679"/>
            <a:ext cx="1989200" cy="1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Real-time Alerts</a:t>
            </a:r>
            <a:endParaRPr/>
          </a:p>
        </p:txBody>
      </p:sp>
      <p:sp>
        <p:nvSpPr>
          <p:cNvPr id="8423" name="Google Shape;8423;p403"/>
          <p:cNvSpPr txBox="1">
            <a:spLocks noGrp="1"/>
          </p:cNvSpPr>
          <p:nvPr>
            <p:ph type="body" idx="19"/>
          </p:nvPr>
        </p:nvSpPr>
        <p:spPr>
          <a:xfrm>
            <a:off x="10033816" y="4967543"/>
            <a:ext cx="1989200" cy="1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Configurable alerting via Slack, PagerDuty, email with routing.</a:t>
            </a:r>
            <a:endParaRPr/>
          </a:p>
          <a:p>
            <a:pPr marL="0" indent="0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134"/>
          <p:cNvSpPr txBox="1">
            <a:spLocks noGrp="1"/>
          </p:cNvSpPr>
          <p:nvPr>
            <p:ph type="body" idx="1"/>
          </p:nvPr>
        </p:nvSpPr>
        <p:spPr>
          <a:xfrm>
            <a:off x="517092" y="974040"/>
            <a:ext cx="11158000" cy="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>
                <a:solidFill>
                  <a:schemeClr val="dk1"/>
                </a:solidFill>
              </a:rPr>
              <a:t>36-Month Path to $21.6M ARR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7" name="Google Shape;2777;p134"/>
          <p:cNvSpPr txBox="1">
            <a:spLocks noGrp="1"/>
          </p:cNvSpPr>
          <p:nvPr>
            <p:ph type="title"/>
          </p:nvPr>
        </p:nvSpPr>
        <p:spPr>
          <a:xfrm>
            <a:off x="517092" y="376815"/>
            <a:ext cx="11158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733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Product Roadmap</a:t>
            </a:r>
            <a:endParaRPr sz="3733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8" name="Google Shape;2778;p134"/>
          <p:cNvSpPr txBox="1"/>
          <p:nvPr/>
        </p:nvSpPr>
        <p:spPr>
          <a:xfrm flipH="1">
            <a:off x="1309076" y="1411215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1"/>
              </a:buClr>
              <a:buSzPts val="1200"/>
            </a:pPr>
            <a:r>
              <a:rPr lang="en" sz="1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134"/>
          <p:cNvSpPr txBox="1"/>
          <p:nvPr/>
        </p:nvSpPr>
        <p:spPr>
          <a:xfrm flipH="1">
            <a:off x="5005795" y="1411215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" sz="1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134"/>
          <p:cNvSpPr txBox="1"/>
          <p:nvPr/>
        </p:nvSpPr>
        <p:spPr>
          <a:xfrm flipH="1">
            <a:off x="8702513" y="1411215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3"/>
              </a:buClr>
              <a:buSzPts val="1200"/>
            </a:pPr>
            <a:r>
              <a:rPr lang="en" sz="1600" b="1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134"/>
          <p:cNvSpPr txBox="1"/>
          <p:nvPr/>
        </p:nvSpPr>
        <p:spPr>
          <a:xfrm flipH="1">
            <a:off x="2480225" y="4883620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1"/>
              </a:buClr>
              <a:buSzPts val="1200"/>
            </a:pPr>
            <a:r>
              <a:rPr lang="en" sz="1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134"/>
          <p:cNvSpPr txBox="1"/>
          <p:nvPr/>
        </p:nvSpPr>
        <p:spPr>
          <a:xfrm>
            <a:off x="8114749" y="3147418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4"/>
              </a:buClr>
              <a:buSzPts val="1200"/>
            </a:pPr>
            <a:r>
              <a:rPr lang="en" sz="16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134"/>
          <p:cNvSpPr txBox="1"/>
          <p:nvPr/>
        </p:nvSpPr>
        <p:spPr>
          <a:xfrm>
            <a:off x="4165268" y="3147418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5"/>
              </a:buClr>
              <a:buSzPts val="1200"/>
            </a:pPr>
            <a:r>
              <a:rPr lang="en" sz="1600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134"/>
          <p:cNvSpPr txBox="1"/>
          <p:nvPr/>
        </p:nvSpPr>
        <p:spPr>
          <a:xfrm>
            <a:off x="1154616" y="3147418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6"/>
              </a:buClr>
              <a:buSzPts val="1200"/>
            </a:pPr>
            <a:r>
              <a:rPr lang="en" sz="16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134"/>
          <p:cNvSpPr txBox="1"/>
          <p:nvPr/>
        </p:nvSpPr>
        <p:spPr>
          <a:xfrm flipH="1">
            <a:off x="6286633" y="4883620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6"/>
              </a:buClr>
              <a:buSzPts val="1200"/>
            </a:pPr>
            <a:r>
              <a:rPr lang="en" sz="16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134"/>
          <p:cNvSpPr txBox="1"/>
          <p:nvPr/>
        </p:nvSpPr>
        <p:spPr>
          <a:xfrm flipH="1">
            <a:off x="9135137" y="4883620"/>
            <a:ext cx="2150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chemeClr val="accent3"/>
              </a:buClr>
              <a:buSzPts val="1200"/>
            </a:pPr>
            <a:r>
              <a:rPr lang="en" sz="1600" b="1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sz="1333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134"/>
          <p:cNvSpPr/>
          <p:nvPr/>
        </p:nvSpPr>
        <p:spPr>
          <a:xfrm>
            <a:off x="517617" y="4796969"/>
            <a:ext cx="5459912" cy="1212708"/>
          </a:xfrm>
          <a:custGeom>
            <a:avLst/>
            <a:gdLst/>
            <a:ahLst/>
            <a:cxnLst/>
            <a:rect l="l" t="t" r="r" b="b"/>
            <a:pathLst>
              <a:path w="4007" h="890" extrusionOk="0">
                <a:moveTo>
                  <a:pt x="0" y="0"/>
                </a:moveTo>
                <a:lnTo>
                  <a:pt x="227" y="161"/>
                </a:lnTo>
                <a:lnTo>
                  <a:pt x="452" y="0"/>
                </a:lnTo>
                <a:lnTo>
                  <a:pt x="452" y="438"/>
                </a:lnTo>
                <a:lnTo>
                  <a:pt x="452" y="438"/>
                </a:lnTo>
                <a:lnTo>
                  <a:pt x="3846" y="438"/>
                </a:lnTo>
                <a:lnTo>
                  <a:pt x="4007" y="663"/>
                </a:lnTo>
                <a:lnTo>
                  <a:pt x="3846" y="890"/>
                </a:lnTo>
                <a:lnTo>
                  <a:pt x="452" y="890"/>
                </a:lnTo>
                <a:lnTo>
                  <a:pt x="227" y="890"/>
                </a:lnTo>
                <a:lnTo>
                  <a:pt x="0" y="890"/>
                </a:lnTo>
                <a:lnTo>
                  <a:pt x="0" y="438"/>
                </a:lnTo>
                <a:lnTo>
                  <a:pt x="0" y="43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134"/>
          <p:cNvSpPr/>
          <p:nvPr/>
        </p:nvSpPr>
        <p:spPr>
          <a:xfrm>
            <a:off x="494453" y="1919168"/>
            <a:ext cx="3775747" cy="615893"/>
          </a:xfrm>
          <a:custGeom>
            <a:avLst/>
            <a:gdLst/>
            <a:ahLst/>
            <a:cxnLst/>
            <a:rect l="l" t="t" r="r" b="b"/>
            <a:pathLst>
              <a:path w="2771" h="452" extrusionOk="0">
                <a:moveTo>
                  <a:pt x="0" y="0"/>
                </a:moveTo>
                <a:lnTo>
                  <a:pt x="2610" y="0"/>
                </a:lnTo>
                <a:lnTo>
                  <a:pt x="2771" y="227"/>
                </a:lnTo>
                <a:lnTo>
                  <a:pt x="2610" y="452"/>
                </a:lnTo>
                <a:lnTo>
                  <a:pt x="0" y="452"/>
                </a:lnTo>
                <a:lnTo>
                  <a:pt x="161" y="22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134"/>
          <p:cNvSpPr/>
          <p:nvPr/>
        </p:nvSpPr>
        <p:spPr>
          <a:xfrm>
            <a:off x="4192535" y="1919168"/>
            <a:ext cx="3775747" cy="615893"/>
          </a:xfrm>
          <a:custGeom>
            <a:avLst/>
            <a:gdLst/>
            <a:ahLst/>
            <a:cxnLst/>
            <a:rect l="l" t="t" r="r" b="b"/>
            <a:pathLst>
              <a:path w="2771" h="452" extrusionOk="0">
                <a:moveTo>
                  <a:pt x="0" y="0"/>
                </a:moveTo>
                <a:lnTo>
                  <a:pt x="2611" y="0"/>
                </a:lnTo>
                <a:lnTo>
                  <a:pt x="2771" y="227"/>
                </a:lnTo>
                <a:lnTo>
                  <a:pt x="2611" y="452"/>
                </a:lnTo>
                <a:lnTo>
                  <a:pt x="0" y="452"/>
                </a:lnTo>
                <a:lnTo>
                  <a:pt x="161" y="22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p134"/>
          <p:cNvSpPr/>
          <p:nvPr/>
        </p:nvSpPr>
        <p:spPr>
          <a:xfrm>
            <a:off x="517617" y="3657839"/>
            <a:ext cx="3263411" cy="1212708"/>
          </a:xfrm>
          <a:custGeom>
            <a:avLst/>
            <a:gdLst/>
            <a:ahLst/>
            <a:cxnLst/>
            <a:rect l="l" t="t" r="r" b="b"/>
            <a:pathLst>
              <a:path w="2395" h="890" extrusionOk="0">
                <a:moveTo>
                  <a:pt x="161" y="0"/>
                </a:moveTo>
                <a:lnTo>
                  <a:pt x="2395" y="0"/>
                </a:lnTo>
                <a:lnTo>
                  <a:pt x="2234" y="225"/>
                </a:lnTo>
                <a:lnTo>
                  <a:pt x="2395" y="450"/>
                </a:lnTo>
                <a:lnTo>
                  <a:pt x="452" y="450"/>
                </a:lnTo>
                <a:lnTo>
                  <a:pt x="452" y="450"/>
                </a:lnTo>
                <a:lnTo>
                  <a:pt x="452" y="450"/>
                </a:lnTo>
                <a:lnTo>
                  <a:pt x="452" y="729"/>
                </a:lnTo>
                <a:lnTo>
                  <a:pt x="227" y="890"/>
                </a:lnTo>
                <a:lnTo>
                  <a:pt x="0" y="729"/>
                </a:lnTo>
                <a:lnTo>
                  <a:pt x="0" y="225"/>
                </a:lnTo>
                <a:lnTo>
                  <a:pt x="0" y="225"/>
                </a:lnTo>
                <a:lnTo>
                  <a:pt x="0" y="225"/>
                </a:lnTo>
                <a:lnTo>
                  <a:pt x="0" y="97"/>
                </a:lnTo>
                <a:lnTo>
                  <a:pt x="0" y="97"/>
                </a:lnTo>
                <a:lnTo>
                  <a:pt x="0" y="0"/>
                </a:lnTo>
                <a:lnTo>
                  <a:pt x="161" y="0"/>
                </a:lnTo>
                <a:lnTo>
                  <a:pt x="161" y="0"/>
                </a:lnTo>
                <a:lnTo>
                  <a:pt x="16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1" name="Google Shape;2791;p134"/>
          <p:cNvSpPr/>
          <p:nvPr/>
        </p:nvSpPr>
        <p:spPr>
          <a:xfrm>
            <a:off x="3691101" y="3657839"/>
            <a:ext cx="3101263" cy="615893"/>
          </a:xfrm>
          <a:custGeom>
            <a:avLst/>
            <a:gdLst/>
            <a:ahLst/>
            <a:cxnLst/>
            <a:rect l="l" t="t" r="r" b="b"/>
            <a:pathLst>
              <a:path w="2276" h="452" extrusionOk="0">
                <a:moveTo>
                  <a:pt x="2276" y="0"/>
                </a:moveTo>
                <a:lnTo>
                  <a:pt x="160" y="0"/>
                </a:lnTo>
                <a:lnTo>
                  <a:pt x="0" y="225"/>
                </a:lnTo>
                <a:lnTo>
                  <a:pt x="160" y="452"/>
                </a:lnTo>
                <a:lnTo>
                  <a:pt x="2276" y="452"/>
                </a:lnTo>
                <a:lnTo>
                  <a:pt x="2113" y="225"/>
                </a:lnTo>
                <a:lnTo>
                  <a:pt x="2276" y="0"/>
                </a:lnTo>
                <a:lnTo>
                  <a:pt x="22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134"/>
          <p:cNvSpPr/>
          <p:nvPr/>
        </p:nvSpPr>
        <p:spPr>
          <a:xfrm>
            <a:off x="6711972" y="3058298"/>
            <a:ext cx="4954389" cy="1215433"/>
          </a:xfrm>
          <a:custGeom>
            <a:avLst/>
            <a:gdLst/>
            <a:ahLst/>
            <a:cxnLst/>
            <a:rect l="l" t="t" r="r" b="b"/>
            <a:pathLst>
              <a:path w="3636" h="892" extrusionOk="0">
                <a:moveTo>
                  <a:pt x="3187" y="0"/>
                </a:moveTo>
                <a:lnTo>
                  <a:pt x="3412" y="161"/>
                </a:lnTo>
                <a:lnTo>
                  <a:pt x="3636" y="0"/>
                </a:lnTo>
                <a:lnTo>
                  <a:pt x="3636" y="440"/>
                </a:lnTo>
                <a:lnTo>
                  <a:pt x="3636" y="440"/>
                </a:lnTo>
                <a:lnTo>
                  <a:pt x="3636" y="440"/>
                </a:lnTo>
                <a:lnTo>
                  <a:pt x="3636" y="892"/>
                </a:lnTo>
                <a:lnTo>
                  <a:pt x="3636" y="892"/>
                </a:lnTo>
                <a:lnTo>
                  <a:pt x="3636" y="892"/>
                </a:lnTo>
                <a:lnTo>
                  <a:pt x="161" y="892"/>
                </a:lnTo>
                <a:lnTo>
                  <a:pt x="0" y="665"/>
                </a:lnTo>
                <a:lnTo>
                  <a:pt x="161" y="440"/>
                </a:lnTo>
                <a:lnTo>
                  <a:pt x="3187" y="440"/>
                </a:lnTo>
                <a:lnTo>
                  <a:pt x="3187" y="440"/>
                </a:lnTo>
                <a:lnTo>
                  <a:pt x="3187" y="0"/>
                </a:lnTo>
                <a:lnTo>
                  <a:pt x="31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p134"/>
          <p:cNvSpPr/>
          <p:nvPr/>
        </p:nvSpPr>
        <p:spPr>
          <a:xfrm>
            <a:off x="7891979" y="1919169"/>
            <a:ext cx="3774384" cy="1216796"/>
          </a:xfrm>
          <a:custGeom>
            <a:avLst/>
            <a:gdLst/>
            <a:ahLst/>
            <a:cxnLst/>
            <a:rect l="l" t="t" r="r" b="b"/>
            <a:pathLst>
              <a:path w="2770" h="893" extrusionOk="0">
                <a:moveTo>
                  <a:pt x="0" y="0"/>
                </a:moveTo>
                <a:lnTo>
                  <a:pt x="2321" y="0"/>
                </a:lnTo>
                <a:lnTo>
                  <a:pt x="2610" y="0"/>
                </a:lnTo>
                <a:lnTo>
                  <a:pt x="2770" y="0"/>
                </a:lnTo>
                <a:lnTo>
                  <a:pt x="2770" y="227"/>
                </a:lnTo>
                <a:lnTo>
                  <a:pt x="2770" y="227"/>
                </a:lnTo>
                <a:lnTo>
                  <a:pt x="2770" y="227"/>
                </a:lnTo>
                <a:lnTo>
                  <a:pt x="2770" y="452"/>
                </a:lnTo>
                <a:lnTo>
                  <a:pt x="2770" y="452"/>
                </a:lnTo>
                <a:lnTo>
                  <a:pt x="2770" y="732"/>
                </a:lnTo>
                <a:lnTo>
                  <a:pt x="2546" y="893"/>
                </a:lnTo>
                <a:lnTo>
                  <a:pt x="2321" y="732"/>
                </a:lnTo>
                <a:lnTo>
                  <a:pt x="2321" y="452"/>
                </a:lnTo>
                <a:lnTo>
                  <a:pt x="0" y="452"/>
                </a:lnTo>
                <a:lnTo>
                  <a:pt x="160" y="22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134"/>
          <p:cNvSpPr/>
          <p:nvPr/>
        </p:nvSpPr>
        <p:spPr>
          <a:xfrm>
            <a:off x="5903953" y="5393786"/>
            <a:ext cx="2914587" cy="615893"/>
          </a:xfrm>
          <a:custGeom>
            <a:avLst/>
            <a:gdLst/>
            <a:ahLst/>
            <a:cxnLst/>
            <a:rect l="l" t="t" r="r" b="b"/>
            <a:pathLst>
              <a:path w="2139" h="452" extrusionOk="0">
                <a:moveTo>
                  <a:pt x="0" y="0"/>
                </a:moveTo>
                <a:lnTo>
                  <a:pt x="1979" y="0"/>
                </a:lnTo>
                <a:lnTo>
                  <a:pt x="2139" y="227"/>
                </a:lnTo>
                <a:lnTo>
                  <a:pt x="1979" y="452"/>
                </a:lnTo>
                <a:lnTo>
                  <a:pt x="0" y="452"/>
                </a:lnTo>
                <a:lnTo>
                  <a:pt x="161" y="22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134"/>
          <p:cNvSpPr/>
          <p:nvPr/>
        </p:nvSpPr>
        <p:spPr>
          <a:xfrm>
            <a:off x="8751776" y="5393786"/>
            <a:ext cx="2914587" cy="615893"/>
          </a:xfrm>
          <a:custGeom>
            <a:avLst/>
            <a:gdLst/>
            <a:ahLst/>
            <a:cxnLst/>
            <a:rect l="l" t="t" r="r" b="b"/>
            <a:pathLst>
              <a:path w="2139" h="452" extrusionOk="0">
                <a:moveTo>
                  <a:pt x="0" y="0"/>
                </a:moveTo>
                <a:lnTo>
                  <a:pt x="1979" y="0"/>
                </a:lnTo>
                <a:lnTo>
                  <a:pt x="2139" y="227"/>
                </a:lnTo>
                <a:lnTo>
                  <a:pt x="1979" y="452"/>
                </a:lnTo>
                <a:lnTo>
                  <a:pt x="0" y="452"/>
                </a:lnTo>
                <a:lnTo>
                  <a:pt x="161" y="22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6" name="Google Shape;2796;p134"/>
          <p:cNvGrpSpPr/>
          <p:nvPr/>
        </p:nvGrpSpPr>
        <p:grpSpPr>
          <a:xfrm>
            <a:off x="717919" y="2213490"/>
            <a:ext cx="10952604" cy="3506053"/>
            <a:chOff x="538439" y="1667737"/>
            <a:chExt cx="8214453" cy="2629540"/>
          </a:xfrm>
        </p:grpSpPr>
        <p:sp>
          <p:nvSpPr>
            <p:cNvPr id="2797" name="Google Shape;2797;p134"/>
            <p:cNvSpPr/>
            <p:nvPr/>
          </p:nvSpPr>
          <p:spPr>
            <a:xfrm>
              <a:off x="675380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134"/>
            <p:cNvSpPr/>
            <p:nvPr/>
          </p:nvSpPr>
          <p:spPr>
            <a:xfrm>
              <a:off x="1236428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134"/>
            <p:cNvSpPr/>
            <p:nvPr/>
          </p:nvSpPr>
          <p:spPr>
            <a:xfrm>
              <a:off x="1654404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134"/>
            <p:cNvSpPr/>
            <p:nvPr/>
          </p:nvSpPr>
          <p:spPr>
            <a:xfrm>
              <a:off x="1794411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134"/>
            <p:cNvSpPr/>
            <p:nvPr/>
          </p:nvSpPr>
          <p:spPr>
            <a:xfrm>
              <a:off x="815387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134"/>
            <p:cNvSpPr/>
            <p:nvPr/>
          </p:nvSpPr>
          <p:spPr>
            <a:xfrm>
              <a:off x="1932373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134"/>
            <p:cNvSpPr/>
            <p:nvPr/>
          </p:nvSpPr>
          <p:spPr>
            <a:xfrm>
              <a:off x="956415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134"/>
            <p:cNvSpPr/>
            <p:nvPr/>
          </p:nvSpPr>
          <p:spPr>
            <a:xfrm>
              <a:off x="1096422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134"/>
            <p:cNvSpPr/>
            <p:nvPr/>
          </p:nvSpPr>
          <p:spPr>
            <a:xfrm>
              <a:off x="1374391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134"/>
            <p:cNvSpPr/>
            <p:nvPr/>
          </p:nvSpPr>
          <p:spPr>
            <a:xfrm>
              <a:off x="2072380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134"/>
            <p:cNvSpPr/>
            <p:nvPr/>
          </p:nvSpPr>
          <p:spPr>
            <a:xfrm>
              <a:off x="2630363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134"/>
            <p:cNvSpPr/>
            <p:nvPr/>
          </p:nvSpPr>
          <p:spPr>
            <a:xfrm>
              <a:off x="2910376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134"/>
            <p:cNvSpPr/>
            <p:nvPr/>
          </p:nvSpPr>
          <p:spPr>
            <a:xfrm>
              <a:off x="3050382" y="1667737"/>
              <a:ext cx="756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134"/>
            <p:cNvSpPr/>
            <p:nvPr/>
          </p:nvSpPr>
          <p:spPr>
            <a:xfrm>
              <a:off x="2770369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134"/>
            <p:cNvSpPr/>
            <p:nvPr/>
          </p:nvSpPr>
          <p:spPr>
            <a:xfrm>
              <a:off x="2490356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134"/>
            <p:cNvSpPr/>
            <p:nvPr/>
          </p:nvSpPr>
          <p:spPr>
            <a:xfrm>
              <a:off x="2212386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134"/>
            <p:cNvSpPr/>
            <p:nvPr/>
          </p:nvSpPr>
          <p:spPr>
            <a:xfrm>
              <a:off x="2352393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134"/>
            <p:cNvSpPr/>
            <p:nvPr/>
          </p:nvSpPr>
          <p:spPr>
            <a:xfrm>
              <a:off x="1514398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134"/>
            <p:cNvSpPr/>
            <p:nvPr/>
          </p:nvSpPr>
          <p:spPr>
            <a:xfrm>
              <a:off x="538439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134"/>
            <p:cNvSpPr/>
            <p:nvPr/>
          </p:nvSpPr>
          <p:spPr>
            <a:xfrm>
              <a:off x="3188345" y="1667737"/>
              <a:ext cx="174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134"/>
            <p:cNvSpPr/>
            <p:nvPr/>
          </p:nvSpPr>
          <p:spPr>
            <a:xfrm>
              <a:off x="5681893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134"/>
            <p:cNvSpPr/>
            <p:nvPr/>
          </p:nvSpPr>
          <p:spPr>
            <a:xfrm>
              <a:off x="5403924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134"/>
            <p:cNvSpPr/>
            <p:nvPr/>
          </p:nvSpPr>
          <p:spPr>
            <a:xfrm>
              <a:off x="5123911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134"/>
            <p:cNvSpPr/>
            <p:nvPr/>
          </p:nvSpPr>
          <p:spPr>
            <a:xfrm>
              <a:off x="5263917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134"/>
            <p:cNvSpPr/>
            <p:nvPr/>
          </p:nvSpPr>
          <p:spPr>
            <a:xfrm>
              <a:off x="4845941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134"/>
            <p:cNvSpPr/>
            <p:nvPr/>
          </p:nvSpPr>
          <p:spPr>
            <a:xfrm>
              <a:off x="5821899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134"/>
            <p:cNvSpPr/>
            <p:nvPr/>
          </p:nvSpPr>
          <p:spPr>
            <a:xfrm>
              <a:off x="4705934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134"/>
            <p:cNvSpPr/>
            <p:nvPr/>
          </p:nvSpPr>
          <p:spPr>
            <a:xfrm>
              <a:off x="4425921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134"/>
            <p:cNvSpPr/>
            <p:nvPr/>
          </p:nvSpPr>
          <p:spPr>
            <a:xfrm>
              <a:off x="4565928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134"/>
            <p:cNvSpPr/>
            <p:nvPr/>
          </p:nvSpPr>
          <p:spPr>
            <a:xfrm>
              <a:off x="5543930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134"/>
            <p:cNvSpPr/>
            <p:nvPr/>
          </p:nvSpPr>
          <p:spPr>
            <a:xfrm>
              <a:off x="3729976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134"/>
            <p:cNvSpPr/>
            <p:nvPr/>
          </p:nvSpPr>
          <p:spPr>
            <a:xfrm>
              <a:off x="3448941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134"/>
            <p:cNvSpPr/>
            <p:nvPr/>
          </p:nvSpPr>
          <p:spPr>
            <a:xfrm>
              <a:off x="3589969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134"/>
            <p:cNvSpPr/>
            <p:nvPr/>
          </p:nvSpPr>
          <p:spPr>
            <a:xfrm>
              <a:off x="4287959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134"/>
            <p:cNvSpPr/>
            <p:nvPr/>
          </p:nvSpPr>
          <p:spPr>
            <a:xfrm>
              <a:off x="3308935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134"/>
            <p:cNvSpPr/>
            <p:nvPr/>
          </p:nvSpPr>
          <p:spPr>
            <a:xfrm>
              <a:off x="4985948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134"/>
            <p:cNvSpPr/>
            <p:nvPr/>
          </p:nvSpPr>
          <p:spPr>
            <a:xfrm>
              <a:off x="4007946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134"/>
            <p:cNvSpPr/>
            <p:nvPr/>
          </p:nvSpPr>
          <p:spPr>
            <a:xfrm>
              <a:off x="4147952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134"/>
            <p:cNvSpPr/>
            <p:nvPr/>
          </p:nvSpPr>
          <p:spPr>
            <a:xfrm>
              <a:off x="3866917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134"/>
            <p:cNvSpPr/>
            <p:nvPr/>
          </p:nvSpPr>
          <p:spPr>
            <a:xfrm>
              <a:off x="5961906" y="1667737"/>
              <a:ext cx="174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134"/>
            <p:cNvSpPr/>
            <p:nvPr/>
          </p:nvSpPr>
          <p:spPr>
            <a:xfrm>
              <a:off x="4017143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134"/>
            <p:cNvSpPr/>
            <p:nvPr/>
          </p:nvSpPr>
          <p:spPr>
            <a:xfrm>
              <a:off x="4155106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134"/>
            <p:cNvSpPr/>
            <p:nvPr/>
          </p:nvSpPr>
          <p:spPr>
            <a:xfrm>
              <a:off x="3877137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134"/>
            <p:cNvSpPr/>
            <p:nvPr/>
          </p:nvSpPr>
          <p:spPr>
            <a:xfrm>
              <a:off x="3737130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134"/>
            <p:cNvSpPr/>
            <p:nvPr/>
          </p:nvSpPr>
          <p:spPr>
            <a:xfrm>
              <a:off x="4295112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134"/>
            <p:cNvSpPr/>
            <p:nvPr/>
          </p:nvSpPr>
          <p:spPr>
            <a:xfrm>
              <a:off x="4575125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134"/>
            <p:cNvSpPr/>
            <p:nvPr/>
          </p:nvSpPr>
          <p:spPr>
            <a:xfrm>
              <a:off x="4435119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134"/>
            <p:cNvSpPr/>
            <p:nvPr/>
          </p:nvSpPr>
          <p:spPr>
            <a:xfrm>
              <a:off x="2768325" y="2968674"/>
              <a:ext cx="67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134"/>
            <p:cNvSpPr/>
            <p:nvPr/>
          </p:nvSpPr>
          <p:spPr>
            <a:xfrm>
              <a:off x="2898112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134"/>
            <p:cNvSpPr/>
            <p:nvPr/>
          </p:nvSpPr>
          <p:spPr>
            <a:xfrm>
              <a:off x="3597123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134"/>
            <p:cNvSpPr/>
            <p:nvPr/>
          </p:nvSpPr>
          <p:spPr>
            <a:xfrm>
              <a:off x="4713088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134"/>
            <p:cNvSpPr/>
            <p:nvPr/>
          </p:nvSpPr>
          <p:spPr>
            <a:xfrm>
              <a:off x="3038119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134"/>
            <p:cNvSpPr/>
            <p:nvPr/>
          </p:nvSpPr>
          <p:spPr>
            <a:xfrm>
              <a:off x="3179147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134"/>
            <p:cNvSpPr/>
            <p:nvPr/>
          </p:nvSpPr>
          <p:spPr>
            <a:xfrm>
              <a:off x="3456095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134"/>
            <p:cNvSpPr/>
            <p:nvPr/>
          </p:nvSpPr>
          <p:spPr>
            <a:xfrm>
              <a:off x="3319154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134"/>
            <p:cNvSpPr/>
            <p:nvPr/>
          </p:nvSpPr>
          <p:spPr>
            <a:xfrm>
              <a:off x="4853095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134"/>
            <p:cNvSpPr/>
            <p:nvPr/>
          </p:nvSpPr>
          <p:spPr>
            <a:xfrm>
              <a:off x="607931" y="3121966"/>
              <a:ext cx="26700" cy="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134"/>
            <p:cNvSpPr/>
            <p:nvPr/>
          </p:nvSpPr>
          <p:spPr>
            <a:xfrm>
              <a:off x="607931" y="2984003"/>
              <a:ext cx="26700" cy="7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134"/>
            <p:cNvSpPr/>
            <p:nvPr/>
          </p:nvSpPr>
          <p:spPr>
            <a:xfrm>
              <a:off x="607931" y="3261972"/>
              <a:ext cx="267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134"/>
            <p:cNvSpPr/>
            <p:nvPr/>
          </p:nvSpPr>
          <p:spPr>
            <a:xfrm>
              <a:off x="607931" y="3401979"/>
              <a:ext cx="267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134"/>
            <p:cNvSpPr/>
            <p:nvPr/>
          </p:nvSpPr>
          <p:spPr>
            <a:xfrm>
              <a:off x="607931" y="3541986"/>
              <a:ext cx="26700" cy="7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134"/>
            <p:cNvSpPr/>
            <p:nvPr/>
          </p:nvSpPr>
          <p:spPr>
            <a:xfrm>
              <a:off x="607931" y="4050915"/>
              <a:ext cx="26700" cy="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134"/>
            <p:cNvSpPr/>
            <p:nvPr/>
          </p:nvSpPr>
          <p:spPr>
            <a:xfrm>
              <a:off x="607931" y="3771923"/>
              <a:ext cx="26700" cy="7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134"/>
            <p:cNvSpPr/>
            <p:nvPr/>
          </p:nvSpPr>
          <p:spPr>
            <a:xfrm>
              <a:off x="607931" y="3909886"/>
              <a:ext cx="267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134"/>
            <p:cNvSpPr/>
            <p:nvPr/>
          </p:nvSpPr>
          <p:spPr>
            <a:xfrm>
              <a:off x="607931" y="4190921"/>
              <a:ext cx="26700" cy="7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134"/>
            <p:cNvSpPr/>
            <p:nvPr/>
          </p:nvSpPr>
          <p:spPr>
            <a:xfrm>
              <a:off x="3275210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134"/>
            <p:cNvSpPr/>
            <p:nvPr/>
          </p:nvSpPr>
          <p:spPr>
            <a:xfrm>
              <a:off x="3135204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134"/>
            <p:cNvSpPr/>
            <p:nvPr/>
          </p:nvSpPr>
          <p:spPr>
            <a:xfrm>
              <a:off x="1183287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134"/>
            <p:cNvSpPr/>
            <p:nvPr/>
          </p:nvSpPr>
          <p:spPr>
            <a:xfrm>
              <a:off x="3833193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134"/>
            <p:cNvSpPr/>
            <p:nvPr/>
          </p:nvSpPr>
          <p:spPr>
            <a:xfrm>
              <a:off x="3415217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134"/>
            <p:cNvSpPr/>
            <p:nvPr/>
          </p:nvSpPr>
          <p:spPr>
            <a:xfrm>
              <a:off x="4114228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134"/>
            <p:cNvSpPr/>
            <p:nvPr/>
          </p:nvSpPr>
          <p:spPr>
            <a:xfrm>
              <a:off x="4254234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134"/>
            <p:cNvSpPr/>
            <p:nvPr/>
          </p:nvSpPr>
          <p:spPr>
            <a:xfrm>
              <a:off x="3973200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134"/>
            <p:cNvSpPr/>
            <p:nvPr/>
          </p:nvSpPr>
          <p:spPr>
            <a:xfrm>
              <a:off x="2997241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134"/>
            <p:cNvSpPr/>
            <p:nvPr/>
          </p:nvSpPr>
          <p:spPr>
            <a:xfrm>
              <a:off x="1043280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134"/>
            <p:cNvSpPr/>
            <p:nvPr/>
          </p:nvSpPr>
          <p:spPr>
            <a:xfrm>
              <a:off x="3555223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134"/>
            <p:cNvSpPr/>
            <p:nvPr/>
          </p:nvSpPr>
          <p:spPr>
            <a:xfrm>
              <a:off x="3696252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134"/>
            <p:cNvSpPr/>
            <p:nvPr/>
          </p:nvSpPr>
          <p:spPr>
            <a:xfrm>
              <a:off x="1461257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134"/>
            <p:cNvSpPr/>
            <p:nvPr/>
          </p:nvSpPr>
          <p:spPr>
            <a:xfrm>
              <a:off x="2857235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134"/>
            <p:cNvSpPr/>
            <p:nvPr/>
          </p:nvSpPr>
          <p:spPr>
            <a:xfrm>
              <a:off x="Q1 27239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134"/>
            <p:cNvSpPr/>
            <p:nvPr/>
          </p:nvSpPr>
          <p:spPr>
            <a:xfrm>
              <a:off x="1741270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134"/>
            <p:cNvSpPr/>
            <p:nvPr/>
          </p:nvSpPr>
          <p:spPr>
            <a:xfrm>
              <a:off x="1601263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134"/>
            <p:cNvSpPr/>
            <p:nvPr/>
          </p:nvSpPr>
          <p:spPr>
            <a:xfrm>
              <a:off x="1881276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134"/>
            <p:cNvSpPr/>
            <p:nvPr/>
          </p:nvSpPr>
          <p:spPr>
            <a:xfrm>
              <a:off x="2299252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134"/>
            <p:cNvSpPr/>
            <p:nvPr/>
          </p:nvSpPr>
          <p:spPr>
            <a:xfrm>
              <a:off x="1321250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134"/>
            <p:cNvSpPr/>
            <p:nvPr/>
          </p:nvSpPr>
          <p:spPr>
            <a:xfrm>
              <a:off x="2717228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134"/>
            <p:cNvSpPr/>
            <p:nvPr/>
          </p:nvSpPr>
          <p:spPr>
            <a:xfrm>
              <a:off x="2577221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134"/>
            <p:cNvSpPr/>
            <p:nvPr/>
          </p:nvSpPr>
          <p:spPr>
            <a:xfrm>
              <a:off x="2439258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134"/>
            <p:cNvSpPr/>
            <p:nvPr/>
          </p:nvSpPr>
          <p:spPr>
            <a:xfrm>
              <a:off x="2159245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134"/>
            <p:cNvSpPr/>
            <p:nvPr/>
          </p:nvSpPr>
          <p:spPr>
            <a:xfrm>
              <a:off x="762246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134"/>
            <p:cNvSpPr/>
            <p:nvPr/>
          </p:nvSpPr>
          <p:spPr>
            <a:xfrm>
              <a:off x="625305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134"/>
            <p:cNvSpPr/>
            <p:nvPr/>
          </p:nvSpPr>
          <p:spPr>
            <a:xfrm>
              <a:off x="903274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134"/>
            <p:cNvSpPr/>
            <p:nvPr/>
          </p:nvSpPr>
          <p:spPr>
            <a:xfrm>
              <a:off x="4391175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134"/>
            <p:cNvSpPr/>
            <p:nvPr/>
          </p:nvSpPr>
          <p:spPr>
            <a:xfrm>
              <a:off x="2456632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134"/>
            <p:cNvSpPr/>
            <p:nvPr/>
          </p:nvSpPr>
          <p:spPr>
            <a:xfrm>
              <a:off x="2596638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134"/>
            <p:cNvSpPr/>
            <p:nvPr/>
          </p:nvSpPr>
          <p:spPr>
            <a:xfrm>
              <a:off x="641656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134"/>
            <p:cNvSpPr/>
            <p:nvPr/>
          </p:nvSpPr>
          <p:spPr>
            <a:xfrm>
              <a:off x="1339645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134"/>
            <p:cNvSpPr/>
            <p:nvPr/>
          </p:nvSpPr>
          <p:spPr>
            <a:xfrm>
              <a:off x="1199638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134"/>
            <p:cNvSpPr/>
            <p:nvPr/>
          </p:nvSpPr>
          <p:spPr>
            <a:xfrm>
              <a:off x="1898649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134"/>
            <p:cNvSpPr/>
            <p:nvPr/>
          </p:nvSpPr>
          <p:spPr>
            <a:xfrm>
              <a:off x="1757621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134"/>
            <p:cNvSpPr/>
            <p:nvPr/>
          </p:nvSpPr>
          <p:spPr>
            <a:xfrm>
              <a:off x="2316625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134"/>
            <p:cNvSpPr/>
            <p:nvPr/>
          </p:nvSpPr>
          <p:spPr>
            <a:xfrm>
              <a:off x="1617614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134"/>
            <p:cNvSpPr/>
            <p:nvPr/>
          </p:nvSpPr>
          <p:spPr>
            <a:xfrm>
              <a:off x="2038656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134"/>
            <p:cNvSpPr/>
            <p:nvPr/>
          </p:nvSpPr>
          <p:spPr>
            <a:xfrm>
              <a:off x="2175596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134"/>
            <p:cNvSpPr/>
            <p:nvPr/>
          </p:nvSpPr>
          <p:spPr>
            <a:xfrm>
              <a:off x="1480673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134"/>
            <p:cNvSpPr/>
            <p:nvPr/>
          </p:nvSpPr>
          <p:spPr>
            <a:xfrm>
              <a:off x="1059632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134"/>
            <p:cNvSpPr/>
            <p:nvPr/>
          </p:nvSpPr>
          <p:spPr>
            <a:xfrm>
              <a:off x="919625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134"/>
            <p:cNvSpPr/>
            <p:nvPr/>
          </p:nvSpPr>
          <p:spPr>
            <a:xfrm>
              <a:off x="781662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134"/>
            <p:cNvSpPr/>
            <p:nvPr/>
          </p:nvSpPr>
          <p:spPr>
            <a:xfrm>
              <a:off x="8508595" y="1820006"/>
              <a:ext cx="246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134"/>
            <p:cNvSpPr/>
            <p:nvPr/>
          </p:nvSpPr>
          <p:spPr>
            <a:xfrm>
              <a:off x="8508595" y="2241048"/>
              <a:ext cx="24600" cy="7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134"/>
            <p:cNvSpPr/>
            <p:nvPr/>
          </p:nvSpPr>
          <p:spPr>
            <a:xfrm>
              <a:off x="8508595" y="2100019"/>
              <a:ext cx="24600" cy="7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134"/>
            <p:cNvSpPr/>
            <p:nvPr/>
          </p:nvSpPr>
          <p:spPr>
            <a:xfrm>
              <a:off x="8508595" y="1960013"/>
              <a:ext cx="246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134"/>
            <p:cNvSpPr/>
            <p:nvPr/>
          </p:nvSpPr>
          <p:spPr>
            <a:xfrm>
              <a:off x="8508595" y="2886918"/>
              <a:ext cx="246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134"/>
            <p:cNvSpPr/>
            <p:nvPr/>
          </p:nvSpPr>
          <p:spPr>
            <a:xfrm>
              <a:off x="8508595" y="2467920"/>
              <a:ext cx="24600" cy="7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134"/>
            <p:cNvSpPr/>
            <p:nvPr/>
          </p:nvSpPr>
          <p:spPr>
            <a:xfrm>
              <a:off x="8508595" y="2605883"/>
              <a:ext cx="24600" cy="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134"/>
            <p:cNvSpPr/>
            <p:nvPr/>
          </p:nvSpPr>
          <p:spPr>
            <a:xfrm>
              <a:off x="8508595" y="2746912"/>
              <a:ext cx="24600" cy="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134"/>
            <p:cNvSpPr/>
            <p:nvPr/>
          </p:nvSpPr>
          <p:spPr>
            <a:xfrm>
              <a:off x="7339489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134"/>
            <p:cNvSpPr/>
            <p:nvPr/>
          </p:nvSpPr>
          <p:spPr>
            <a:xfrm>
              <a:off x="6222502" y="1667737"/>
              <a:ext cx="756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134"/>
            <p:cNvSpPr/>
            <p:nvPr/>
          </p:nvSpPr>
          <p:spPr>
            <a:xfrm>
              <a:off x="6781507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134"/>
            <p:cNvSpPr/>
            <p:nvPr/>
          </p:nvSpPr>
          <p:spPr>
            <a:xfrm>
              <a:off x="6640478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134"/>
            <p:cNvSpPr/>
            <p:nvPr/>
          </p:nvSpPr>
          <p:spPr>
            <a:xfrm>
              <a:off x="6360465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134"/>
            <p:cNvSpPr/>
            <p:nvPr/>
          </p:nvSpPr>
          <p:spPr>
            <a:xfrm>
              <a:off x="7897472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134"/>
            <p:cNvSpPr/>
            <p:nvPr/>
          </p:nvSpPr>
          <p:spPr>
            <a:xfrm>
              <a:off x="7757465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134"/>
            <p:cNvSpPr/>
            <p:nvPr/>
          </p:nvSpPr>
          <p:spPr>
            <a:xfrm>
              <a:off x="8037478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134"/>
            <p:cNvSpPr/>
            <p:nvPr/>
          </p:nvSpPr>
          <p:spPr>
            <a:xfrm>
              <a:off x="7199482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134"/>
            <p:cNvSpPr/>
            <p:nvPr/>
          </p:nvSpPr>
          <p:spPr>
            <a:xfrm>
              <a:off x="7479495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134"/>
            <p:cNvSpPr/>
            <p:nvPr/>
          </p:nvSpPr>
          <p:spPr>
            <a:xfrm>
              <a:off x="7058454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134"/>
            <p:cNvSpPr/>
            <p:nvPr/>
          </p:nvSpPr>
          <p:spPr>
            <a:xfrm>
              <a:off x="7617458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134"/>
            <p:cNvSpPr/>
            <p:nvPr/>
          </p:nvSpPr>
          <p:spPr>
            <a:xfrm>
              <a:off x="6500471" y="1667737"/>
              <a:ext cx="77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134"/>
            <p:cNvSpPr/>
            <p:nvPr/>
          </p:nvSpPr>
          <p:spPr>
            <a:xfrm>
              <a:off x="8315447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134"/>
            <p:cNvSpPr/>
            <p:nvPr/>
          </p:nvSpPr>
          <p:spPr>
            <a:xfrm>
              <a:off x="8175441" y="1667737"/>
              <a:ext cx="765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134"/>
            <p:cNvSpPr/>
            <p:nvPr/>
          </p:nvSpPr>
          <p:spPr>
            <a:xfrm>
              <a:off x="8455454" y="1667737"/>
              <a:ext cx="77668" cy="88910"/>
            </a:xfrm>
            <a:custGeom>
              <a:avLst/>
              <a:gdLst/>
              <a:ahLst/>
              <a:cxnLst/>
              <a:rect l="l" t="t" r="r" b="b"/>
              <a:pathLst>
                <a:path w="76" h="87" extrusionOk="0">
                  <a:moveTo>
                    <a:pt x="73" y="0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52" y="23"/>
                  </a:lnTo>
                  <a:lnTo>
                    <a:pt x="52" y="87"/>
                  </a:lnTo>
                  <a:lnTo>
                    <a:pt x="76" y="87"/>
                  </a:lnTo>
                  <a:lnTo>
                    <a:pt x="76" y="14"/>
                  </a:lnTo>
                  <a:lnTo>
                    <a:pt x="73" y="14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134"/>
            <p:cNvSpPr/>
            <p:nvPr/>
          </p:nvSpPr>
          <p:spPr>
            <a:xfrm>
              <a:off x="6082496" y="1667737"/>
              <a:ext cx="756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134"/>
            <p:cNvSpPr/>
            <p:nvPr/>
          </p:nvSpPr>
          <p:spPr>
            <a:xfrm>
              <a:off x="6921513" y="1667737"/>
              <a:ext cx="74700" cy="2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134"/>
            <p:cNvSpPr/>
            <p:nvPr/>
          </p:nvSpPr>
          <p:spPr>
            <a:xfrm>
              <a:off x="8035434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134"/>
            <p:cNvSpPr/>
            <p:nvPr/>
          </p:nvSpPr>
          <p:spPr>
            <a:xfrm>
              <a:off x="8175441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134"/>
            <p:cNvSpPr/>
            <p:nvPr/>
          </p:nvSpPr>
          <p:spPr>
            <a:xfrm>
              <a:off x="8453410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134"/>
            <p:cNvSpPr/>
            <p:nvPr/>
          </p:nvSpPr>
          <p:spPr>
            <a:xfrm>
              <a:off x="8312382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134"/>
            <p:cNvSpPr/>
            <p:nvPr/>
          </p:nvSpPr>
          <p:spPr>
            <a:xfrm>
              <a:off x="5033979" y="2968674"/>
              <a:ext cx="51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134"/>
            <p:cNvSpPr/>
            <p:nvPr/>
          </p:nvSpPr>
          <p:spPr>
            <a:xfrm>
              <a:off x="5104493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134"/>
            <p:cNvSpPr/>
            <p:nvPr/>
          </p:nvSpPr>
          <p:spPr>
            <a:xfrm>
              <a:off x="5242456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134"/>
            <p:cNvSpPr/>
            <p:nvPr/>
          </p:nvSpPr>
          <p:spPr>
            <a:xfrm>
              <a:off x="5382463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134"/>
            <p:cNvSpPr/>
            <p:nvPr/>
          </p:nvSpPr>
          <p:spPr>
            <a:xfrm>
              <a:off x="7336423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134"/>
            <p:cNvSpPr/>
            <p:nvPr/>
          </p:nvSpPr>
          <p:spPr>
            <a:xfrm>
              <a:off x="7894405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134"/>
            <p:cNvSpPr/>
            <p:nvPr/>
          </p:nvSpPr>
          <p:spPr>
            <a:xfrm>
              <a:off x="5522469" y="2968674"/>
              <a:ext cx="765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134"/>
            <p:cNvSpPr/>
            <p:nvPr/>
          </p:nvSpPr>
          <p:spPr>
            <a:xfrm>
              <a:off x="5662476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134"/>
            <p:cNvSpPr/>
            <p:nvPr/>
          </p:nvSpPr>
          <p:spPr>
            <a:xfrm>
              <a:off x="6080452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134"/>
            <p:cNvSpPr/>
            <p:nvPr/>
          </p:nvSpPr>
          <p:spPr>
            <a:xfrm>
              <a:off x="6220458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134"/>
            <p:cNvSpPr/>
            <p:nvPr/>
          </p:nvSpPr>
          <p:spPr>
            <a:xfrm>
              <a:off x="5802483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134"/>
            <p:cNvSpPr/>
            <p:nvPr/>
          </p:nvSpPr>
          <p:spPr>
            <a:xfrm>
              <a:off x="5940445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134"/>
            <p:cNvSpPr/>
            <p:nvPr/>
          </p:nvSpPr>
          <p:spPr>
            <a:xfrm>
              <a:off x="6498427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134"/>
            <p:cNvSpPr/>
            <p:nvPr/>
          </p:nvSpPr>
          <p:spPr>
            <a:xfrm>
              <a:off x="7196417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134"/>
            <p:cNvSpPr/>
            <p:nvPr/>
          </p:nvSpPr>
          <p:spPr>
            <a:xfrm>
              <a:off x="6360465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134"/>
            <p:cNvSpPr/>
            <p:nvPr/>
          </p:nvSpPr>
          <p:spPr>
            <a:xfrm>
              <a:off x="6778441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134"/>
            <p:cNvSpPr/>
            <p:nvPr/>
          </p:nvSpPr>
          <p:spPr>
            <a:xfrm>
              <a:off x="6918447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134"/>
            <p:cNvSpPr/>
            <p:nvPr/>
          </p:nvSpPr>
          <p:spPr>
            <a:xfrm>
              <a:off x="7056410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134"/>
            <p:cNvSpPr/>
            <p:nvPr/>
          </p:nvSpPr>
          <p:spPr>
            <a:xfrm>
              <a:off x="7476430" y="2968674"/>
              <a:ext cx="756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134"/>
            <p:cNvSpPr/>
            <p:nvPr/>
          </p:nvSpPr>
          <p:spPr>
            <a:xfrm>
              <a:off x="6638434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134"/>
            <p:cNvSpPr/>
            <p:nvPr/>
          </p:nvSpPr>
          <p:spPr>
            <a:xfrm>
              <a:off x="7754399" y="2968674"/>
              <a:ext cx="77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134"/>
            <p:cNvSpPr/>
            <p:nvPr/>
          </p:nvSpPr>
          <p:spPr>
            <a:xfrm>
              <a:off x="7617458" y="2968674"/>
              <a:ext cx="74700" cy="2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134"/>
            <p:cNvSpPr/>
            <p:nvPr/>
          </p:nvSpPr>
          <p:spPr>
            <a:xfrm>
              <a:off x="5988477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134"/>
            <p:cNvSpPr/>
            <p:nvPr/>
          </p:nvSpPr>
          <p:spPr>
            <a:xfrm>
              <a:off x="6268490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134"/>
            <p:cNvSpPr/>
            <p:nvPr/>
          </p:nvSpPr>
          <p:spPr>
            <a:xfrm>
              <a:off x="5848470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134"/>
            <p:cNvSpPr/>
            <p:nvPr/>
          </p:nvSpPr>
          <p:spPr>
            <a:xfrm>
              <a:off x="6128483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134"/>
            <p:cNvSpPr/>
            <p:nvPr/>
          </p:nvSpPr>
          <p:spPr>
            <a:xfrm>
              <a:off x="5570501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134"/>
            <p:cNvSpPr/>
            <p:nvPr/>
          </p:nvSpPr>
          <p:spPr>
            <a:xfrm>
              <a:off x="5710507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134"/>
            <p:cNvSpPr/>
            <p:nvPr/>
          </p:nvSpPr>
          <p:spPr>
            <a:xfrm>
              <a:off x="4732505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134"/>
            <p:cNvSpPr/>
            <p:nvPr/>
          </p:nvSpPr>
          <p:spPr>
            <a:xfrm>
              <a:off x="5012518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134"/>
            <p:cNvSpPr/>
            <p:nvPr/>
          </p:nvSpPr>
          <p:spPr>
            <a:xfrm>
              <a:off x="4594543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134"/>
            <p:cNvSpPr/>
            <p:nvPr/>
          </p:nvSpPr>
          <p:spPr>
            <a:xfrm>
              <a:off x="4872512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134"/>
            <p:cNvSpPr/>
            <p:nvPr/>
          </p:nvSpPr>
          <p:spPr>
            <a:xfrm>
              <a:off x="6546459" y="4272677"/>
              <a:ext cx="67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134"/>
            <p:cNvSpPr/>
            <p:nvPr/>
          </p:nvSpPr>
          <p:spPr>
            <a:xfrm>
              <a:off x="6408496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134"/>
            <p:cNvSpPr/>
            <p:nvPr/>
          </p:nvSpPr>
          <p:spPr>
            <a:xfrm>
              <a:off x="5430494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134"/>
            <p:cNvSpPr/>
            <p:nvPr/>
          </p:nvSpPr>
          <p:spPr>
            <a:xfrm>
              <a:off x="5152525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134"/>
            <p:cNvSpPr/>
            <p:nvPr/>
          </p:nvSpPr>
          <p:spPr>
            <a:xfrm>
              <a:off x="5290487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134"/>
            <p:cNvSpPr/>
            <p:nvPr/>
          </p:nvSpPr>
          <p:spPr>
            <a:xfrm>
              <a:off x="8685392" y="4272677"/>
              <a:ext cx="67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134"/>
            <p:cNvSpPr/>
            <p:nvPr/>
          </p:nvSpPr>
          <p:spPr>
            <a:xfrm>
              <a:off x="8544363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134"/>
            <p:cNvSpPr/>
            <p:nvPr/>
          </p:nvSpPr>
          <p:spPr>
            <a:xfrm>
              <a:off x="6870416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134"/>
            <p:cNvSpPr/>
            <p:nvPr/>
          </p:nvSpPr>
          <p:spPr>
            <a:xfrm>
              <a:off x="7428398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134"/>
            <p:cNvSpPr/>
            <p:nvPr/>
          </p:nvSpPr>
          <p:spPr>
            <a:xfrm>
              <a:off x="8404357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134"/>
            <p:cNvSpPr/>
            <p:nvPr/>
          </p:nvSpPr>
          <p:spPr>
            <a:xfrm>
              <a:off x="7148385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134"/>
            <p:cNvSpPr/>
            <p:nvPr/>
          </p:nvSpPr>
          <p:spPr>
            <a:xfrm>
              <a:off x="6730409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134"/>
            <p:cNvSpPr/>
            <p:nvPr/>
          </p:nvSpPr>
          <p:spPr>
            <a:xfrm>
              <a:off x="7566361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134"/>
            <p:cNvSpPr/>
            <p:nvPr/>
          </p:nvSpPr>
          <p:spPr>
            <a:xfrm>
              <a:off x="7288392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134"/>
            <p:cNvSpPr/>
            <p:nvPr/>
          </p:nvSpPr>
          <p:spPr>
            <a:xfrm>
              <a:off x="7008379" y="4272677"/>
              <a:ext cx="765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134"/>
            <p:cNvSpPr/>
            <p:nvPr/>
          </p:nvSpPr>
          <p:spPr>
            <a:xfrm>
              <a:off x="8264350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134"/>
            <p:cNvSpPr/>
            <p:nvPr/>
          </p:nvSpPr>
          <p:spPr>
            <a:xfrm>
              <a:off x="8124344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134"/>
            <p:cNvSpPr/>
            <p:nvPr/>
          </p:nvSpPr>
          <p:spPr>
            <a:xfrm>
              <a:off x="7986381" y="4272677"/>
              <a:ext cx="756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134"/>
            <p:cNvSpPr/>
            <p:nvPr/>
          </p:nvSpPr>
          <p:spPr>
            <a:xfrm>
              <a:off x="7706367" y="4272677"/>
              <a:ext cx="77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134"/>
            <p:cNvSpPr/>
            <p:nvPr/>
          </p:nvSpPr>
          <p:spPr>
            <a:xfrm>
              <a:off x="7846374" y="4272677"/>
              <a:ext cx="74700" cy="2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7" name="Google Shape;2987;p134"/>
          <p:cNvSpPr/>
          <p:nvPr/>
        </p:nvSpPr>
        <p:spPr>
          <a:xfrm>
            <a:off x="1587255" y="1841501"/>
            <a:ext cx="1594235" cy="771228"/>
          </a:xfrm>
          <a:custGeom>
            <a:avLst/>
            <a:gdLst/>
            <a:ahLst/>
            <a:cxnLst/>
            <a:rect l="l" t="t" r="r" b="b"/>
            <a:pathLst>
              <a:path w="1170" h="566" extrusionOk="0">
                <a:moveTo>
                  <a:pt x="0" y="0"/>
                </a:moveTo>
                <a:lnTo>
                  <a:pt x="1170" y="0"/>
                </a:lnTo>
                <a:lnTo>
                  <a:pt x="1170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Q1 26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p134"/>
          <p:cNvSpPr/>
          <p:nvPr/>
        </p:nvSpPr>
        <p:spPr>
          <a:xfrm>
            <a:off x="5282611" y="1841501"/>
            <a:ext cx="1596960" cy="771228"/>
          </a:xfrm>
          <a:custGeom>
            <a:avLst/>
            <a:gdLst/>
            <a:ahLst/>
            <a:cxnLst/>
            <a:rect l="l" t="t" r="r" b="b"/>
            <a:pathLst>
              <a:path w="1172" h="566" extrusionOk="0">
                <a:moveTo>
                  <a:pt x="0" y="0"/>
                </a:moveTo>
                <a:lnTo>
                  <a:pt x="1172" y="0"/>
                </a:lnTo>
                <a:lnTo>
                  <a:pt x="1172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Q2 26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p134"/>
          <p:cNvSpPr/>
          <p:nvPr/>
        </p:nvSpPr>
        <p:spPr>
          <a:xfrm>
            <a:off x="4441889" y="3580171"/>
            <a:ext cx="1596960" cy="768504"/>
          </a:xfrm>
          <a:custGeom>
            <a:avLst/>
            <a:gdLst/>
            <a:ahLst/>
            <a:cxnLst/>
            <a:rect l="l" t="t" r="r" b="b"/>
            <a:pathLst>
              <a:path w="1172" h="564" extrusionOk="0">
                <a:moveTo>
                  <a:pt x="1172" y="0"/>
                </a:moveTo>
                <a:lnTo>
                  <a:pt x="0" y="0"/>
                </a:lnTo>
                <a:lnTo>
                  <a:pt x="0" y="564"/>
                </a:lnTo>
                <a:lnTo>
                  <a:pt x="1172" y="564"/>
                </a:lnTo>
                <a:lnTo>
                  <a:pt x="1172" y="0"/>
                </a:lnTo>
                <a:lnTo>
                  <a:pt x="1172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Q1 27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134"/>
          <p:cNvSpPr/>
          <p:nvPr/>
        </p:nvSpPr>
        <p:spPr>
          <a:xfrm>
            <a:off x="2756360" y="5316118"/>
            <a:ext cx="1598325" cy="771228"/>
          </a:xfrm>
          <a:custGeom>
            <a:avLst/>
            <a:gdLst/>
            <a:ahLst/>
            <a:cxnLst/>
            <a:rect l="l" t="t" r="r" b="b"/>
            <a:pathLst>
              <a:path w="1173" h="566" extrusionOk="0">
                <a:moveTo>
                  <a:pt x="0" y="0"/>
                </a:moveTo>
                <a:lnTo>
                  <a:pt x="1173" y="0"/>
                </a:lnTo>
                <a:lnTo>
                  <a:pt x="1173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Q4 27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134"/>
          <p:cNvSpPr/>
          <p:nvPr/>
        </p:nvSpPr>
        <p:spPr>
          <a:xfrm>
            <a:off x="1431919" y="3580171"/>
            <a:ext cx="1595597" cy="768504"/>
          </a:xfrm>
          <a:custGeom>
            <a:avLst/>
            <a:gdLst/>
            <a:ahLst/>
            <a:cxnLst/>
            <a:rect l="l" t="t" r="r" b="b"/>
            <a:pathLst>
              <a:path w="1171" h="564" extrusionOk="0">
                <a:moveTo>
                  <a:pt x="1171" y="0"/>
                </a:moveTo>
                <a:lnTo>
                  <a:pt x="0" y="0"/>
                </a:lnTo>
                <a:lnTo>
                  <a:pt x="0" y="564"/>
                </a:lnTo>
                <a:lnTo>
                  <a:pt x="1171" y="564"/>
                </a:lnTo>
                <a:lnTo>
                  <a:pt x="1171" y="0"/>
                </a:lnTo>
                <a:lnTo>
                  <a:pt x="1171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Q4 26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134"/>
          <p:cNvSpPr/>
          <p:nvPr/>
        </p:nvSpPr>
        <p:spPr>
          <a:xfrm>
            <a:off x="8980692" y="1841501"/>
            <a:ext cx="1594235" cy="771228"/>
          </a:xfrm>
          <a:custGeom>
            <a:avLst/>
            <a:gdLst/>
            <a:ahLst/>
            <a:cxnLst/>
            <a:rect l="l" t="t" r="r" b="b"/>
            <a:pathLst>
              <a:path w="1170" h="566" extrusionOk="0">
                <a:moveTo>
                  <a:pt x="0" y="0"/>
                </a:moveTo>
                <a:lnTo>
                  <a:pt x="1170" y="0"/>
                </a:lnTo>
                <a:lnTo>
                  <a:pt x="1170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Q3 26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134"/>
          <p:cNvSpPr/>
          <p:nvPr/>
        </p:nvSpPr>
        <p:spPr>
          <a:xfrm>
            <a:off x="8390690" y="3580171"/>
            <a:ext cx="1598325" cy="768504"/>
          </a:xfrm>
          <a:custGeom>
            <a:avLst/>
            <a:gdLst/>
            <a:ahLst/>
            <a:cxnLst/>
            <a:rect l="l" t="t" r="r" b="b"/>
            <a:pathLst>
              <a:path w="1173" h="564" extrusionOk="0">
                <a:moveTo>
                  <a:pt x="1173" y="0"/>
                </a:moveTo>
                <a:lnTo>
                  <a:pt x="0" y="0"/>
                </a:lnTo>
                <a:lnTo>
                  <a:pt x="0" y="564"/>
                </a:lnTo>
                <a:lnTo>
                  <a:pt x="1173" y="564"/>
                </a:lnTo>
                <a:lnTo>
                  <a:pt x="1173" y="0"/>
                </a:lnTo>
                <a:lnTo>
                  <a:pt x="1173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Q2 27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134"/>
          <p:cNvSpPr/>
          <p:nvPr/>
        </p:nvSpPr>
        <p:spPr>
          <a:xfrm>
            <a:off x="6564812" y="5316118"/>
            <a:ext cx="1594235" cy="771228"/>
          </a:xfrm>
          <a:custGeom>
            <a:avLst/>
            <a:gdLst/>
            <a:ahLst/>
            <a:cxnLst/>
            <a:rect l="l" t="t" r="r" b="b"/>
            <a:pathLst>
              <a:path w="1170" h="566" extrusionOk="0">
                <a:moveTo>
                  <a:pt x="0" y="0"/>
                </a:moveTo>
                <a:lnTo>
                  <a:pt x="1170" y="0"/>
                </a:lnTo>
                <a:lnTo>
                  <a:pt x="1170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Q2 28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5" name="Google Shape;2995;p134"/>
          <p:cNvSpPr/>
          <p:nvPr/>
        </p:nvSpPr>
        <p:spPr>
          <a:xfrm>
            <a:off x="9411272" y="5316118"/>
            <a:ext cx="1598325" cy="771228"/>
          </a:xfrm>
          <a:custGeom>
            <a:avLst/>
            <a:gdLst/>
            <a:ahLst/>
            <a:cxnLst/>
            <a:rect l="l" t="t" r="r" b="b"/>
            <a:pathLst>
              <a:path w="1173" h="566" extrusionOk="0">
                <a:moveTo>
                  <a:pt x="0" y="0"/>
                </a:moveTo>
                <a:lnTo>
                  <a:pt x="1173" y="0"/>
                </a:lnTo>
                <a:lnTo>
                  <a:pt x="1173" y="566"/>
                </a:lnTo>
                <a:lnTo>
                  <a:pt x="0" y="56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lin ang="5400012" scaled="0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" sz="1600" b="1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Q4 28</a:t>
            </a:r>
            <a:endParaRPr sz="1600" b="1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3" name="Google Shape;18533;p2201"/>
          <p:cNvSpPr txBox="1">
            <a:spLocks noGrp="1"/>
          </p:cNvSpPr>
          <p:nvPr>
            <p:ph type="title"/>
          </p:nvPr>
        </p:nvSpPr>
        <p:spPr>
          <a:xfrm>
            <a:off x="332271" y="324001"/>
            <a:ext cx="84816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lt1"/>
              </a:buClr>
              <a:buSzPts val="2700"/>
            </a:pPr>
            <a:r>
              <a:rPr lang="en" sz="1467">
                <a:solidFill>
                  <a:schemeClr val="lt1"/>
                </a:solidFill>
              </a:rPr>
              <a:t>Platform Architecture</a:t>
            </a:r>
            <a:endParaRPr sz="1467"/>
          </a:p>
        </p:txBody>
      </p:sp>
      <p:grpSp>
        <p:nvGrpSpPr>
          <p:cNvPr id="18534" name="Google Shape;18534;p2201"/>
          <p:cNvGrpSpPr/>
          <p:nvPr/>
        </p:nvGrpSpPr>
        <p:grpSpPr>
          <a:xfrm rot="-1381867">
            <a:off x="1043750" y="2989906"/>
            <a:ext cx="10209807" cy="1144921"/>
            <a:chOff x="986430" y="3215934"/>
            <a:chExt cx="10207136" cy="1144903"/>
          </a:xfrm>
        </p:grpSpPr>
        <p:sp>
          <p:nvSpPr>
            <p:cNvPr id="18535" name="Google Shape;18535;p2201"/>
            <p:cNvSpPr/>
            <p:nvPr/>
          </p:nvSpPr>
          <p:spPr>
            <a:xfrm>
              <a:off x="7771529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6" name="Google Shape;18536;p2201"/>
            <p:cNvSpPr/>
            <p:nvPr/>
          </p:nvSpPr>
          <p:spPr>
            <a:xfrm>
              <a:off x="8761971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7" name="Google Shape;18537;p2201"/>
            <p:cNvSpPr/>
            <p:nvPr/>
          </p:nvSpPr>
          <p:spPr>
            <a:xfrm>
              <a:off x="986430" y="3490894"/>
              <a:ext cx="598200" cy="5982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8" name="Google Shape;18538;p2201"/>
            <p:cNvSpPr/>
            <p:nvPr/>
          </p:nvSpPr>
          <p:spPr>
            <a:xfrm>
              <a:off x="1129131" y="3637591"/>
              <a:ext cx="2057400" cy="304800"/>
            </a:xfrm>
            <a:prstGeom prst="roundRect">
              <a:avLst>
                <a:gd name="adj" fmla="val 50000"/>
              </a:avLst>
            </a:prstGeom>
            <a:solidFill>
              <a:schemeClr val="dk2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9" name="Google Shape;18539;p2201"/>
            <p:cNvSpPr/>
            <p:nvPr/>
          </p:nvSpPr>
          <p:spPr>
            <a:xfrm>
              <a:off x="2785421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0" name="Google Shape;18540;p2201"/>
            <p:cNvSpPr/>
            <p:nvPr/>
          </p:nvSpPr>
          <p:spPr>
            <a:xfrm>
              <a:off x="2874092" y="3637591"/>
              <a:ext cx="1671000" cy="30480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1" name="Google Shape;18541;p2201"/>
            <p:cNvSpPr/>
            <p:nvPr/>
          </p:nvSpPr>
          <p:spPr>
            <a:xfrm>
              <a:off x="4142779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2" name="Google Shape;18542;p2201"/>
            <p:cNvSpPr/>
            <p:nvPr/>
          </p:nvSpPr>
          <p:spPr>
            <a:xfrm>
              <a:off x="4241873" y="3637961"/>
              <a:ext cx="1614900" cy="3048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3" name="Google Shape;18543;p2201"/>
            <p:cNvSpPr/>
            <p:nvPr/>
          </p:nvSpPr>
          <p:spPr>
            <a:xfrm>
              <a:off x="5461105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4" name="Google Shape;18544;p2201"/>
            <p:cNvSpPr/>
            <p:nvPr/>
          </p:nvSpPr>
          <p:spPr>
            <a:xfrm>
              <a:off x="5555578" y="3637591"/>
              <a:ext cx="1536000" cy="3048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5" name="Google Shape;18545;p2201"/>
            <p:cNvSpPr/>
            <p:nvPr/>
          </p:nvSpPr>
          <p:spPr>
            <a:xfrm>
              <a:off x="6685872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6" name="Google Shape;18546;p2201"/>
            <p:cNvSpPr/>
            <p:nvPr/>
          </p:nvSpPr>
          <p:spPr>
            <a:xfrm>
              <a:off x="6783248" y="3637591"/>
              <a:ext cx="1386900" cy="3048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7" name="Google Shape;18547;p2201"/>
            <p:cNvSpPr/>
            <p:nvPr/>
          </p:nvSpPr>
          <p:spPr>
            <a:xfrm>
              <a:off x="7864642" y="3637591"/>
              <a:ext cx="1301700" cy="3048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8" name="Google Shape;18548;p2201"/>
            <p:cNvSpPr/>
            <p:nvPr/>
          </p:nvSpPr>
          <p:spPr>
            <a:xfrm>
              <a:off x="9694156" y="3544332"/>
              <a:ext cx="491400" cy="491400"/>
            </a:xfrm>
            <a:prstGeom prst="ellipse">
              <a:avLst/>
            </a:prstGeom>
            <a:solidFill>
              <a:schemeClr val="dk1">
                <a:alpha val="149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9" name="Google Shape;18549;p2201"/>
            <p:cNvSpPr/>
            <p:nvPr/>
          </p:nvSpPr>
          <p:spPr>
            <a:xfrm>
              <a:off x="9785358" y="3637591"/>
              <a:ext cx="1306500" cy="304800"/>
            </a:xfrm>
            <a:prstGeom prst="roundRect">
              <a:avLst>
                <a:gd name="adj" fmla="val 50000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0" name="Google Shape;18550;p2201"/>
            <p:cNvSpPr/>
            <p:nvPr/>
          </p:nvSpPr>
          <p:spPr>
            <a:xfrm>
              <a:off x="8862250" y="3637591"/>
              <a:ext cx="1228800" cy="3048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6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1" name="Google Shape;18551;p2201"/>
            <p:cNvSpPr/>
            <p:nvPr/>
          </p:nvSpPr>
          <p:spPr>
            <a:xfrm rot="2700000">
              <a:off x="10395281" y="3457374"/>
              <a:ext cx="809072" cy="304622"/>
            </a:xfrm>
            <a:prstGeom prst="roundRect">
              <a:avLst>
                <a:gd name="adj" fmla="val 50000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2" name="Google Shape;18552;p2201"/>
            <p:cNvSpPr/>
            <p:nvPr/>
          </p:nvSpPr>
          <p:spPr>
            <a:xfrm rot="-2700000" flipH="1">
              <a:off x="10395190" y="3814777"/>
              <a:ext cx="809072" cy="304622"/>
            </a:xfrm>
            <a:prstGeom prst="roundRect">
              <a:avLst>
                <a:gd name="adj" fmla="val 50000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3" name="Google Shape;18553;p2201"/>
            <p:cNvSpPr/>
            <p:nvPr/>
          </p:nvSpPr>
          <p:spPr>
            <a:xfrm rot="1274154">
              <a:off x="1124743" y="3626252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4" name="Google Shape;18554;p2201"/>
            <p:cNvSpPr/>
            <p:nvPr/>
          </p:nvSpPr>
          <p:spPr>
            <a:xfrm rot="1274154">
              <a:off x="2877342" y="3640881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5" name="Google Shape;18555;p2201"/>
            <p:cNvSpPr/>
            <p:nvPr/>
          </p:nvSpPr>
          <p:spPr>
            <a:xfrm rot="1274154">
              <a:off x="4240119" y="3636772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6" name="Google Shape;18556;p2201"/>
            <p:cNvSpPr/>
            <p:nvPr/>
          </p:nvSpPr>
          <p:spPr>
            <a:xfrm rot="1274154">
              <a:off x="5552937" y="3634961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7" name="Google Shape;18557;p2201"/>
            <p:cNvSpPr/>
            <p:nvPr/>
          </p:nvSpPr>
          <p:spPr>
            <a:xfrm rot="1274154">
              <a:off x="6783748" y="3637863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8" name="Google Shape;18558;p2201"/>
            <p:cNvSpPr/>
            <p:nvPr/>
          </p:nvSpPr>
          <p:spPr>
            <a:xfrm rot="1274154">
              <a:off x="7865063" y="3637865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9" name="Google Shape;18559;p2201"/>
            <p:cNvSpPr/>
            <p:nvPr/>
          </p:nvSpPr>
          <p:spPr>
            <a:xfrm rot="1274154">
              <a:off x="8860744" y="3637865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0" name="Google Shape;18560;p2201"/>
            <p:cNvSpPr/>
            <p:nvPr/>
          </p:nvSpPr>
          <p:spPr>
            <a:xfrm rot="1274154">
              <a:off x="9786754" y="3637865"/>
              <a:ext cx="304797" cy="304797"/>
            </a:xfrm>
            <a:prstGeom prst="ellipse">
              <a:avLst/>
            </a:prstGeom>
            <a:solidFill>
              <a:schemeClr val="dk1">
                <a:alpha val="298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1" name="Google Shape;18561;p2201"/>
          <p:cNvGrpSpPr/>
          <p:nvPr/>
        </p:nvGrpSpPr>
        <p:grpSpPr>
          <a:xfrm>
            <a:off x="1476643" y="4151223"/>
            <a:ext cx="558131" cy="814317"/>
            <a:chOff x="1370011" y="4028768"/>
            <a:chExt cx="697430" cy="1017896"/>
          </a:xfrm>
        </p:grpSpPr>
        <p:sp>
          <p:nvSpPr>
            <p:cNvPr id="18562" name="Google Shape;18562;p2201"/>
            <p:cNvSpPr/>
            <p:nvPr/>
          </p:nvSpPr>
          <p:spPr>
            <a:xfrm>
              <a:off x="1370011" y="4028768"/>
              <a:ext cx="697430" cy="1017896"/>
            </a:xfrm>
            <a:custGeom>
              <a:avLst/>
              <a:gdLst/>
              <a:ahLst/>
              <a:cxnLst/>
              <a:rect l="l" t="t" r="r" b="b"/>
              <a:pathLst>
                <a:path w="638380" h="931713" extrusionOk="0">
                  <a:moveTo>
                    <a:pt x="24" y="319178"/>
                  </a:moveTo>
                  <a:cubicBezTo>
                    <a:pt x="2899" y="163902"/>
                    <a:pt x="142925" y="0"/>
                    <a:pt x="319202" y="0"/>
                  </a:cubicBezTo>
                  <a:cubicBezTo>
                    <a:pt x="495479" y="0"/>
                    <a:pt x="638380" y="142901"/>
                    <a:pt x="638380" y="319178"/>
                  </a:cubicBezTo>
                  <a:cubicBezTo>
                    <a:pt x="638380" y="495455"/>
                    <a:pt x="341661" y="937591"/>
                    <a:pt x="301950" y="931654"/>
                  </a:cubicBezTo>
                  <a:cubicBezTo>
                    <a:pt x="262239" y="925717"/>
                    <a:pt x="-2851" y="474454"/>
                    <a:pt x="24" y="319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3" name="Google Shape;18563;p2201"/>
            <p:cNvSpPr/>
            <p:nvPr/>
          </p:nvSpPr>
          <p:spPr>
            <a:xfrm>
              <a:off x="1462767" y="4120468"/>
              <a:ext cx="518400" cy="518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rgbClr val="262626"/>
                  </a:solidFill>
                </a:rPr>
                <a:t>*</a:t>
              </a:r>
              <a:endParaRPr sz="1467"/>
            </a:p>
          </p:txBody>
        </p:sp>
      </p:grpSp>
      <p:sp>
        <p:nvSpPr>
          <p:cNvPr id="18564" name="Google Shape;18564;p2201"/>
          <p:cNvSpPr txBox="1"/>
          <p:nvPr/>
        </p:nvSpPr>
        <p:spPr>
          <a:xfrm>
            <a:off x="977383" y="5836300"/>
            <a:ext cx="1450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r"/>
            <a:r>
              <a:rPr lang="en" sz="2400">
                <a:solidFill>
                  <a:srgbClr val="FFFFFF"/>
                </a:solidFill>
              </a:rPr>
              <a:t>Agent SDKs</a:t>
            </a:r>
            <a:endParaRPr sz="1467">
              <a:solidFill>
                <a:srgbClr val="FFFFFF"/>
              </a:solidFill>
            </a:endParaRPr>
          </a:p>
        </p:txBody>
      </p:sp>
      <p:grpSp>
        <p:nvGrpSpPr>
          <p:cNvPr id="18565" name="Google Shape;18565;p2201"/>
          <p:cNvGrpSpPr/>
          <p:nvPr/>
        </p:nvGrpSpPr>
        <p:grpSpPr>
          <a:xfrm>
            <a:off x="3332307" y="4763579"/>
            <a:ext cx="3379800" cy="963331"/>
            <a:chOff x="3198812" y="2895600"/>
            <a:chExt cx="2542732" cy="609600"/>
          </a:xfrm>
        </p:grpSpPr>
        <p:cxnSp>
          <p:nvCxnSpPr>
            <p:cNvPr id="18566" name="Google Shape;18566;p2201"/>
            <p:cNvCxnSpPr/>
            <p:nvPr/>
          </p:nvCxnSpPr>
          <p:spPr>
            <a:xfrm>
              <a:off x="3198812" y="2895600"/>
              <a:ext cx="381000" cy="609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67" name="Google Shape;18567;p2201"/>
            <p:cNvCxnSpPr/>
            <p:nvPr/>
          </p:nvCxnSpPr>
          <p:spPr>
            <a:xfrm>
              <a:off x="3576744" y="3505200"/>
              <a:ext cx="2164800" cy="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68" name="Google Shape;18568;p2201"/>
          <p:cNvGrpSpPr/>
          <p:nvPr/>
        </p:nvGrpSpPr>
        <p:grpSpPr>
          <a:xfrm>
            <a:off x="3831833" y="5317731"/>
            <a:ext cx="3188651" cy="1316942"/>
            <a:chOff x="3670080" y="5330038"/>
            <a:chExt cx="3187800" cy="1316943"/>
          </a:xfrm>
        </p:grpSpPr>
        <p:sp>
          <p:nvSpPr>
            <p:cNvPr id="18569" name="Google Shape;18569;p2201"/>
            <p:cNvSpPr txBox="1"/>
            <p:nvPr/>
          </p:nvSpPr>
          <p:spPr>
            <a:xfrm>
              <a:off x="3670080" y="5754468"/>
              <a:ext cx="2957700" cy="892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SzPts val="1100"/>
              </a:pPr>
              <a:r>
                <a:rPr lang="en"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K8s, AWS/GCP, Terraform, ArgoCD</a:t>
              </a: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>
                <a:buClr>
                  <a:schemeClr val="dk1"/>
                </a:buClr>
                <a:buSzPts val="1100"/>
              </a:pPr>
              <a:endPara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8570" name="Google Shape;18570;p2201"/>
            <p:cNvSpPr txBox="1"/>
            <p:nvPr/>
          </p:nvSpPr>
          <p:spPr>
            <a:xfrm>
              <a:off x="3670080" y="5330038"/>
              <a:ext cx="31878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rgbClr val="FFFFFF"/>
                  </a:solidFill>
                </a:rPr>
                <a:t>Infrastructure</a:t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71" name="Google Shape;18571;p2201"/>
          <p:cNvGrpSpPr/>
          <p:nvPr/>
        </p:nvGrpSpPr>
        <p:grpSpPr>
          <a:xfrm rot="10800000">
            <a:off x="921052" y="3482736"/>
            <a:ext cx="3644813" cy="725643"/>
            <a:chOff x="3091414" y="2977485"/>
            <a:chExt cx="2650130" cy="527715"/>
          </a:xfrm>
        </p:grpSpPr>
        <p:cxnSp>
          <p:nvCxnSpPr>
            <p:cNvPr id="18572" name="Google Shape;18572;p2201"/>
            <p:cNvCxnSpPr/>
            <p:nvPr/>
          </p:nvCxnSpPr>
          <p:spPr>
            <a:xfrm>
              <a:off x="3091414" y="2977485"/>
              <a:ext cx="488400" cy="5277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73" name="Google Shape;18573;p2201"/>
            <p:cNvCxnSpPr/>
            <p:nvPr/>
          </p:nvCxnSpPr>
          <p:spPr>
            <a:xfrm>
              <a:off x="3576744" y="3505200"/>
              <a:ext cx="2164800" cy="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74" name="Google Shape;18574;p2201"/>
          <p:cNvGrpSpPr/>
          <p:nvPr/>
        </p:nvGrpSpPr>
        <p:grpSpPr>
          <a:xfrm>
            <a:off x="744900" y="3043603"/>
            <a:ext cx="3188571" cy="1282200"/>
            <a:chOff x="3670070" y="5224948"/>
            <a:chExt cx="3636600" cy="1282199"/>
          </a:xfrm>
        </p:grpSpPr>
        <p:sp>
          <p:nvSpPr>
            <p:cNvPr id="18575" name="Google Shape;18575;p2201"/>
            <p:cNvSpPr txBox="1"/>
            <p:nvPr/>
          </p:nvSpPr>
          <p:spPr>
            <a:xfrm>
              <a:off x="3670081" y="5799301"/>
              <a:ext cx="2901600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SzPts val="1100"/>
              </a:pPr>
              <a:r>
                <a:rPr lang="en" sz="1200">
                  <a:solidFill>
                    <a:srgbClr val="434343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"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ClickHouse, Prometheus, Grafana</a:t>
              </a: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>
                <a:buClr>
                  <a:schemeClr val="dk1"/>
                </a:buClr>
                <a:buSzPts val="1100"/>
              </a:pP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endParaRPr sz="1600">
                <a:solidFill>
                  <a:schemeClr val="lt1"/>
                </a:solidFill>
              </a:endParaRPr>
            </a:p>
          </p:txBody>
        </p:sp>
        <p:sp>
          <p:nvSpPr>
            <p:cNvPr id="18576" name="Google Shape;18576;p2201"/>
            <p:cNvSpPr txBox="1"/>
            <p:nvPr/>
          </p:nvSpPr>
          <p:spPr>
            <a:xfrm>
              <a:off x="3670070" y="5224948"/>
              <a:ext cx="36366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chemeClr val="lt1"/>
                  </a:solidFill>
                </a:rPr>
                <a:t>Observability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77" name="Google Shape;18577;p2201"/>
          <p:cNvGrpSpPr/>
          <p:nvPr/>
        </p:nvGrpSpPr>
        <p:grpSpPr>
          <a:xfrm>
            <a:off x="5798932" y="3864279"/>
            <a:ext cx="2642464" cy="867287"/>
            <a:chOff x="3164034" y="2852516"/>
            <a:chExt cx="1988011" cy="652684"/>
          </a:xfrm>
        </p:grpSpPr>
        <p:cxnSp>
          <p:nvCxnSpPr>
            <p:cNvPr id="18578" name="Google Shape;18578;p2201"/>
            <p:cNvCxnSpPr>
              <a:stCxn id="18556" idx="4"/>
            </p:cNvCxnSpPr>
            <p:nvPr/>
          </p:nvCxnSpPr>
          <p:spPr>
            <a:xfrm>
              <a:off x="3164034" y="2852516"/>
              <a:ext cx="415800" cy="6525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79" name="Google Shape;18579;p2201"/>
            <p:cNvCxnSpPr/>
            <p:nvPr/>
          </p:nvCxnSpPr>
          <p:spPr>
            <a:xfrm>
              <a:off x="3576745" y="3505200"/>
              <a:ext cx="1575300" cy="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80" name="Google Shape;18580;p2201"/>
          <p:cNvGrpSpPr/>
          <p:nvPr/>
        </p:nvGrpSpPr>
        <p:grpSpPr>
          <a:xfrm>
            <a:off x="6344688" y="4292298"/>
            <a:ext cx="3143051" cy="783411"/>
            <a:chOff x="3670080" y="5146415"/>
            <a:chExt cx="3142213" cy="783412"/>
          </a:xfrm>
        </p:grpSpPr>
        <p:sp>
          <p:nvSpPr>
            <p:cNvPr id="18581" name="Google Shape;18581;p2201"/>
            <p:cNvSpPr txBox="1"/>
            <p:nvPr/>
          </p:nvSpPr>
          <p:spPr>
            <a:xfrm>
              <a:off x="3670080" y="5652868"/>
              <a:ext cx="20961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200">
                  <a:solidFill>
                    <a:schemeClr val="lt1"/>
                  </a:solidFill>
                </a:rPr>
                <a:t>Kong, OAuth 2.0, mTLS</a:t>
              </a: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2" name="Google Shape;18582;p2201"/>
            <p:cNvSpPr txBox="1"/>
            <p:nvPr/>
          </p:nvSpPr>
          <p:spPr>
            <a:xfrm>
              <a:off x="3670093" y="5146415"/>
              <a:ext cx="31422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chemeClr val="lt1"/>
                  </a:solidFill>
                </a:rPr>
                <a:t>API Gateway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83" name="Google Shape;18583;p2201"/>
          <p:cNvGrpSpPr/>
          <p:nvPr/>
        </p:nvGrpSpPr>
        <p:grpSpPr>
          <a:xfrm rot="10800000">
            <a:off x="3426967" y="2378763"/>
            <a:ext cx="3497104" cy="838240"/>
            <a:chOff x="3198812" y="2895600"/>
            <a:chExt cx="2542732" cy="609600"/>
          </a:xfrm>
        </p:grpSpPr>
        <p:cxnSp>
          <p:nvCxnSpPr>
            <p:cNvPr id="18584" name="Google Shape;18584;p2201"/>
            <p:cNvCxnSpPr/>
            <p:nvPr/>
          </p:nvCxnSpPr>
          <p:spPr>
            <a:xfrm>
              <a:off x="3198812" y="2895600"/>
              <a:ext cx="381000" cy="609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85" name="Google Shape;18585;p2201"/>
            <p:cNvCxnSpPr/>
            <p:nvPr/>
          </p:nvCxnSpPr>
          <p:spPr>
            <a:xfrm>
              <a:off x="3576744" y="3505200"/>
              <a:ext cx="2164800" cy="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86" name="Google Shape;18586;p2201"/>
          <p:cNvGrpSpPr/>
          <p:nvPr/>
        </p:nvGrpSpPr>
        <p:grpSpPr>
          <a:xfrm>
            <a:off x="3341666" y="1946415"/>
            <a:ext cx="3143037" cy="1152742"/>
            <a:chOff x="3670066" y="5146431"/>
            <a:chExt cx="3142200" cy="1152742"/>
          </a:xfrm>
        </p:grpSpPr>
        <p:sp>
          <p:nvSpPr>
            <p:cNvPr id="18587" name="Google Shape;18587;p2201"/>
            <p:cNvSpPr txBox="1"/>
            <p:nvPr/>
          </p:nvSpPr>
          <p:spPr>
            <a:xfrm>
              <a:off x="3670066" y="5652883"/>
              <a:ext cx="3142200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"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Common Data Model, Digital Lab, Excel/O365, Business accelerators,Power ΒΙ/Tableau</a:t>
              </a:r>
              <a:endPara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8" name="Google Shape;18588;p2201"/>
            <p:cNvSpPr txBox="1"/>
            <p:nvPr/>
          </p:nvSpPr>
          <p:spPr>
            <a:xfrm>
              <a:off x="3670081" y="5146431"/>
              <a:ext cx="29016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chemeClr val="lt1"/>
                  </a:solidFill>
                </a:rPr>
                <a:t>Core Services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89" name="Google Shape;18589;p2201"/>
          <p:cNvGrpSpPr/>
          <p:nvPr/>
        </p:nvGrpSpPr>
        <p:grpSpPr>
          <a:xfrm>
            <a:off x="7919567" y="2807931"/>
            <a:ext cx="3062787" cy="810036"/>
            <a:chOff x="3198812" y="2895600"/>
            <a:chExt cx="2304233" cy="609600"/>
          </a:xfrm>
        </p:grpSpPr>
        <p:cxnSp>
          <p:nvCxnSpPr>
            <p:cNvPr id="18590" name="Google Shape;18590;p2201"/>
            <p:cNvCxnSpPr/>
            <p:nvPr/>
          </p:nvCxnSpPr>
          <p:spPr>
            <a:xfrm>
              <a:off x="3198812" y="2895600"/>
              <a:ext cx="381000" cy="609600"/>
            </a:xfrm>
            <a:prstGeom prst="straightConnector1">
              <a:avLst/>
            </a:prstGeom>
            <a:noFill/>
            <a:ln w="9525" cap="flat" cmpd="sng">
              <a:solidFill>
                <a:srgbClr val="F2F2F2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91" name="Google Shape;18591;p2201"/>
            <p:cNvCxnSpPr/>
            <p:nvPr/>
          </p:nvCxnSpPr>
          <p:spPr>
            <a:xfrm>
              <a:off x="3576745" y="3505200"/>
              <a:ext cx="1926300" cy="0"/>
            </a:xfrm>
            <a:prstGeom prst="straightConnector1">
              <a:avLst/>
            </a:prstGeom>
            <a:noFill/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92" name="Google Shape;18592;p2201"/>
          <p:cNvGrpSpPr/>
          <p:nvPr/>
        </p:nvGrpSpPr>
        <p:grpSpPr>
          <a:xfrm>
            <a:off x="8419096" y="3178719"/>
            <a:ext cx="2791944" cy="783397"/>
            <a:chOff x="3670080" y="5146431"/>
            <a:chExt cx="2791200" cy="783396"/>
          </a:xfrm>
        </p:grpSpPr>
        <p:sp>
          <p:nvSpPr>
            <p:cNvPr id="18593" name="Google Shape;18593;p2201"/>
            <p:cNvSpPr txBox="1"/>
            <p:nvPr/>
          </p:nvSpPr>
          <p:spPr>
            <a:xfrm>
              <a:off x="3670080" y="5652868"/>
              <a:ext cx="27912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200">
                  <a:solidFill>
                    <a:schemeClr val="lt1"/>
                  </a:solidFill>
                </a:rPr>
                <a:t>PostgreSQL, Redis, S3, OPA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4" name="Google Shape;18594;p2201"/>
            <p:cNvSpPr txBox="1"/>
            <p:nvPr/>
          </p:nvSpPr>
          <p:spPr>
            <a:xfrm>
              <a:off x="3670080" y="5146431"/>
              <a:ext cx="27912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chemeClr val="lt1"/>
                  </a:solidFill>
                </a:rPr>
                <a:t>Data Platform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95" name="Google Shape;18595;p2201"/>
          <p:cNvGrpSpPr/>
          <p:nvPr/>
        </p:nvGrpSpPr>
        <p:grpSpPr>
          <a:xfrm rot="10800000">
            <a:off x="5340671" y="1576904"/>
            <a:ext cx="3497104" cy="838240"/>
            <a:chOff x="3198812" y="2895600"/>
            <a:chExt cx="2542732" cy="609600"/>
          </a:xfrm>
        </p:grpSpPr>
        <p:cxnSp>
          <p:nvCxnSpPr>
            <p:cNvPr id="18596" name="Google Shape;18596;p2201"/>
            <p:cNvCxnSpPr/>
            <p:nvPr/>
          </p:nvCxnSpPr>
          <p:spPr>
            <a:xfrm>
              <a:off x="3198812" y="2895600"/>
              <a:ext cx="381000" cy="609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cxnSp>
          <p:nvCxnSpPr>
            <p:cNvPr id="18597" name="Google Shape;18597;p2201"/>
            <p:cNvCxnSpPr/>
            <p:nvPr/>
          </p:nvCxnSpPr>
          <p:spPr>
            <a:xfrm>
              <a:off x="3576744" y="3505200"/>
              <a:ext cx="2164800" cy="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598" name="Google Shape;18598;p2201"/>
          <p:cNvGrpSpPr/>
          <p:nvPr/>
        </p:nvGrpSpPr>
        <p:grpSpPr>
          <a:xfrm>
            <a:off x="5255384" y="1144561"/>
            <a:ext cx="2902373" cy="783397"/>
            <a:chOff x="3670080" y="5146431"/>
            <a:chExt cx="2901600" cy="783396"/>
          </a:xfrm>
        </p:grpSpPr>
        <p:sp>
          <p:nvSpPr>
            <p:cNvPr id="18599" name="Google Shape;18599;p2201"/>
            <p:cNvSpPr txBox="1"/>
            <p:nvPr/>
          </p:nvSpPr>
          <p:spPr>
            <a:xfrm>
              <a:off x="3670080" y="5652868"/>
              <a:ext cx="29016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200">
                  <a:solidFill>
                    <a:srgbClr val="FFFFFF"/>
                  </a:solidFill>
                </a:rPr>
                <a:t>NIST AI RMF, 800-53, FedRAMP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0" name="Google Shape;18600;p2201"/>
            <p:cNvSpPr txBox="1"/>
            <p:nvPr/>
          </p:nvSpPr>
          <p:spPr>
            <a:xfrm>
              <a:off x="3670080" y="5146431"/>
              <a:ext cx="29016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" sz="1600">
                  <a:solidFill>
                    <a:srgbClr val="FFFFFF"/>
                  </a:solidFill>
                </a:rPr>
                <a:t>Compliance</a:t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" name="Google Shape;6464;p347"/>
          <p:cNvSpPr txBox="1">
            <a:spLocks noGrp="1"/>
          </p:cNvSpPr>
          <p:nvPr>
            <p:ph type="body" idx="1"/>
          </p:nvPr>
        </p:nvSpPr>
        <p:spPr>
          <a:xfrm>
            <a:off x="138100" y="1493533"/>
            <a:ext cx="5088800" cy="40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14856">
              <a:buSzPts val="1300"/>
              <a:buChar char="-"/>
            </a:pPr>
            <a:r>
              <a:rPr lang="en" sz="1733"/>
              <a:t>A leadership perspective series of economic, societal, business insight - brought together to provide the most trusted and respected  source globally.</a:t>
            </a:r>
            <a:endParaRPr sz="1733"/>
          </a:p>
          <a:p>
            <a:pPr marL="0" indent="0">
              <a:buNone/>
            </a:pPr>
            <a:endParaRPr sz="1867">
              <a:solidFill>
                <a:srgbClr val="000000"/>
              </a:solidFill>
            </a:endParaRPr>
          </a:p>
          <a:p>
            <a:pPr indent="-414856">
              <a:buSzPts val="1300"/>
              <a:buChar char="-"/>
            </a:pPr>
            <a:r>
              <a:rPr lang="en" sz="1733">
                <a:solidFill>
                  <a:srgbClr val="000000"/>
                </a:solidFill>
              </a:rPr>
              <a:t>We're taking a clear stance and position on the issues that matter most to our clients - framed within 6 critical disruptive forces themes. </a:t>
            </a:r>
            <a:endParaRPr sz="1733"/>
          </a:p>
          <a:p>
            <a:pPr marL="0" indent="0">
              <a:buNone/>
            </a:pPr>
            <a:endParaRPr sz="1867"/>
          </a:p>
          <a:p>
            <a:pPr indent="-414856">
              <a:buSzPts val="1300"/>
              <a:buChar char="-"/>
            </a:pPr>
            <a:r>
              <a:rPr lang="en" sz="1733"/>
              <a:t>$4.3B opportunity growing at 34% CAGR through 2028.</a:t>
            </a:r>
            <a:endParaRPr sz="1733"/>
          </a:p>
          <a:p>
            <a:pPr indent="0">
              <a:buNone/>
            </a:pPr>
            <a:endParaRPr sz="1733"/>
          </a:p>
          <a:p>
            <a:pPr indent="-414856">
              <a:buSzPts val="1300"/>
              <a:buChar char="-"/>
            </a:pPr>
            <a:r>
              <a:rPr lang="en" sz="1733"/>
              <a:t/>
            </a:r>
            <a:r>
              <a:rPr lang="en" sz="1733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733"/>
          </a:p>
          <a:p>
            <a:pPr marL="0" indent="0">
              <a:buNone/>
            </a:pPr>
            <a:endParaRPr sz="1867"/>
          </a:p>
        </p:txBody>
      </p:sp>
      <p:sp>
        <p:nvSpPr>
          <p:cNvPr id="6465" name="Google Shape;6465;p347"/>
          <p:cNvSpPr txBox="1">
            <a:spLocks noGrp="1"/>
          </p:cNvSpPr>
          <p:nvPr>
            <p:ph type="title"/>
          </p:nvPr>
        </p:nvSpPr>
        <p:spPr>
          <a:xfrm>
            <a:off x="442900" y="432000"/>
            <a:ext cx="113060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/>
              <a:t>Market Opportunity</a:t>
            </a:r>
            <a:endParaRPr/>
          </a:p>
        </p:txBody>
      </p:sp>
      <p:pic>
        <p:nvPicPr>
          <p:cNvPr id="6466" name="Google Shape;6466;p3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801" y="1741367"/>
            <a:ext cx="1874596" cy="1873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7" name="Google Shape;6467;p3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9845" y="1741367"/>
            <a:ext cx="1874596" cy="1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8" name="Google Shape;6468;p3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9273" y="1741367"/>
            <a:ext cx="1874596" cy="1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9" name="Google Shape;6469;p3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7801" y="4403223"/>
            <a:ext cx="1874596" cy="1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0" name="Google Shape;6470;p3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69845" y="4403223"/>
            <a:ext cx="1874596" cy="1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1" name="Google Shape;6471;p3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9273" y="4403223"/>
            <a:ext cx="1874596" cy="1873599"/>
          </a:xfrm>
          <a:prstGeom prst="rect">
            <a:avLst/>
          </a:prstGeom>
          <a:noFill/>
          <a:ln>
            <a:noFill/>
          </a:ln>
        </p:spPr>
      </p:pic>
      <p:sp>
        <p:nvSpPr>
          <p:cNvPr id="6472" name="Google Shape;6472;p347"/>
          <p:cNvSpPr txBox="1"/>
          <p:nvPr/>
        </p:nvSpPr>
        <p:spPr>
          <a:xfrm>
            <a:off x="5717800" y="1372233"/>
            <a:ext cx="2583200" cy="4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$4.3B TAM</a:t>
            </a:r>
            <a:endParaRPr sz="1467"/>
          </a:p>
        </p:txBody>
      </p:sp>
      <p:sp>
        <p:nvSpPr>
          <p:cNvPr id="6473" name="Google Shape;6473;p347"/>
          <p:cNvSpPr txBox="1"/>
          <p:nvPr/>
        </p:nvSpPr>
        <p:spPr>
          <a:xfrm>
            <a:off x="5718900" y="4024567"/>
            <a:ext cx="2522400" cy="5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$890M Federal</a:t>
            </a:r>
            <a:endParaRPr sz="1467"/>
          </a:p>
        </p:txBody>
      </p:sp>
      <p:sp>
        <p:nvSpPr>
          <p:cNvPr id="6474" name="Google Shape;6474;p347"/>
          <p:cNvSpPr txBox="1"/>
          <p:nvPr/>
        </p:nvSpPr>
        <p:spPr>
          <a:xfrm>
            <a:off x="7869823" y="1372233"/>
            <a:ext cx="2583200" cy="4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$1.4B SAM</a:t>
            </a:r>
            <a:endParaRPr sz="1467"/>
          </a:p>
        </p:txBody>
      </p:sp>
      <p:sp>
        <p:nvSpPr>
          <p:cNvPr id="6475" name="Google Shape;6475;p347"/>
          <p:cNvSpPr txBox="1"/>
          <p:nvPr/>
        </p:nvSpPr>
        <p:spPr>
          <a:xfrm>
            <a:off x="7869817" y="4024547"/>
            <a:ext cx="2315600" cy="8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$4.2M Breach</a:t>
            </a:r>
            <a:endParaRPr sz="1467"/>
          </a:p>
        </p:txBody>
      </p:sp>
      <p:sp>
        <p:nvSpPr>
          <p:cNvPr id="6476" name="Google Shape;6476;p347"/>
          <p:cNvSpPr txBox="1"/>
          <p:nvPr/>
        </p:nvSpPr>
        <p:spPr>
          <a:xfrm>
            <a:off x="9969269" y="1372233"/>
            <a:ext cx="1714800" cy="4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34% CAGR</a:t>
            </a:r>
            <a:endParaRPr sz="1467"/>
          </a:p>
        </p:txBody>
      </p:sp>
      <p:sp>
        <p:nvSpPr>
          <p:cNvPr id="6477" name="Google Shape;6477;p347"/>
          <p:cNvSpPr txBox="1"/>
          <p:nvPr/>
        </p:nvSpPr>
        <p:spPr>
          <a:xfrm>
            <a:off x="9969261" y="4024535"/>
            <a:ext cx="2064800" cy="5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467"/>
              <a:t>77% Unprotected</a:t>
            </a:r>
            <a:endParaRPr sz="146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0" name="Google Shape;15960;p2134"/>
          <p:cNvSpPr/>
          <p:nvPr/>
        </p:nvSpPr>
        <p:spPr>
          <a:xfrm>
            <a:off x="0" y="1708175"/>
            <a:ext cx="12192000" cy="343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1" name="Google Shape;15961;p2134"/>
          <p:cNvSpPr txBox="1"/>
          <p:nvPr/>
        </p:nvSpPr>
        <p:spPr>
          <a:xfrm>
            <a:off x="362300" y="1349975"/>
            <a:ext cx="2966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" sz="2533" b="1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Ask</a:t>
            </a:r>
            <a:endParaRPr sz="2533" b="1" dirty="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62" name="Google Shape;15962;p2134"/>
          <p:cNvSpPr/>
          <p:nvPr/>
        </p:nvSpPr>
        <p:spPr>
          <a:xfrm>
            <a:off x="0" y="1925"/>
            <a:ext cx="2966000" cy="937200"/>
          </a:xfrm>
          <a:prstGeom prst="rect">
            <a:avLst/>
          </a:prstGeom>
          <a:solidFill>
            <a:srgbClr val="EB8C00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5767" tIns="91433" rIns="91433" bIns="91433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" sz="32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Investment Opportunity</a:t>
            </a:r>
            <a:endParaRPr sz="14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63" name="Google Shape;15963;p2134"/>
          <p:cNvCxnSpPr/>
          <p:nvPr/>
        </p:nvCxnSpPr>
        <p:spPr>
          <a:xfrm>
            <a:off x="6090000" y="1404875"/>
            <a:ext cx="12000" cy="3728800"/>
          </a:xfrm>
          <a:prstGeom prst="straightExit Scenarios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964" name="Google Shape;15964;p2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5801" y="-3626"/>
            <a:ext cx="1374348" cy="94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5" name="Google Shape;15965;p2134"/>
          <p:cNvSpPr txBox="1"/>
          <p:nvPr/>
        </p:nvSpPr>
        <p:spPr>
          <a:xfrm>
            <a:off x="442925" y="1892725"/>
            <a:ext cx="5473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457189" indent="-321725"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$12M Series A at </a:t>
            </a:r>
            <a:r>
              <a:rPr lang="en" sz="1600" u="sng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$48M pre-money</a:t>
            </a:r>
            <a:endParaRPr sz="1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20% dilution, </a:t>
            </a:r>
            <a:r>
              <a:rPr lang="en" sz="1600" u="sng" dirty="0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5"/>
              </a:rPr>
              <a:t>30-36 month runway</a:t>
            </a:r>
            <a:endParaRPr sz="1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$12M Series A at </a:t>
            </a:r>
            <a:r>
              <a:rPr lang="en" sz="1600" u="sng" dirty="0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6"/>
              </a:rPr>
              <a:t>Engineering (45%):</a:t>
            </a: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12-14 headcount</a:t>
            </a:r>
            <a:endParaRPr sz="1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20% dilution, a full walkthrough of </a:t>
            </a:r>
            <a:r>
              <a:rPr lang="en" sz="1600" u="sng" dirty="0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7"/>
              </a:rPr>
              <a:t>Sales + Marketing</a:t>
            </a:r>
            <a:endParaRPr sz="1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Compliance (10%): </a:t>
            </a:r>
            <a:r>
              <a:rPr lang="en" sz="1600" u="sng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FedRAMP, SOC 2</a:t>
            </a:r>
            <a:endParaRPr sz="1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Compliance (10%): </a:t>
            </a:r>
            <a:r>
              <a:rPr lang="en" sz="1600" u="sng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Operations (15%): G&amp;A</a:t>
            </a:r>
            <a:endParaRPr sz="16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66" name="Google Shape;15966;p2134"/>
          <p:cNvSpPr txBox="1"/>
          <p:nvPr/>
        </p:nvSpPr>
        <p:spPr>
          <a:xfrm>
            <a:off x="6402751" y="1349973"/>
            <a:ext cx="273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" sz="2533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 Economics</a:t>
            </a:r>
            <a:endParaRPr sz="2533" b="1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67" name="Google Shape;15967;p2134"/>
          <p:cNvSpPr txBox="1"/>
          <p:nvPr/>
        </p:nvSpPr>
        <p:spPr>
          <a:xfrm>
            <a:off x="6402751" y="1892725"/>
            <a:ext cx="5473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457189" indent="-321725"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ACV: $85K → </a:t>
            </a:r>
            <a:r>
              <a:rPr lang="en" sz="1600" u="sng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TMT Lunch and The Ask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CAC: $45K | </a:t>
            </a:r>
            <a:r>
              <a:rPr lang="en" sz="1600" u="sng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LTV: $340K</a:t>
            </a:r>
            <a:r>
              <a:rPr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LTV:CAC Ratio: 7.6x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457189" indent="-321725"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1200"/>
              <a:buFont typeface="Georgia"/>
              <a:buChar char="❏"/>
            </a:pP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Unit Economicsivate and challenge your teams to use new tools and resources like Workbench on engagements 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68" name="Google Shape;15968;p2134"/>
          <p:cNvSpPr txBox="1"/>
          <p:nvPr/>
        </p:nvSpPr>
        <p:spPr>
          <a:xfrm>
            <a:off x="-100" y="5351300"/>
            <a:ext cx="1219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2533" b="1">
                <a:solidFill>
                  <a:srgbClr val="D04A0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Exit Scenarios</a:t>
            </a:r>
            <a:endParaRPr sz="2533" b="1">
              <a:solidFill>
                <a:srgbClr val="D04A0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69" name="Google Shape;15969;p2134"/>
          <p:cNvSpPr txBox="1"/>
          <p:nvPr/>
        </p:nvSpPr>
        <p:spPr>
          <a:xfrm>
            <a:off x="0" y="5633300"/>
            <a:ext cx="12192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algn="ctr">
              <a:spcAft>
                <a:spcPts val="1067"/>
              </a:spcAft>
            </a:pP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Base: $259M | Bull: $420M | Bear: $112M</a:t>
            </a:r>
            <a:br>
              <a:rPr lang="en" sz="1600">
                <a:latin typeface="Georgia"/>
                <a:ea typeface="Georgia"/>
                <a:cs typeface="Georgia"/>
                <a:sym typeface="Georgia"/>
              </a:rPr>
            </a:br>
            <a:r>
              <a:rPr lang="en" sz="1600" u="sng">
                <a:solidFill>
                  <a:srgbClr val="D04A02"/>
                </a:solidFill>
                <a:latin typeface="Georgia"/>
                <a:ea typeface="Georgia"/>
                <a:cs typeface="Georgia"/>
                <a:sym typeface="Georgia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 out to TMT’s dedicated Digital Automation Team</a:t>
            </a: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 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3" name="Google Shape;2933;p206"/>
          <p:cNvPicPr preferRelativeResize="0"/>
          <p:nvPr/>
        </p:nvPicPr>
        <p:blipFill rotWithShape="1">
          <a:blip r:embed="rId3">
            <a:alphaModFix/>
          </a:blip>
          <a:srcRect l="-1639" t="36538" r="60130" b="-1288"/>
          <a:stretch/>
        </p:blipFill>
        <p:spPr>
          <a:xfrm>
            <a:off x="4882800" y="1"/>
            <a:ext cx="730920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4" name="Google Shape;2934;p206"/>
          <p:cNvSpPr txBox="1"/>
          <p:nvPr/>
        </p:nvSpPr>
        <p:spPr>
          <a:xfrm>
            <a:off x="2324100" y="4554225"/>
            <a:ext cx="1647600" cy="10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3300" tIns="137500" rIns="183300" bIns="229167" anchor="ctr" anchorCtr="0">
            <a:noAutofit/>
          </a:bodyPr>
          <a:lstStyle/>
          <a:p>
            <a:pPr algn="ctr">
              <a:buClr>
                <a:srgbClr val="000000"/>
              </a:buClr>
              <a:buSzPts val="3600"/>
            </a:pPr>
            <a:r>
              <a:rPr lang="en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</a:t>
            </a:r>
            <a:endParaRPr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206"/>
          <p:cNvSpPr txBox="1"/>
          <p:nvPr/>
        </p:nvSpPr>
        <p:spPr>
          <a:xfrm>
            <a:off x="1016251" y="3581400"/>
            <a:ext cx="2374800" cy="10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3300" tIns="137500" rIns="183300" bIns="229167" anchor="ctr" anchorCtr="0">
            <a:noAutofit/>
          </a:bodyPr>
          <a:lstStyle/>
          <a:p>
            <a:pPr algn="ctr">
              <a:buClr>
                <a:srgbClr val="000000"/>
              </a:buClr>
              <a:buSzPts val="3600"/>
            </a:pPr>
            <a:r>
              <a:rPr lang="en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</a:t>
            </a:r>
            <a:endParaRPr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93954"/>
      </a:accent5>
      <a:accent6>
        <a:srgbClr val="464646"/>
      </a:accent6>
      <a:hlink>
        <a:srgbClr val="D04A02"/>
      </a:hlink>
      <a:folHlink>
        <a:srgbClr val="D9395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0BC835C3A8434AB14C01B98E359A3A" ma:contentTypeVersion="15" ma:contentTypeDescription="Create a new document." ma:contentTypeScope="" ma:versionID="426f5943de4203d84d94b566d64d1dcd">
  <xsd:schema xmlns:xsd="http://www.w3.org/2001/XMLSchema" xmlns:xs="http://www.w3.org/2001/XMLSchema" xmlns:p="http://schemas.microsoft.com/office/2006/metadata/properties" xmlns:ns2="d168d88d-612c-40a2-8305-2c22e13f572b" xmlns:ns3="67a1a43c-9c60-4541-b0e6-832ed3cddab4" targetNamespace="http://schemas.microsoft.com/office/2006/metadata/properties" ma:root="true" ma:fieldsID="401c350dc5448d236ed173c79948d93d" ns2:_="" ns3:_="">
    <xsd:import namespace="d168d88d-612c-40a2-8305-2c22e13f572b"/>
    <xsd:import namespace="67a1a43c-9c60-4541-b0e6-832ed3cdda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68d88d-612c-40a2-8305-2c22e13f5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1a43c-9c60-4541-b0e6-832ed3cddab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fe1ea77-baa3-4b48-831f-715ec237c12e}" ma:internalName="TaxCatchAll" ma:showField="CatchAllData" ma:web="67a1a43c-9c60-4541-b0e6-832ed3cdda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a1a43c-9c60-4541-b0e6-832ed3cddab4" xsi:nil="true"/>
    <lcf76f155ced4ddcb4097134ff3c332f xmlns="d168d88d-612c-40a2-8305-2c22e13f57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9D4B9E0-586A-40F9-B699-2539496503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68d88d-612c-40a2-8305-2c22e13f572b"/>
    <ds:schemaRef ds:uri="67a1a43c-9c60-4541-b0e6-832ed3cdda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221477-9D33-4657-946A-7D7FD1CE44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303881-9DC0-4375-A2FC-83EBB061AB87}">
  <ds:schemaRefs>
    <ds:schemaRef ds:uri="http://schemas.microsoft.com/office/2006/metadata/properties"/>
    <ds:schemaRef ds:uri="http://schemas.microsoft.com/office/2006/documentManagement/types"/>
    <ds:schemaRef ds:uri="67a1a43c-9c60-4541-b0e6-832ed3cddab4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168d88d-612c-40a2-8305-2c22e13f572b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834</Words>
  <Application>Microsoft Macintosh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DM Sans</vt:lpstr>
      <vt:lpstr>Georgia</vt:lpstr>
      <vt:lpstr>Helvetica Neue</vt:lpstr>
      <vt:lpstr>office theme</vt:lpstr>
      <vt:lpstr>AgentGuard</vt:lpstr>
      <vt:lpstr>PowerPoint Presentation</vt:lpstr>
      <vt:lpstr>Features</vt:lpstr>
      <vt:lpstr>Basis for communication moments per stakeholder group*</vt:lpstr>
      <vt:lpstr>Roadmap Infographics</vt:lpstr>
      <vt:lpstr>Roadmap Infographics</vt:lpstr>
      <vt:lpstr>Roadmap Arrow Concept</vt:lpstr>
      <vt:lpstr>Editorial Summary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Liem Vo-Nguyen</cp:lastModifiedBy>
  <cp:revision>2</cp:revision>
  <dcterms:created xsi:type="dcterms:W3CDTF">2023-04-20T22:45:34Z</dcterms:created>
  <dcterms:modified xsi:type="dcterms:W3CDTF">2025-03-28T04:28:41Z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0x010100210BC835C3A8434AB14C01B98E359A3A</vt:lpwstr>
  </property>
  <property fmtid="{D5CDD505-2E9C-101B-9397-08002B2CF9AE}" pid="3" name="MediaServiceImageTags">
    <vt:lpwstr/>
  </property>
</Properties>
</file>