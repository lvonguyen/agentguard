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16"/>
  </p:notesMasterIdLst>
  <p:sldIdLst>
    <p:sldId id="279" r:id="rId6"/>
    <p:sldId id="387" r:id="rId7"/>
    <p:sldId id="325" r:id="rId8"/>
    <p:sldId id="306" r:id="rId9"/>
    <p:sldId id="321" r:id="rId10"/>
    <p:sldId id="390" r:id="rId11"/>
    <p:sldId id="331" r:id="rId12"/>
    <p:sldId id="320" r:id="rId13"/>
    <p:sldId id="316" r:id="rId14"/>
    <p:sldId id="31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24C97A-B994-4343-B57E-FF65FC8F96B4}" v="33" dt="2023-04-21T00:47:43.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30" autoAdjust="0"/>
    <p:restoredTop sz="94660"/>
  </p:normalViewPr>
  <p:slideViewPr>
    <p:cSldViewPr snapToGrid="0">
      <p:cViewPr varScale="1">
        <p:scale>
          <a:sx n="95" d="100"/>
          <a:sy n="95" d="100"/>
        </p:scale>
        <p:origin x="200" y="3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em Vo-Nguyen (ITSCo - US)" userId="5c0c970f-39f5-4fe7-a459-06ac3852409e" providerId="ADAL" clId="{5D24C97A-B994-4343-B57E-FF65FC8F96B4}"/>
    <pc:docChg chg="undo custSel addSld delSld modSld sldOrd">
      <pc:chgData name="Liem Vo-Nguyen (ITSCo - US)" userId="5c0c970f-39f5-4fe7-a459-06ac3852409e" providerId="ADAL" clId="{5D24C97A-B994-4343-B57E-FF65FC8F96B4}" dt="2023-04-21T00:48:54.785" v="174" actId="47"/>
      <pc:docMkLst>
        <pc:docMk/>
      </pc:docMkLst>
      <pc:sldChg chg="del">
        <pc:chgData name="Liem Vo-Nguyen (ITSCo - US)" userId="5c0c970f-39f5-4fe7-a459-06ac3852409e" providerId="ADAL" clId="{5D24C97A-B994-4343-B57E-FF65FC8F96B4}" dt="2023-04-21T00:26:41.511" v="12" actId="47"/>
        <pc:sldMkLst>
          <pc:docMk/>
          <pc:sldMk cId="109857222" sldId="256"/>
        </pc:sldMkLst>
      </pc:sldChg>
      <pc:sldChg chg="add del ord">
        <pc:chgData name="Liem Vo-Nguyen (ITSCo - US)" userId="5c0c970f-39f5-4fe7-a459-06ac3852409e" providerId="ADAL" clId="{5D24C97A-B994-4343-B57E-FF65FC8F96B4}" dt="2023-04-21T00:39:43.206" v="44" actId="47"/>
        <pc:sldMkLst>
          <pc:docMk/>
          <pc:sldMk cId="0" sldId="258"/>
        </pc:sldMkLst>
      </pc:sldChg>
      <pc:sldChg chg="add del">
        <pc:chgData name="Liem Vo-Nguyen (ITSCo - US)" userId="5c0c970f-39f5-4fe7-a459-06ac3852409e" providerId="ADAL" clId="{5D24C97A-B994-4343-B57E-FF65FC8F96B4}" dt="2023-04-21T00:39:11.588" v="42" actId="2696"/>
        <pc:sldMkLst>
          <pc:docMk/>
          <pc:sldMk cId="0" sldId="266"/>
        </pc:sldMkLst>
      </pc:sldChg>
      <pc:sldChg chg="addSp delSp modSp add mod">
        <pc:chgData name="Liem Vo-Nguyen (ITSCo - US)" userId="5c0c970f-39f5-4fe7-a459-06ac3852409e" providerId="ADAL" clId="{5D24C97A-B994-4343-B57E-FF65FC8F96B4}" dt="2023-04-21T00:48:26.429" v="171" actId="478"/>
        <pc:sldMkLst>
          <pc:docMk/>
          <pc:sldMk cId="0" sldId="279"/>
        </pc:sldMkLst>
        <pc:spChg chg="mod">
          <ac:chgData name="Liem Vo-Nguyen (ITSCo - US)" userId="5c0c970f-39f5-4fe7-a459-06ac3852409e" providerId="ADAL" clId="{5D24C97A-B994-4343-B57E-FF65FC8F96B4}" dt="2023-04-21T00:43:28.990" v="112" actId="113"/>
          <ac:spMkLst>
            <pc:docMk/>
            <pc:sldMk cId="0" sldId="279"/>
            <ac:spMk id="14937" creationId="{00000000-0000-0000-0000-000000000000}"/>
          </ac:spMkLst>
        </pc:spChg>
        <pc:spChg chg="mod">
          <ac:chgData name="Liem Vo-Nguyen (ITSCo - US)" userId="5c0c970f-39f5-4fe7-a459-06ac3852409e" providerId="ADAL" clId="{5D24C97A-B994-4343-B57E-FF65FC8F96B4}" dt="2023-04-21T00:41:23.912" v="110" actId="20577"/>
          <ac:spMkLst>
            <pc:docMk/>
            <pc:sldMk cId="0" sldId="279"/>
            <ac:spMk id="14938" creationId="{00000000-0000-0000-0000-000000000000}"/>
          </ac:spMkLst>
        </pc:spChg>
        <pc:spChg chg="del mod">
          <ac:chgData name="Liem Vo-Nguyen (ITSCo - US)" userId="5c0c970f-39f5-4fe7-a459-06ac3852409e" providerId="ADAL" clId="{5D24C97A-B994-4343-B57E-FF65FC8F96B4}" dt="2023-04-21T00:48:26.429" v="171" actId="478"/>
          <ac:spMkLst>
            <pc:docMk/>
            <pc:sldMk cId="0" sldId="279"/>
            <ac:spMk id="14939" creationId="{00000000-0000-0000-0000-000000000000}"/>
          </ac:spMkLst>
        </pc:spChg>
        <pc:picChg chg="add del mod">
          <ac:chgData name="Liem Vo-Nguyen (ITSCo - US)" userId="5c0c970f-39f5-4fe7-a459-06ac3852409e" providerId="ADAL" clId="{5D24C97A-B994-4343-B57E-FF65FC8F96B4}" dt="2023-04-21T00:45:22.819" v="119" actId="21"/>
          <ac:picMkLst>
            <pc:docMk/>
            <pc:sldMk cId="0" sldId="279"/>
            <ac:picMk id="3" creationId="{2A22043C-D13E-4D47-865C-17DD0DD346B0}"/>
          </ac:picMkLst>
        </pc:picChg>
        <pc:picChg chg="add del mod">
          <ac:chgData name="Liem Vo-Nguyen (ITSCo - US)" userId="5c0c970f-39f5-4fe7-a459-06ac3852409e" providerId="ADAL" clId="{5D24C97A-B994-4343-B57E-FF65FC8F96B4}" dt="2023-04-21T00:47:27.811" v="146" actId="931"/>
          <ac:picMkLst>
            <pc:docMk/>
            <pc:sldMk cId="0" sldId="279"/>
            <ac:picMk id="5" creationId="{3E6ECC16-33D6-49FC-A073-145ED6665F3A}"/>
          </ac:picMkLst>
        </pc:picChg>
        <pc:picChg chg="add mod ord">
          <ac:chgData name="Liem Vo-Nguyen (ITSCo - US)" userId="5c0c970f-39f5-4fe7-a459-06ac3852409e" providerId="ADAL" clId="{5D24C97A-B994-4343-B57E-FF65FC8F96B4}" dt="2023-04-21T00:48:23.538" v="170" actId="1076"/>
          <ac:picMkLst>
            <pc:docMk/>
            <pc:sldMk cId="0" sldId="279"/>
            <ac:picMk id="7" creationId="{24B05228-0B24-4E69-9594-C93A2C880942}"/>
          </ac:picMkLst>
        </pc:picChg>
        <pc:picChg chg="add del mod">
          <ac:chgData name="Liem Vo-Nguyen (ITSCo - US)" userId="5c0c970f-39f5-4fe7-a459-06ac3852409e" providerId="ADAL" clId="{5D24C97A-B994-4343-B57E-FF65FC8F96B4}" dt="2023-04-21T00:45:28.323" v="121"/>
          <ac:picMkLst>
            <pc:docMk/>
            <pc:sldMk cId="0" sldId="279"/>
            <ac:picMk id="12" creationId="{6AA4657C-84E8-4F4C-87D9-1FF60089F86E}"/>
          </ac:picMkLst>
        </pc:picChg>
        <pc:picChg chg="add del mod">
          <ac:chgData name="Liem Vo-Nguyen (ITSCo - US)" userId="5c0c970f-39f5-4fe7-a459-06ac3852409e" providerId="ADAL" clId="{5D24C97A-B994-4343-B57E-FF65FC8F96B4}" dt="2023-04-21T00:45:32.833" v="123"/>
          <ac:picMkLst>
            <pc:docMk/>
            <pc:sldMk cId="0" sldId="279"/>
            <ac:picMk id="13" creationId="{07337FA5-0DE2-4CB0-A19F-1AA872F9ACCE}"/>
          </ac:picMkLst>
        </pc:picChg>
        <pc:picChg chg="add del mod">
          <ac:chgData name="Liem Vo-Nguyen (ITSCo - US)" userId="5c0c970f-39f5-4fe7-a459-06ac3852409e" providerId="ADAL" clId="{5D24C97A-B994-4343-B57E-FF65FC8F96B4}" dt="2023-04-21T00:47:29.071" v="149"/>
          <ac:picMkLst>
            <pc:docMk/>
            <pc:sldMk cId="0" sldId="279"/>
            <ac:picMk id="14" creationId="{3F0AA93E-5046-4337-917C-88C49BDF3BFA}"/>
          </ac:picMkLst>
        </pc:picChg>
      </pc:sldChg>
      <pc:sldChg chg="add">
        <pc:chgData name="Liem Vo-Nguyen (ITSCo - US)" userId="5c0c970f-39f5-4fe7-a459-06ac3852409e" providerId="ADAL" clId="{5D24C97A-B994-4343-B57E-FF65FC8F96B4}" dt="2023-04-21T00:35:01.331" v="18"/>
        <pc:sldMkLst>
          <pc:docMk/>
          <pc:sldMk cId="0" sldId="306"/>
        </pc:sldMkLst>
      </pc:sldChg>
      <pc:sldChg chg="modSp add mod">
        <pc:chgData name="Liem Vo-Nguyen (ITSCo - US)" userId="5c0c970f-39f5-4fe7-a459-06ac3852409e" providerId="ADAL" clId="{5D24C97A-B994-4343-B57E-FF65FC8F96B4}" dt="2023-04-21T00:38:55.183" v="39" actId="20577"/>
        <pc:sldMkLst>
          <pc:docMk/>
          <pc:sldMk cId="0" sldId="315"/>
        </pc:sldMkLst>
        <pc:spChg chg="mod">
          <ac:chgData name="Liem Vo-Nguyen (ITSCo - US)" userId="5c0c970f-39f5-4fe7-a459-06ac3852409e" providerId="ADAL" clId="{5D24C97A-B994-4343-B57E-FF65FC8F96B4}" dt="2023-04-21T00:38:50.569" v="37" actId="20577"/>
          <ac:spMkLst>
            <pc:docMk/>
            <pc:sldMk cId="0" sldId="315"/>
            <ac:spMk id="3145" creationId="{00000000-0000-0000-0000-000000000000}"/>
          </ac:spMkLst>
        </pc:spChg>
        <pc:spChg chg="mod">
          <ac:chgData name="Liem Vo-Nguyen (ITSCo - US)" userId="5c0c970f-39f5-4fe7-a459-06ac3852409e" providerId="ADAL" clId="{5D24C97A-B994-4343-B57E-FF65FC8F96B4}" dt="2023-04-21T00:38:55.183" v="39" actId="20577"/>
          <ac:spMkLst>
            <pc:docMk/>
            <pc:sldMk cId="0" sldId="315"/>
            <ac:spMk id="3147" creationId="{00000000-0000-0000-0000-000000000000}"/>
          </ac:spMkLst>
        </pc:spChg>
      </pc:sldChg>
      <pc:sldChg chg="add setBg">
        <pc:chgData name="Liem Vo-Nguyen (ITSCo - US)" userId="5c0c970f-39f5-4fe7-a459-06ac3852409e" providerId="ADAL" clId="{5D24C97A-B994-4343-B57E-FF65FC8F96B4}" dt="2023-04-21T00:36:54.775" v="26"/>
        <pc:sldMkLst>
          <pc:docMk/>
          <pc:sldMk cId="0" sldId="316"/>
        </pc:sldMkLst>
      </pc:sldChg>
      <pc:sldChg chg="add">
        <pc:chgData name="Liem Vo-Nguyen (ITSCo - US)" userId="5c0c970f-39f5-4fe7-a459-06ac3852409e" providerId="ADAL" clId="{5D24C97A-B994-4343-B57E-FF65FC8F96B4}" dt="2023-04-21T00:32:23.154" v="15"/>
        <pc:sldMkLst>
          <pc:docMk/>
          <pc:sldMk cId="0" sldId="320"/>
        </pc:sldMkLst>
      </pc:sldChg>
      <pc:sldChg chg="add">
        <pc:chgData name="Liem Vo-Nguyen (ITSCo - US)" userId="5c0c970f-39f5-4fe7-a459-06ac3852409e" providerId="ADAL" clId="{5D24C97A-B994-4343-B57E-FF65FC8F96B4}" dt="2023-04-21T00:34:32.758" v="17"/>
        <pc:sldMkLst>
          <pc:docMk/>
          <pc:sldMk cId="0" sldId="321"/>
        </pc:sldMkLst>
      </pc:sldChg>
      <pc:sldChg chg="add setBg">
        <pc:chgData name="Liem Vo-Nguyen (ITSCo - US)" userId="5c0c970f-39f5-4fe7-a459-06ac3852409e" providerId="ADAL" clId="{5D24C97A-B994-4343-B57E-FF65FC8F96B4}" dt="2023-04-21T00:24:01.195" v="0"/>
        <pc:sldMkLst>
          <pc:docMk/>
          <pc:sldMk cId="0" sldId="325"/>
        </pc:sldMkLst>
      </pc:sldChg>
      <pc:sldChg chg="add ord">
        <pc:chgData name="Liem Vo-Nguyen (ITSCo - US)" userId="5c0c970f-39f5-4fe7-a459-06ac3852409e" providerId="ADAL" clId="{5D24C97A-B994-4343-B57E-FF65FC8F96B4}" dt="2023-04-21T00:48:34.730" v="173"/>
        <pc:sldMkLst>
          <pc:docMk/>
          <pc:sldMk cId="0" sldId="331"/>
        </pc:sldMkLst>
      </pc:sldChg>
      <pc:sldChg chg="add del ord">
        <pc:chgData name="Liem Vo-Nguyen (ITSCo - US)" userId="5c0c970f-39f5-4fe7-a459-06ac3852409e" providerId="ADAL" clId="{5D24C97A-B994-4343-B57E-FF65FC8F96B4}" dt="2023-04-21T00:42:50.715" v="111" actId="47"/>
        <pc:sldMkLst>
          <pc:docMk/>
          <pc:sldMk cId="0" sldId="382"/>
        </pc:sldMkLst>
      </pc:sldChg>
      <pc:sldChg chg="add del ord">
        <pc:chgData name="Liem Vo-Nguyen (ITSCo - US)" userId="5c0c970f-39f5-4fe7-a459-06ac3852409e" providerId="ADAL" clId="{5D24C97A-B994-4343-B57E-FF65FC8F96B4}" dt="2023-04-21T00:35:33.405" v="22"/>
        <pc:sldMkLst>
          <pc:docMk/>
          <pc:sldMk cId="0" sldId="387"/>
        </pc:sldMkLst>
      </pc:sldChg>
      <pc:sldChg chg="modSp add del mod">
        <pc:chgData name="Liem Vo-Nguyen (ITSCo - US)" userId="5c0c970f-39f5-4fe7-a459-06ac3852409e" providerId="ADAL" clId="{5D24C97A-B994-4343-B57E-FF65FC8F96B4}" dt="2023-04-21T00:48:54.785" v="174" actId="47"/>
        <pc:sldMkLst>
          <pc:docMk/>
          <pc:sldMk cId="0" sldId="389"/>
        </pc:sldMkLst>
        <pc:spChg chg="mod">
          <ac:chgData name="Liem Vo-Nguyen (ITSCo - US)" userId="5c0c970f-39f5-4fe7-a459-06ac3852409e" providerId="ADAL" clId="{5D24C97A-B994-4343-B57E-FF65FC8F96B4}" dt="2023-04-21T00:39:05.119" v="41" actId="20577"/>
          <ac:spMkLst>
            <pc:docMk/>
            <pc:sldMk cId="0" sldId="389"/>
            <ac:spMk id="8488" creationId="{00000000-0000-0000-0000-000000000000}"/>
          </ac:spMkLst>
        </pc:spChg>
      </pc:sldChg>
      <pc:sldChg chg="add setBg">
        <pc:chgData name="Liem Vo-Nguyen (ITSCo - US)" userId="5c0c970f-39f5-4fe7-a459-06ac3852409e" providerId="ADAL" clId="{5D24C97A-B994-4343-B57E-FF65FC8F96B4}" dt="2023-04-21T00:32:50.348" v="16"/>
        <pc:sldMkLst>
          <pc:docMk/>
          <pc:sldMk cId="0" sldId="390"/>
        </pc:sldMkLst>
      </pc:sldChg>
      <pc:sldChg chg="add del ord">
        <pc:chgData name="Liem Vo-Nguyen (ITSCo - US)" userId="5c0c970f-39f5-4fe7-a459-06ac3852409e" providerId="ADAL" clId="{5D24C97A-B994-4343-B57E-FF65FC8F96B4}" dt="2023-04-21T00:39:22.203" v="43" actId="2696"/>
        <pc:sldMkLst>
          <pc:docMk/>
          <pc:sldMk cId="2362901232" sldId="391"/>
        </pc:sldMkLst>
      </pc:sldChg>
      <pc:sldMasterChg chg="delSldLayout">
        <pc:chgData name="Liem Vo-Nguyen (ITSCo - US)" userId="5c0c970f-39f5-4fe7-a459-06ac3852409e" providerId="ADAL" clId="{5D24C97A-B994-4343-B57E-FF65FC8F96B4}" dt="2023-04-21T00:48:54.785" v="174" actId="47"/>
        <pc:sldMasterMkLst>
          <pc:docMk/>
          <pc:sldMasterMk cId="2384417043" sldId="2147483673"/>
        </pc:sldMasterMkLst>
        <pc:sldLayoutChg chg="del">
          <pc:chgData name="Liem Vo-Nguyen (ITSCo - US)" userId="5c0c970f-39f5-4fe7-a459-06ac3852409e" providerId="ADAL" clId="{5D24C97A-B994-4343-B57E-FF65FC8F96B4}" dt="2023-04-21T00:39:11.588" v="42" actId="2696"/>
          <pc:sldLayoutMkLst>
            <pc:docMk/>
            <pc:sldMasterMk cId="2384417043" sldId="2147483673"/>
            <pc:sldLayoutMk cId="3113485713" sldId="2147483724"/>
          </pc:sldLayoutMkLst>
        </pc:sldLayoutChg>
        <pc:sldLayoutChg chg="del">
          <pc:chgData name="Liem Vo-Nguyen (ITSCo - US)" userId="5c0c970f-39f5-4fe7-a459-06ac3852409e" providerId="ADAL" clId="{5D24C97A-B994-4343-B57E-FF65FC8F96B4}" dt="2023-04-21T00:48:54.785" v="174" actId="47"/>
          <pc:sldLayoutMkLst>
            <pc:docMk/>
            <pc:sldMasterMk cId="2384417043" sldId="2147483673"/>
            <pc:sldLayoutMk cId="3927784301" sldId="2147483725"/>
          </pc:sldLayoutMkLst>
        </pc:sldLayoutChg>
        <pc:sldLayoutChg chg="del">
          <pc:chgData name="Liem Vo-Nguyen (ITSCo - US)" userId="5c0c970f-39f5-4fe7-a459-06ac3852409e" providerId="ADAL" clId="{5D24C97A-B994-4343-B57E-FF65FC8F96B4}" dt="2023-04-21T00:39:43.206" v="44" actId="47"/>
          <pc:sldLayoutMkLst>
            <pc:docMk/>
            <pc:sldMasterMk cId="2384417043" sldId="2147483673"/>
            <pc:sldLayoutMk cId="3766187968" sldId="2147483740"/>
          </pc:sldLayoutMkLst>
        </pc:sldLayoutChg>
        <pc:sldLayoutChg chg="del">
          <pc:chgData name="Liem Vo-Nguyen (ITSCo - US)" userId="5c0c970f-39f5-4fe7-a459-06ac3852409e" providerId="ADAL" clId="{5D24C97A-B994-4343-B57E-FF65FC8F96B4}" dt="2023-04-21T00:42:50.715" v="111" actId="47"/>
          <pc:sldLayoutMkLst>
            <pc:docMk/>
            <pc:sldMasterMk cId="2384417043" sldId="2147483673"/>
            <pc:sldLayoutMk cId="682055003" sldId="21474837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65154-23B8-4A42-8C3C-B6A24A0CBE33}" type="datetimeFigureOut">
              <a:rPr lang="en-US" smtClean="0"/>
              <a:t>3/27/25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36BB2-2E33-4B81-92C8-AD4E97A1164B}" type="slidenum">
              <a:rPr lang="en-US" smtClean="0"/>
              <a:t>‹#›</a:t>
            </a:fld>
            <a:endParaRPr lang="en-US"/>
          </a:p>
        </p:txBody>
      </p:sp>
    </p:spTree>
    <p:extLst>
      <p:ext uri="{BB962C8B-B14F-4D97-AF65-F5344CB8AC3E}">
        <p14:creationId xmlns:p14="http://schemas.microsoft.com/office/powerpoint/2010/main" val="1052658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8"/>
        <p:cNvGrpSpPr/>
        <p:nvPr/>
      </p:nvGrpSpPr>
      <p:grpSpPr>
        <a:xfrm>
          <a:off x="0" y="0"/>
          <a:ext cx="0" cy="0"/>
          <a:chOff x="0" y="0"/>
          <a:chExt cx="0" cy="0"/>
        </a:xfrm>
      </p:grpSpPr>
      <p:sp>
        <p:nvSpPr>
          <p:cNvPr id="14929" name="Google Shape;14929;g9259a1d4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30" name="Google Shape;14930;g9259a1d4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5"/>
        <p:cNvGrpSpPr/>
        <p:nvPr/>
      </p:nvGrpSpPr>
      <p:grpSpPr>
        <a:xfrm>
          <a:off x="0" y="0"/>
          <a:ext cx="0" cy="0"/>
          <a:chOff x="0" y="0"/>
          <a:chExt cx="0" cy="0"/>
        </a:xfrm>
      </p:grpSpPr>
      <p:sp>
        <p:nvSpPr>
          <p:cNvPr id="8396" name="Google Shape;8396;gb6ddb10c4a_0_30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97" name="Google Shape;8397;gb6ddb10c4a_0_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0"/>
        <p:cNvGrpSpPr/>
        <p:nvPr/>
      </p:nvGrpSpPr>
      <p:grpSpPr>
        <a:xfrm>
          <a:off x="0" y="0"/>
          <a:ext cx="0" cy="0"/>
          <a:chOff x="0" y="0"/>
          <a:chExt cx="0" cy="0"/>
        </a:xfrm>
      </p:grpSpPr>
      <p:sp>
        <p:nvSpPr>
          <p:cNvPr id="5941" name="Google Shape;5941;gcd3ffd6d5f_0_2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2" name="Google Shape;5942;gcd3ffd6d5f_0_2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Relevant only to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2"/>
        <p:cNvGrpSpPr/>
        <p:nvPr/>
      </p:nvGrpSpPr>
      <p:grpSpPr>
        <a:xfrm>
          <a:off x="0" y="0"/>
          <a:ext cx="0" cy="0"/>
          <a:chOff x="0" y="0"/>
          <a:chExt cx="0" cy="0"/>
        </a:xfrm>
      </p:grpSpPr>
      <p:sp>
        <p:nvSpPr>
          <p:cNvPr id="2773" name="Google Shape;2773;ge957a8ecc5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4" name="Google Shape;2774;ge957a8ecc5_0_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6"/>
        <p:cNvGrpSpPr/>
        <p:nvPr/>
      </p:nvGrpSpPr>
      <p:grpSpPr>
        <a:xfrm>
          <a:off x="0" y="0"/>
          <a:ext cx="0" cy="0"/>
          <a:chOff x="0" y="0"/>
          <a:chExt cx="0" cy="0"/>
        </a:xfrm>
      </p:grpSpPr>
      <p:sp>
        <p:nvSpPr>
          <p:cNvPr id="4087" name="Google Shape;4087;ge957a8ecc5_0_1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8" name="Google Shape;4088;ge957a8ecc5_0_1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9"/>
        <p:cNvGrpSpPr/>
        <p:nvPr/>
      </p:nvGrpSpPr>
      <p:grpSpPr>
        <a:xfrm>
          <a:off x="0" y="0"/>
          <a:ext cx="0" cy="0"/>
          <a:chOff x="0" y="0"/>
          <a:chExt cx="0" cy="0"/>
        </a:xfrm>
      </p:grpSpPr>
      <p:sp>
        <p:nvSpPr>
          <p:cNvPr id="18530" name="Google Shape;18530;gc8fc429c9a_0_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31" name="Google Shape;18531;gc8fc429c9a_0_520:notes"/>
          <p:cNvSpPr>
            <a:spLocks noGrp="1" noRot="1" noChangeAspect="1"/>
          </p:cNvSpPr>
          <p:nvPr>
            <p:ph type="sldImg" idx="2"/>
          </p:nvPr>
        </p:nvSpPr>
        <p:spPr>
          <a:xfrm>
            <a:off x="379413" y="685800"/>
            <a:ext cx="6097587"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0"/>
        <p:cNvGrpSpPr/>
        <p:nvPr/>
      </p:nvGrpSpPr>
      <p:grpSpPr>
        <a:xfrm>
          <a:off x="0" y="0"/>
          <a:ext cx="0" cy="0"/>
          <a:chOff x="0" y="0"/>
          <a:chExt cx="0" cy="0"/>
        </a:xfrm>
      </p:grpSpPr>
      <p:sp>
        <p:nvSpPr>
          <p:cNvPr id="6461" name="Google Shape;6461;gc63a07c9ad_0_1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2" name="Google Shape;6462;gc63a07c9ad_0_1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6"/>
        <p:cNvGrpSpPr/>
        <p:nvPr/>
      </p:nvGrpSpPr>
      <p:grpSpPr>
        <a:xfrm>
          <a:off x="0" y="0"/>
          <a:ext cx="0" cy="0"/>
          <a:chOff x="0" y="0"/>
          <a:chExt cx="0" cy="0"/>
        </a:xfrm>
      </p:grpSpPr>
      <p:sp>
        <p:nvSpPr>
          <p:cNvPr id="15957" name="Google Shape;15957;g86b5dec286_0_2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58" name="Google Shape;15958;g86b5dec286_0_22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9"/>
        <p:cNvGrpSpPr/>
        <p:nvPr/>
      </p:nvGrpSpPr>
      <p:grpSpPr>
        <a:xfrm>
          <a:off x="0" y="0"/>
          <a:ext cx="0" cy="0"/>
          <a:chOff x="0" y="0"/>
          <a:chExt cx="0" cy="0"/>
        </a:xfrm>
      </p:grpSpPr>
      <p:sp>
        <p:nvSpPr>
          <p:cNvPr id="2930" name="Google Shape;2930;gcfbe68ad2a_0_573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1" name="Google Shape;2931;gcfbe68ad2a_0_57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0"/>
        <p:cNvGrpSpPr/>
        <p:nvPr/>
      </p:nvGrpSpPr>
      <p:grpSpPr>
        <a:xfrm>
          <a:off x="0" y="0"/>
          <a:ext cx="0" cy="0"/>
          <a:chOff x="0" y="0"/>
          <a:chExt cx="0" cy="0"/>
        </a:xfrm>
      </p:grpSpPr>
      <p:sp>
        <p:nvSpPr>
          <p:cNvPr id="3141" name="Google Shape;3141;g112ceae38c5_0_1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2" name="Google Shape;3142;g112ceae38c5_0_15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97"/>
        <p:cNvGrpSpPr/>
        <p:nvPr/>
      </p:nvGrpSpPr>
      <p:grpSpPr>
        <a:xfrm>
          <a:off x="0" y="0"/>
          <a:ext cx="0" cy="0"/>
          <a:chOff x="0" y="0"/>
          <a:chExt cx="0" cy="0"/>
        </a:xfrm>
      </p:grpSpPr>
      <p:sp>
        <p:nvSpPr>
          <p:cNvPr id="298" name="Google Shape;298;p55"/>
          <p:cNvSpPr txBox="1">
            <a:spLocks noGrp="1"/>
          </p:cNvSpPr>
          <p:nvPr>
            <p:ph type="body" idx="1"/>
          </p:nvPr>
        </p:nvSpPr>
        <p:spPr>
          <a:xfrm>
            <a:off x="442913" y="2103439"/>
            <a:ext cx="1130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9" name="Google Shape;299;p55"/>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00" name="Google Shape;300;p5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01" name="Google Shape;301;p55"/>
          <p:cNvSpPr txBox="1">
            <a:spLocks noGrp="1"/>
          </p:cNvSpPr>
          <p:nvPr>
            <p:ph type="subTitle" idx="2"/>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511382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Slide 1">
  <p:cSld name="Title Slide 1">
    <p:spTree>
      <p:nvGrpSpPr>
        <p:cNvPr id="1" name="Shape 12"/>
        <p:cNvGrpSpPr/>
        <p:nvPr/>
      </p:nvGrpSpPr>
      <p:grpSpPr>
        <a:xfrm>
          <a:off x="0" y="0"/>
          <a:ext cx="0" cy="0"/>
          <a:chOff x="0" y="0"/>
          <a:chExt cx="0" cy="0"/>
        </a:xfrm>
      </p:grpSpPr>
      <p:sp>
        <p:nvSpPr>
          <p:cNvPr id="13" name="Google Shape;13;p2"/>
          <p:cNvSpPr/>
          <p:nvPr/>
        </p:nvSpPr>
        <p:spPr>
          <a:xfrm>
            <a:off x="0" y="0"/>
            <a:ext cx="8096400" cy="3429200"/>
          </a:xfrm>
          <a:prstGeom prst="rect">
            <a:avLst/>
          </a:prstGeom>
          <a:solidFill>
            <a:srgbClr val="464646"/>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14" name="Google Shape;14;p2"/>
          <p:cNvSpPr/>
          <p:nvPr/>
        </p:nvSpPr>
        <p:spPr>
          <a:xfrm>
            <a:off x="0" y="3429000"/>
            <a:ext cx="8096400" cy="1143200"/>
          </a:xfrm>
          <a:prstGeom prst="rect">
            <a:avLst/>
          </a:prstGeom>
          <a:solidFill>
            <a:srgbClr val="D04A02"/>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15" name="Google Shape;15;p2"/>
          <p:cNvSpPr/>
          <p:nvPr/>
        </p:nvSpPr>
        <p:spPr>
          <a:xfrm>
            <a:off x="8096251" y="0"/>
            <a:ext cx="4095600" cy="3429200"/>
          </a:xfrm>
          <a:prstGeom prst="rect">
            <a:avLst/>
          </a:prstGeom>
          <a:solidFill>
            <a:srgbClr val="EB8C00"/>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16" name="Google Shape;16;p2"/>
          <p:cNvSpPr txBox="1">
            <a:spLocks noGrp="1"/>
          </p:cNvSpPr>
          <p:nvPr>
            <p:ph type="ctrTitle"/>
          </p:nvPr>
        </p:nvSpPr>
        <p:spPr>
          <a:xfrm>
            <a:off x="442912" y="428625"/>
            <a:ext cx="7418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7" name="Google Shape;17;p2"/>
          <p:cNvSpPr txBox="1">
            <a:spLocks noGrp="1"/>
          </p:cNvSpPr>
          <p:nvPr>
            <p:ph type="subTitle" idx="1"/>
          </p:nvPr>
        </p:nvSpPr>
        <p:spPr>
          <a:xfrm>
            <a:off x="442913" y="3749040"/>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18" name="Google Shape;18;p2"/>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2417180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Slide 1 Grey">
  <p:cSld name="Title Slide 1 Grey">
    <p:spTree>
      <p:nvGrpSpPr>
        <p:cNvPr id="1" name="Shape 19"/>
        <p:cNvGrpSpPr/>
        <p:nvPr/>
      </p:nvGrpSpPr>
      <p:grpSpPr>
        <a:xfrm>
          <a:off x="0" y="0"/>
          <a:ext cx="0" cy="0"/>
          <a:chOff x="0" y="0"/>
          <a:chExt cx="0" cy="0"/>
        </a:xfrm>
      </p:grpSpPr>
      <p:sp>
        <p:nvSpPr>
          <p:cNvPr id="20" name="Google Shape;20;p3"/>
          <p:cNvSpPr/>
          <p:nvPr/>
        </p:nvSpPr>
        <p:spPr>
          <a:xfrm>
            <a:off x="0" y="0"/>
            <a:ext cx="8096400" cy="3429200"/>
          </a:xfrm>
          <a:prstGeom prst="rect">
            <a:avLst/>
          </a:prstGeom>
          <a:solidFill>
            <a:srgbClr val="7D7D7D"/>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21" name="Google Shape;21;p3"/>
          <p:cNvSpPr/>
          <p:nvPr/>
        </p:nvSpPr>
        <p:spPr>
          <a:xfrm>
            <a:off x="0" y="3429000"/>
            <a:ext cx="8096400" cy="1143200"/>
          </a:xfrm>
          <a:prstGeom prst="rect">
            <a:avLst/>
          </a:prstGeom>
          <a:solidFill>
            <a:srgbClr val="464646"/>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22" name="Google Shape;22;p3"/>
          <p:cNvSpPr/>
          <p:nvPr/>
        </p:nvSpPr>
        <p:spPr>
          <a:xfrm>
            <a:off x="8096251" y="0"/>
            <a:ext cx="4095600" cy="34292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23" name="Google Shape;23;p3"/>
          <p:cNvSpPr txBox="1">
            <a:spLocks noGrp="1"/>
          </p:cNvSpPr>
          <p:nvPr>
            <p:ph type="ctrTitle"/>
          </p:nvPr>
        </p:nvSpPr>
        <p:spPr>
          <a:xfrm>
            <a:off x="442912" y="428625"/>
            <a:ext cx="7418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4" name="Google Shape;24;p3"/>
          <p:cNvSpPr txBox="1">
            <a:spLocks noGrp="1"/>
          </p:cNvSpPr>
          <p:nvPr>
            <p:ph type="subTitle" idx="1"/>
          </p:nvPr>
        </p:nvSpPr>
        <p:spPr>
          <a:xfrm>
            <a:off x="442913" y="3749040"/>
            <a:ext cx="54776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25" name="Google Shape;25;p3"/>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33190169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 1 Dark Grey">
  <p:cSld name="Title Slide 1 Dark Grey">
    <p:spTree>
      <p:nvGrpSpPr>
        <p:cNvPr id="1" name="Shape 26"/>
        <p:cNvGrpSpPr/>
        <p:nvPr/>
      </p:nvGrpSpPr>
      <p:grpSpPr>
        <a:xfrm>
          <a:off x="0" y="0"/>
          <a:ext cx="0" cy="0"/>
          <a:chOff x="0" y="0"/>
          <a:chExt cx="0" cy="0"/>
        </a:xfrm>
      </p:grpSpPr>
      <p:sp>
        <p:nvSpPr>
          <p:cNvPr id="27" name="Google Shape;27;p4"/>
          <p:cNvSpPr/>
          <p:nvPr/>
        </p:nvSpPr>
        <p:spPr>
          <a:xfrm>
            <a:off x="0" y="0"/>
            <a:ext cx="8096400" cy="3429200"/>
          </a:xfrm>
          <a:prstGeom prst="rect">
            <a:avLst/>
          </a:prstGeom>
          <a:solidFill>
            <a:srgbClr val="464646"/>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28" name="Google Shape;28;p4"/>
          <p:cNvSpPr/>
          <p:nvPr/>
        </p:nvSpPr>
        <p:spPr>
          <a:xfrm>
            <a:off x="0" y="3429000"/>
            <a:ext cx="8096400" cy="1143200"/>
          </a:xfrm>
          <a:prstGeom prst="rect">
            <a:avLst/>
          </a:prstGeom>
          <a:solidFill>
            <a:srgbClr val="7D7D7D"/>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accent6"/>
              </a:solidFill>
              <a:latin typeface="Arial"/>
              <a:ea typeface="Arial"/>
              <a:cs typeface="Arial"/>
              <a:sym typeface="Arial"/>
            </a:endParaRPr>
          </a:p>
        </p:txBody>
      </p:sp>
      <p:sp>
        <p:nvSpPr>
          <p:cNvPr id="29" name="Google Shape;29;p4"/>
          <p:cNvSpPr/>
          <p:nvPr/>
        </p:nvSpPr>
        <p:spPr>
          <a:xfrm>
            <a:off x="8096251" y="0"/>
            <a:ext cx="4095600" cy="34292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30" name="Google Shape;30;p4"/>
          <p:cNvSpPr txBox="1">
            <a:spLocks noGrp="1"/>
          </p:cNvSpPr>
          <p:nvPr>
            <p:ph type="ctrTitle"/>
          </p:nvPr>
        </p:nvSpPr>
        <p:spPr>
          <a:xfrm>
            <a:off x="442912" y="428625"/>
            <a:ext cx="7418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1" name="Google Shape;31;p4"/>
          <p:cNvSpPr txBox="1">
            <a:spLocks noGrp="1"/>
          </p:cNvSpPr>
          <p:nvPr>
            <p:ph type="subTitle" idx="1"/>
          </p:nvPr>
        </p:nvSpPr>
        <p:spPr>
          <a:xfrm>
            <a:off x="442913" y="3749040"/>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32" name="Google Shape;32;p4"/>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8105477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33"/>
        <p:cNvGrpSpPr/>
        <p:nvPr/>
      </p:nvGrpSpPr>
      <p:grpSpPr>
        <a:xfrm>
          <a:off x="0" y="0"/>
          <a:ext cx="0" cy="0"/>
          <a:chOff x="0" y="0"/>
          <a:chExt cx="0" cy="0"/>
        </a:xfrm>
      </p:grpSpPr>
      <p:sp>
        <p:nvSpPr>
          <p:cNvPr id="34" name="Google Shape;34;p5"/>
          <p:cNvSpPr txBox="1">
            <a:spLocks noGrp="1"/>
          </p:cNvSpPr>
          <p:nvPr>
            <p:ph type="ctrTitle"/>
          </p:nvPr>
        </p:nvSpPr>
        <p:spPr>
          <a:xfrm>
            <a:off x="442912" y="428625"/>
            <a:ext cx="7418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5" name="Google Shape;35;p5"/>
          <p:cNvSpPr txBox="1">
            <a:spLocks noGrp="1"/>
          </p:cNvSpPr>
          <p:nvPr>
            <p:ph type="subTitle" idx="1"/>
          </p:nvPr>
        </p:nvSpPr>
        <p:spPr>
          <a:xfrm>
            <a:off x="442913" y="3749040"/>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36" name="Google Shape;36;p5"/>
          <p:cNvPicPr preferRelativeResize="0"/>
          <p:nvPr/>
        </p:nvPicPr>
        <p:blipFill rotWithShape="1">
          <a:blip r:embed="rId2">
            <a:alphaModFix/>
          </a:blip>
          <a:srcRect/>
          <a:stretch/>
        </p:blipFill>
        <p:spPr>
          <a:xfrm>
            <a:off x="185140" y="5330952"/>
            <a:ext cx="1636777" cy="1351184"/>
          </a:xfrm>
          <a:prstGeom prst="rect">
            <a:avLst/>
          </a:prstGeom>
          <a:noFill/>
          <a:ln>
            <a:noFill/>
          </a:ln>
        </p:spPr>
      </p:pic>
    </p:spTree>
    <p:extLst>
      <p:ext uri="{BB962C8B-B14F-4D97-AF65-F5344CB8AC3E}">
        <p14:creationId xmlns:p14="http://schemas.microsoft.com/office/powerpoint/2010/main" val="3475812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All White">
  <p:cSld name="Title Slide All White">
    <p:bg>
      <p:bgPr>
        <a:solidFill>
          <a:schemeClr val="lt1"/>
        </a:solidFill>
        <a:effectLst/>
      </p:bgPr>
    </p:bg>
    <p:spTree>
      <p:nvGrpSpPr>
        <p:cNvPr id="1" name="Shape 37"/>
        <p:cNvGrpSpPr/>
        <p:nvPr/>
      </p:nvGrpSpPr>
      <p:grpSpPr>
        <a:xfrm>
          <a:off x="0" y="0"/>
          <a:ext cx="0" cy="0"/>
          <a:chOff x="0" y="0"/>
          <a:chExt cx="0" cy="0"/>
        </a:xfrm>
      </p:grpSpPr>
      <p:sp>
        <p:nvSpPr>
          <p:cNvPr id="38" name="Google Shape;38;p6"/>
          <p:cNvSpPr txBox="1">
            <a:spLocks noGrp="1"/>
          </p:cNvSpPr>
          <p:nvPr>
            <p:ph type="ctrTitle"/>
          </p:nvPr>
        </p:nvSpPr>
        <p:spPr>
          <a:xfrm>
            <a:off x="442912" y="428625"/>
            <a:ext cx="7418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dk1"/>
              </a:buClr>
              <a:buSzPts val="4500"/>
              <a:buFont typeface="Georgia"/>
              <a:buNone/>
              <a:defRPr sz="60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9" name="Google Shape;39;p6"/>
          <p:cNvSpPr txBox="1">
            <a:spLocks noGrp="1"/>
          </p:cNvSpPr>
          <p:nvPr>
            <p:ph type="subTitle" idx="1"/>
          </p:nvPr>
        </p:nvSpPr>
        <p:spPr>
          <a:xfrm>
            <a:off x="442913" y="3749040"/>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pic>
        <p:nvPicPr>
          <p:cNvPr id="40" name="Google Shape;40;p6"/>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5406018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spTree>
      <p:nvGrpSpPr>
        <p:cNvPr id="1" name="Shape 41"/>
        <p:cNvGrpSpPr/>
        <p:nvPr/>
      </p:nvGrpSpPr>
      <p:grpSpPr>
        <a:xfrm>
          <a:off x="0" y="0"/>
          <a:ext cx="0" cy="0"/>
          <a:chOff x="0" y="0"/>
          <a:chExt cx="0" cy="0"/>
        </a:xfrm>
      </p:grpSpPr>
      <p:sp>
        <p:nvSpPr>
          <p:cNvPr id="42" name="Google Shape;42;p7"/>
          <p:cNvSpPr/>
          <p:nvPr/>
        </p:nvSpPr>
        <p:spPr>
          <a:xfrm>
            <a:off x="6096000" y="0"/>
            <a:ext cx="6096000" cy="4576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43" name="Google Shape;43;p7"/>
          <p:cNvSpPr/>
          <p:nvPr/>
        </p:nvSpPr>
        <p:spPr>
          <a:xfrm>
            <a:off x="0" y="0"/>
            <a:ext cx="6096000" cy="4576000"/>
          </a:xfrm>
          <a:prstGeom prst="rect">
            <a:avLst/>
          </a:prstGeom>
          <a:solidFill>
            <a:srgbClr val="464646"/>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44" name="Google Shape;44;p7"/>
          <p:cNvSpPr/>
          <p:nvPr/>
        </p:nvSpPr>
        <p:spPr>
          <a:xfrm>
            <a:off x="0" y="4575812"/>
            <a:ext cx="6096000" cy="2282000"/>
          </a:xfrm>
          <a:prstGeom prst="rect">
            <a:avLst/>
          </a:prstGeom>
          <a:solidFill>
            <a:srgbClr val="D04A02"/>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45" name="Google Shape;45;p7"/>
          <p:cNvSpPr txBox="1">
            <a:spLocks noGrp="1"/>
          </p:cNvSpPr>
          <p:nvPr>
            <p:ph type="ctrTitle"/>
          </p:nvPr>
        </p:nvSpPr>
        <p:spPr>
          <a:xfrm>
            <a:off x="442913" y="428625"/>
            <a:ext cx="5474000" cy="2286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46" name="Google Shape;46;p7"/>
          <p:cNvSpPr txBox="1">
            <a:spLocks noGrp="1"/>
          </p:cNvSpPr>
          <p:nvPr>
            <p:ph type="subTitle" idx="1"/>
          </p:nvPr>
        </p:nvSpPr>
        <p:spPr>
          <a:xfrm>
            <a:off x="442913" y="5101595"/>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47" name="Google Shape;47;p7"/>
          <p:cNvPicPr preferRelativeResize="0"/>
          <p:nvPr/>
        </p:nvPicPr>
        <p:blipFill rotWithShape="1">
          <a:blip r:embed="rId2">
            <a:alphaModFix/>
          </a:blip>
          <a:srcRect/>
          <a:stretch/>
        </p:blipFill>
        <p:spPr>
          <a:xfrm>
            <a:off x="10337737" y="5330952"/>
            <a:ext cx="1636777" cy="1351187"/>
          </a:xfrm>
          <a:prstGeom prst="rect">
            <a:avLst/>
          </a:prstGeom>
          <a:noFill/>
          <a:ln>
            <a:noFill/>
          </a:ln>
        </p:spPr>
      </p:pic>
    </p:spTree>
    <p:extLst>
      <p:ext uri="{BB962C8B-B14F-4D97-AF65-F5344CB8AC3E}">
        <p14:creationId xmlns:p14="http://schemas.microsoft.com/office/powerpoint/2010/main" val="2093301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48"/>
        <p:cNvGrpSpPr/>
        <p:nvPr/>
      </p:nvGrpSpPr>
      <p:grpSpPr>
        <a:xfrm>
          <a:off x="0" y="0"/>
          <a:ext cx="0" cy="0"/>
          <a:chOff x="0" y="0"/>
          <a:chExt cx="0" cy="0"/>
        </a:xfrm>
      </p:grpSpPr>
      <p:sp>
        <p:nvSpPr>
          <p:cNvPr id="49" name="Google Shape;49;p8"/>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50" name="Google Shape;50;p8"/>
          <p:cNvSpPr/>
          <p:nvPr/>
        </p:nvSpPr>
        <p:spPr>
          <a:xfrm>
            <a:off x="0" y="0"/>
            <a:ext cx="6096000" cy="3429200"/>
          </a:xfrm>
          <a:prstGeom prst="rect">
            <a:avLst/>
          </a:prstGeom>
          <a:solidFill>
            <a:srgbClr val="D04A02"/>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51" name="Google Shape;51;p8"/>
          <p:cNvSpPr/>
          <p:nvPr/>
        </p:nvSpPr>
        <p:spPr>
          <a:xfrm>
            <a:off x="0" y="3429000"/>
            <a:ext cx="6096000" cy="1143200"/>
          </a:xfrm>
          <a:prstGeom prst="rect">
            <a:avLst/>
          </a:prstGeom>
          <a:solidFill>
            <a:srgbClr val="464646"/>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52" name="Google Shape;52;p8"/>
          <p:cNvSpPr txBox="1">
            <a:spLocks noGrp="1"/>
          </p:cNvSpPr>
          <p:nvPr>
            <p:ph type="ctrTitle"/>
          </p:nvPr>
        </p:nvSpPr>
        <p:spPr>
          <a:xfrm>
            <a:off x="442913" y="428625"/>
            <a:ext cx="5474000" cy="2286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53" name="Google Shape;53;p8"/>
          <p:cNvSpPr txBox="1">
            <a:spLocks noGrp="1"/>
          </p:cNvSpPr>
          <p:nvPr>
            <p:ph type="subTitle" idx="1"/>
          </p:nvPr>
        </p:nvSpPr>
        <p:spPr>
          <a:xfrm>
            <a:off x="442913" y="3749040"/>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pic>
        <p:nvPicPr>
          <p:cNvPr id="54" name="Google Shape;54;p8"/>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3049295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Slide Lines">
  <p:cSld name="Title Slide Lines">
    <p:bg>
      <p:bgPr>
        <a:solidFill>
          <a:srgbClr val="DEDEDE"/>
        </a:solidFill>
        <a:effectLst/>
      </p:bgPr>
    </p:bg>
    <p:spTree>
      <p:nvGrpSpPr>
        <p:cNvPr id="1" name="Shape 55"/>
        <p:cNvGrpSpPr/>
        <p:nvPr/>
      </p:nvGrpSpPr>
      <p:grpSpPr>
        <a:xfrm>
          <a:off x="0" y="0"/>
          <a:ext cx="0" cy="0"/>
          <a:chOff x="0" y="0"/>
          <a:chExt cx="0" cy="0"/>
        </a:xfrm>
      </p:grpSpPr>
      <p:grpSp>
        <p:nvGrpSpPr>
          <p:cNvPr id="56" name="Google Shape;56;p9"/>
          <p:cNvGrpSpPr/>
          <p:nvPr/>
        </p:nvGrpSpPr>
        <p:grpSpPr>
          <a:xfrm>
            <a:off x="-1" y="-1"/>
            <a:ext cx="12191893" cy="6857976"/>
            <a:chOff x="-1" y="-1"/>
            <a:chExt cx="12191893" cy="6857975"/>
          </a:xfrm>
        </p:grpSpPr>
        <p:grpSp>
          <p:nvGrpSpPr>
            <p:cNvPr id="57" name="Google Shape;57;p9"/>
            <p:cNvGrpSpPr/>
            <p:nvPr/>
          </p:nvGrpSpPr>
          <p:grpSpPr>
            <a:xfrm>
              <a:off x="-1" y="-1"/>
              <a:ext cx="12191893" cy="6857975"/>
              <a:chOff x="152400" y="152400"/>
              <a:chExt cx="12196772" cy="6862779"/>
            </a:xfrm>
          </p:grpSpPr>
          <p:sp>
            <p:nvSpPr>
              <p:cNvPr id="58" name="Google Shape;58;p9"/>
              <p:cNvSpPr/>
              <p:nvPr/>
            </p:nvSpPr>
            <p:spPr>
              <a:xfrm>
                <a:off x="152400" y="3775075"/>
                <a:ext cx="9142419" cy="777876"/>
              </a:xfrm>
              <a:custGeom>
                <a:avLst/>
                <a:gdLst/>
                <a:ahLst/>
                <a:cxnLst/>
                <a:rect l="l" t="t" r="r" b="b"/>
                <a:pathLst>
                  <a:path w="7908" h="1632" extrusionOk="0">
                    <a:moveTo>
                      <a:pt x="0" y="0"/>
                    </a:moveTo>
                    <a:lnTo>
                      <a:pt x="0" y="0"/>
                    </a:lnTo>
                    <a:lnTo>
                      <a:pt x="7908" y="0"/>
                    </a:lnTo>
                    <a:lnTo>
                      <a:pt x="7908" y="1632"/>
                    </a:lnTo>
                    <a:lnTo>
                      <a:pt x="0" y="1632"/>
                    </a:lnTo>
                    <a:lnTo>
                      <a:pt x="0" y="0"/>
                    </a:lnTo>
                    <a:close/>
                  </a:path>
                </a:pathLst>
              </a:custGeom>
              <a:solidFill>
                <a:srgbClr val="D04A0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59" name="Google Shape;59;p9"/>
              <p:cNvSpPr/>
              <p:nvPr/>
            </p:nvSpPr>
            <p:spPr>
              <a:xfrm>
                <a:off x="152400" y="152400"/>
                <a:ext cx="12196772" cy="6862779"/>
              </a:xfrm>
              <a:custGeom>
                <a:avLst/>
                <a:gdLst/>
                <a:ahLst/>
                <a:cxnLst/>
                <a:rect l="l" t="t" r="r" b="b"/>
                <a:pathLst>
                  <a:path w="25599" h="14399" extrusionOk="0">
                    <a:moveTo>
                      <a:pt x="19187" y="0"/>
                    </a:moveTo>
                    <a:lnTo>
                      <a:pt x="19187" y="0"/>
                    </a:lnTo>
                    <a:lnTo>
                      <a:pt x="19187" y="6949"/>
                    </a:lnTo>
                    <a:lnTo>
                      <a:pt x="0" y="6949"/>
                    </a:lnTo>
                    <a:lnTo>
                      <a:pt x="0" y="7602"/>
                    </a:lnTo>
                    <a:lnTo>
                      <a:pt x="19187" y="7602"/>
                    </a:lnTo>
                    <a:lnTo>
                      <a:pt x="19187" y="9234"/>
                    </a:lnTo>
                    <a:lnTo>
                      <a:pt x="0" y="9234"/>
                    </a:lnTo>
                    <a:lnTo>
                      <a:pt x="0" y="9887"/>
                    </a:lnTo>
                    <a:lnTo>
                      <a:pt x="19187" y="9887"/>
                    </a:lnTo>
                    <a:lnTo>
                      <a:pt x="19187" y="14399"/>
                    </a:lnTo>
                    <a:lnTo>
                      <a:pt x="19839" y="14399"/>
                    </a:lnTo>
                    <a:lnTo>
                      <a:pt x="19839" y="9887"/>
                    </a:lnTo>
                    <a:lnTo>
                      <a:pt x="25599" y="9887"/>
                    </a:lnTo>
                    <a:lnTo>
                      <a:pt x="25599" y="9234"/>
                    </a:lnTo>
                    <a:lnTo>
                      <a:pt x="19839" y="9234"/>
                    </a:lnTo>
                    <a:lnTo>
                      <a:pt x="19839" y="7602"/>
                    </a:lnTo>
                    <a:lnTo>
                      <a:pt x="25599" y="7602"/>
                    </a:lnTo>
                    <a:lnTo>
                      <a:pt x="25599" y="6949"/>
                    </a:lnTo>
                    <a:lnTo>
                      <a:pt x="19839" y="6949"/>
                    </a:lnTo>
                    <a:lnTo>
                      <a:pt x="19839" y="0"/>
                    </a:lnTo>
                    <a:lnTo>
                      <a:pt x="19187" y="0"/>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grpSp>
        <p:pic>
          <p:nvPicPr>
            <p:cNvPr id="60" name="Google Shape;60;p9"/>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61" name="Google Shape;61;p9"/>
          <p:cNvSpPr txBox="1">
            <a:spLocks noGrp="1"/>
          </p:cNvSpPr>
          <p:nvPr>
            <p:ph type="subTitle" idx="1"/>
          </p:nvPr>
        </p:nvSpPr>
        <p:spPr>
          <a:xfrm>
            <a:off x="442913" y="3713607"/>
            <a:ext cx="5474000" cy="5920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62" name="Google Shape;62;p9"/>
          <p:cNvSpPr txBox="1">
            <a:spLocks noGrp="1"/>
          </p:cNvSpPr>
          <p:nvPr>
            <p:ph type="ctrTitle"/>
          </p:nvPr>
        </p:nvSpPr>
        <p:spPr>
          <a:xfrm>
            <a:off x="442913" y="428623"/>
            <a:ext cx="7418400" cy="2012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400"/>
              <a:buFont typeface="Georgia"/>
              <a:buNone/>
              <a:defRPr sz="4533"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954621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Slide Lines 2">
  <p:cSld name="Title Slide Lines 2">
    <p:bg>
      <p:bgPr>
        <a:solidFill>
          <a:srgbClr val="DEDEDE"/>
        </a:solidFill>
        <a:effectLst/>
      </p:bgPr>
    </p:bg>
    <p:spTree>
      <p:nvGrpSpPr>
        <p:cNvPr id="1" name="Shape 63"/>
        <p:cNvGrpSpPr/>
        <p:nvPr/>
      </p:nvGrpSpPr>
      <p:grpSpPr>
        <a:xfrm>
          <a:off x="0" y="0"/>
          <a:ext cx="0" cy="0"/>
          <a:chOff x="0" y="0"/>
          <a:chExt cx="0" cy="0"/>
        </a:xfrm>
      </p:grpSpPr>
      <p:grpSp>
        <p:nvGrpSpPr>
          <p:cNvPr id="64" name="Google Shape;64;p10"/>
          <p:cNvGrpSpPr/>
          <p:nvPr/>
        </p:nvGrpSpPr>
        <p:grpSpPr>
          <a:xfrm>
            <a:off x="0" y="0"/>
            <a:ext cx="12192000" cy="6858000"/>
            <a:chOff x="0" y="0"/>
            <a:chExt cx="12192000" cy="6858000"/>
          </a:xfrm>
        </p:grpSpPr>
        <p:sp>
          <p:nvSpPr>
            <p:cNvPr id="65" name="Google Shape;65;p10"/>
            <p:cNvSpPr/>
            <p:nvPr/>
          </p:nvSpPr>
          <p:spPr>
            <a:xfrm>
              <a:off x="0" y="0"/>
              <a:ext cx="12192000" cy="6858000"/>
            </a:xfrm>
            <a:custGeom>
              <a:avLst/>
              <a:gdLst/>
              <a:ahLst/>
              <a:cxnLst/>
              <a:rect l="l" t="t" r="r" b="b"/>
              <a:pathLst>
                <a:path w="12192000" h="6858000" extrusionOk="0">
                  <a:moveTo>
                    <a:pt x="9144000" y="0"/>
                  </a:moveTo>
                  <a:lnTo>
                    <a:pt x="9450000" y="0"/>
                  </a:lnTo>
                  <a:lnTo>
                    <a:pt x="9450000" y="3309692"/>
                  </a:lnTo>
                  <a:lnTo>
                    <a:pt x="12192000" y="3309692"/>
                  </a:lnTo>
                  <a:lnTo>
                    <a:pt x="12192000" y="3615692"/>
                  </a:lnTo>
                  <a:lnTo>
                    <a:pt x="9450000" y="3615692"/>
                  </a:lnTo>
                  <a:lnTo>
                    <a:pt x="9450000" y="4394836"/>
                  </a:lnTo>
                  <a:lnTo>
                    <a:pt x="12192000" y="4394836"/>
                  </a:lnTo>
                  <a:lnTo>
                    <a:pt x="12192000" y="4700836"/>
                  </a:lnTo>
                  <a:lnTo>
                    <a:pt x="9450000" y="4700836"/>
                  </a:lnTo>
                  <a:lnTo>
                    <a:pt x="9450000" y="6858000"/>
                  </a:lnTo>
                  <a:lnTo>
                    <a:pt x="9144000" y="6858000"/>
                  </a:lnTo>
                  <a:lnTo>
                    <a:pt x="9144000" y="4700836"/>
                  </a:lnTo>
                  <a:lnTo>
                    <a:pt x="0" y="4700836"/>
                  </a:lnTo>
                  <a:lnTo>
                    <a:pt x="0" y="4394836"/>
                  </a:lnTo>
                  <a:lnTo>
                    <a:pt x="9144000" y="4394836"/>
                  </a:lnTo>
                  <a:lnTo>
                    <a:pt x="9144000" y="3615692"/>
                  </a:lnTo>
                  <a:lnTo>
                    <a:pt x="0" y="3615692"/>
                  </a:lnTo>
                  <a:lnTo>
                    <a:pt x="0" y="3309692"/>
                  </a:lnTo>
                  <a:lnTo>
                    <a:pt x="9144000" y="3309692"/>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66" name="Google Shape;66;p10"/>
            <p:cNvPicPr preferRelativeResize="0"/>
            <p:nvPr/>
          </p:nvPicPr>
          <p:blipFill rotWithShape="1">
            <a:blip r:embed="rId2">
              <a:alphaModFix/>
            </a:blip>
            <a:srcRect/>
            <a:stretch/>
          </p:blipFill>
          <p:spPr>
            <a:xfrm>
              <a:off x="185139" y="5330952"/>
              <a:ext cx="1636775" cy="1351186"/>
            </a:xfrm>
            <a:prstGeom prst="rect">
              <a:avLst/>
            </a:prstGeom>
            <a:noFill/>
            <a:ln>
              <a:noFill/>
            </a:ln>
          </p:spPr>
        </p:pic>
      </p:grpSp>
      <p:sp>
        <p:nvSpPr>
          <p:cNvPr id="67" name="Google Shape;67;p10"/>
          <p:cNvSpPr txBox="1">
            <a:spLocks noGrp="1"/>
          </p:cNvSpPr>
          <p:nvPr>
            <p:ph type="subTitle" idx="1"/>
          </p:nvPr>
        </p:nvSpPr>
        <p:spPr>
          <a:xfrm>
            <a:off x="442913" y="3713607"/>
            <a:ext cx="5474000" cy="5944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68" name="Google Shape;68;p10"/>
          <p:cNvSpPr txBox="1">
            <a:spLocks noGrp="1"/>
          </p:cNvSpPr>
          <p:nvPr>
            <p:ph type="ctrTitle"/>
          </p:nvPr>
        </p:nvSpPr>
        <p:spPr>
          <a:xfrm>
            <a:off x="442912" y="428623"/>
            <a:ext cx="7418400" cy="2012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dk1"/>
              </a:buClr>
              <a:buSzPts val="3400"/>
              <a:buFont typeface="Georgia"/>
              <a:buNone/>
              <a:defRPr sz="4533"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41439090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itle Slide Lines 3">
  <p:cSld name="Title Slide Lines 3">
    <p:bg>
      <p:bgPr>
        <a:solidFill>
          <a:srgbClr val="D04A02"/>
        </a:solidFill>
        <a:effectLst/>
      </p:bgPr>
    </p:bg>
    <p:spTree>
      <p:nvGrpSpPr>
        <p:cNvPr id="1" name="Shape 69"/>
        <p:cNvGrpSpPr/>
        <p:nvPr/>
      </p:nvGrpSpPr>
      <p:grpSpPr>
        <a:xfrm>
          <a:off x="0" y="0"/>
          <a:ext cx="0" cy="0"/>
          <a:chOff x="0" y="0"/>
          <a:chExt cx="0" cy="0"/>
        </a:xfrm>
      </p:grpSpPr>
      <p:sp>
        <p:nvSpPr>
          <p:cNvPr id="70" name="Google Shape;70;p11"/>
          <p:cNvSpPr/>
          <p:nvPr/>
        </p:nvSpPr>
        <p:spPr>
          <a:xfrm>
            <a:off x="9448800" y="0"/>
            <a:ext cx="27432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grpSp>
        <p:nvGrpSpPr>
          <p:cNvPr id="71" name="Google Shape;71;p11"/>
          <p:cNvGrpSpPr/>
          <p:nvPr/>
        </p:nvGrpSpPr>
        <p:grpSpPr>
          <a:xfrm>
            <a:off x="0" y="0"/>
            <a:ext cx="12192000" cy="6858000"/>
            <a:chOff x="0" y="0"/>
            <a:chExt cx="12192000" cy="6858000"/>
          </a:xfrm>
        </p:grpSpPr>
        <p:sp>
          <p:nvSpPr>
            <p:cNvPr id="72" name="Google Shape;72;p11"/>
            <p:cNvSpPr/>
            <p:nvPr/>
          </p:nvSpPr>
          <p:spPr>
            <a:xfrm>
              <a:off x="0" y="0"/>
              <a:ext cx="12192000" cy="6858000"/>
            </a:xfrm>
            <a:custGeom>
              <a:avLst/>
              <a:gdLst/>
              <a:ahLst/>
              <a:cxnLst/>
              <a:rect l="l" t="t" r="r" b="b"/>
              <a:pathLst>
                <a:path w="12192000" h="6858000" extrusionOk="0">
                  <a:moveTo>
                    <a:pt x="9144000" y="0"/>
                  </a:moveTo>
                  <a:lnTo>
                    <a:pt x="9450000" y="0"/>
                  </a:lnTo>
                  <a:lnTo>
                    <a:pt x="9450000" y="1022986"/>
                  </a:lnTo>
                  <a:lnTo>
                    <a:pt x="12192000" y="1022986"/>
                  </a:lnTo>
                  <a:lnTo>
                    <a:pt x="12192000" y="1328986"/>
                  </a:lnTo>
                  <a:lnTo>
                    <a:pt x="9450000" y="1328986"/>
                  </a:lnTo>
                  <a:lnTo>
                    <a:pt x="9450000" y="4394836"/>
                  </a:lnTo>
                  <a:lnTo>
                    <a:pt x="12192000" y="4394836"/>
                  </a:lnTo>
                  <a:lnTo>
                    <a:pt x="12192000" y="4700836"/>
                  </a:lnTo>
                  <a:lnTo>
                    <a:pt x="9450000" y="4700836"/>
                  </a:lnTo>
                  <a:lnTo>
                    <a:pt x="9450000" y="6858000"/>
                  </a:lnTo>
                  <a:lnTo>
                    <a:pt x="9144000" y="6858000"/>
                  </a:lnTo>
                  <a:lnTo>
                    <a:pt x="9144000" y="4700836"/>
                  </a:lnTo>
                  <a:lnTo>
                    <a:pt x="0" y="4700836"/>
                  </a:lnTo>
                  <a:lnTo>
                    <a:pt x="0" y="4394836"/>
                  </a:lnTo>
                  <a:lnTo>
                    <a:pt x="9144000" y="4394836"/>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73" name="Google Shape;73;p11"/>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74" name="Google Shape;74;p11"/>
          <p:cNvSpPr txBox="1">
            <a:spLocks noGrp="1"/>
          </p:cNvSpPr>
          <p:nvPr>
            <p:ph type="ctrTitle"/>
          </p:nvPr>
        </p:nvSpPr>
        <p:spPr>
          <a:xfrm>
            <a:off x="442912" y="428625"/>
            <a:ext cx="7418400" cy="2771600"/>
          </a:xfrm>
          <a:prstGeom prst="rect">
            <a:avLst/>
          </a:prstGeom>
          <a:noFill/>
          <a:ln>
            <a:noFill/>
          </a:ln>
        </p:spPr>
        <p:txBody>
          <a:bodyPr spcFirstLastPara="1" wrap="square" lIns="0" tIns="0" rIns="0" bIns="0" anchor="b" anchorCtr="0">
            <a:noAutofit/>
          </a:bodyPr>
          <a:lstStyle>
            <a:lvl1pPr marR="0" lvl="0" algn="l" rtl="0">
              <a:lnSpc>
                <a:spcPct val="86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75" name="Google Shape;75;p11"/>
          <p:cNvSpPr txBox="1">
            <a:spLocks noGrp="1"/>
          </p:cNvSpPr>
          <p:nvPr>
            <p:ph type="subTitle" idx="1"/>
          </p:nvPr>
        </p:nvSpPr>
        <p:spPr>
          <a:xfrm>
            <a:off x="442913" y="3394711"/>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1106305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Title Slide Lines 3 Grey">
  <p:cSld name="Title Slide Lines 3 Grey">
    <p:bg>
      <p:bgPr>
        <a:solidFill>
          <a:srgbClr val="464646"/>
        </a:solidFill>
        <a:effectLst/>
      </p:bgPr>
    </p:bg>
    <p:spTree>
      <p:nvGrpSpPr>
        <p:cNvPr id="1" name="Shape 76"/>
        <p:cNvGrpSpPr/>
        <p:nvPr/>
      </p:nvGrpSpPr>
      <p:grpSpPr>
        <a:xfrm>
          <a:off x="0" y="0"/>
          <a:ext cx="0" cy="0"/>
          <a:chOff x="0" y="0"/>
          <a:chExt cx="0" cy="0"/>
        </a:xfrm>
      </p:grpSpPr>
      <p:sp>
        <p:nvSpPr>
          <p:cNvPr id="77" name="Google Shape;77;p12"/>
          <p:cNvSpPr/>
          <p:nvPr/>
        </p:nvSpPr>
        <p:spPr>
          <a:xfrm>
            <a:off x="9448800" y="0"/>
            <a:ext cx="27432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grpSp>
        <p:nvGrpSpPr>
          <p:cNvPr id="78" name="Google Shape;78;p12"/>
          <p:cNvGrpSpPr/>
          <p:nvPr/>
        </p:nvGrpSpPr>
        <p:grpSpPr>
          <a:xfrm>
            <a:off x="0" y="0"/>
            <a:ext cx="12192000" cy="6858000"/>
            <a:chOff x="0" y="0"/>
            <a:chExt cx="12192000" cy="6858000"/>
          </a:xfrm>
        </p:grpSpPr>
        <p:sp>
          <p:nvSpPr>
            <p:cNvPr id="79" name="Google Shape;79;p12"/>
            <p:cNvSpPr/>
            <p:nvPr/>
          </p:nvSpPr>
          <p:spPr>
            <a:xfrm>
              <a:off x="0" y="0"/>
              <a:ext cx="12192000" cy="6858000"/>
            </a:xfrm>
            <a:custGeom>
              <a:avLst/>
              <a:gdLst/>
              <a:ahLst/>
              <a:cxnLst/>
              <a:rect l="l" t="t" r="r" b="b"/>
              <a:pathLst>
                <a:path w="12192000" h="6858000" extrusionOk="0">
                  <a:moveTo>
                    <a:pt x="9144000" y="0"/>
                  </a:moveTo>
                  <a:lnTo>
                    <a:pt x="9450000" y="0"/>
                  </a:lnTo>
                  <a:lnTo>
                    <a:pt x="9450000" y="1022986"/>
                  </a:lnTo>
                  <a:lnTo>
                    <a:pt x="12192000" y="1022986"/>
                  </a:lnTo>
                  <a:lnTo>
                    <a:pt x="12192000" y="1328986"/>
                  </a:lnTo>
                  <a:lnTo>
                    <a:pt x="9450000" y="1328986"/>
                  </a:lnTo>
                  <a:lnTo>
                    <a:pt x="9450000" y="4394836"/>
                  </a:lnTo>
                  <a:lnTo>
                    <a:pt x="12192000" y="4394836"/>
                  </a:lnTo>
                  <a:lnTo>
                    <a:pt x="12192000" y="4700836"/>
                  </a:lnTo>
                  <a:lnTo>
                    <a:pt x="9450000" y="4700836"/>
                  </a:lnTo>
                  <a:lnTo>
                    <a:pt x="9450000" y="6858000"/>
                  </a:lnTo>
                  <a:lnTo>
                    <a:pt x="9144000" y="6858000"/>
                  </a:lnTo>
                  <a:lnTo>
                    <a:pt x="9144000" y="4700836"/>
                  </a:lnTo>
                  <a:lnTo>
                    <a:pt x="0" y="4700836"/>
                  </a:lnTo>
                  <a:lnTo>
                    <a:pt x="0" y="4394836"/>
                  </a:lnTo>
                  <a:lnTo>
                    <a:pt x="9144000" y="4394836"/>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80" name="Google Shape;80;p12"/>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81" name="Google Shape;81;p12"/>
          <p:cNvSpPr txBox="1">
            <a:spLocks noGrp="1"/>
          </p:cNvSpPr>
          <p:nvPr>
            <p:ph type="ctrTitle"/>
          </p:nvPr>
        </p:nvSpPr>
        <p:spPr>
          <a:xfrm>
            <a:off x="442912" y="428625"/>
            <a:ext cx="7418400" cy="277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60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82" name="Google Shape;82;p12"/>
          <p:cNvSpPr txBox="1">
            <a:spLocks noGrp="1"/>
          </p:cNvSpPr>
          <p:nvPr>
            <p:ph type="subTitle" idx="1"/>
          </p:nvPr>
        </p:nvSpPr>
        <p:spPr>
          <a:xfrm>
            <a:off x="442913" y="3394711"/>
            <a:ext cx="54740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13390400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83"/>
        <p:cNvGrpSpPr/>
        <p:nvPr/>
      </p:nvGrpSpPr>
      <p:grpSpPr>
        <a:xfrm>
          <a:off x="0" y="0"/>
          <a:ext cx="0" cy="0"/>
          <a:chOff x="0" y="0"/>
          <a:chExt cx="0" cy="0"/>
        </a:xfrm>
      </p:grpSpPr>
      <p:grpSp>
        <p:nvGrpSpPr>
          <p:cNvPr id="84" name="Google Shape;84;p13"/>
          <p:cNvGrpSpPr/>
          <p:nvPr/>
        </p:nvGrpSpPr>
        <p:grpSpPr>
          <a:xfrm>
            <a:off x="0" y="1"/>
            <a:ext cx="8914101" cy="6858001"/>
            <a:chOff x="0" y="0"/>
            <a:chExt cx="8914102" cy="6858001"/>
          </a:xfrm>
        </p:grpSpPr>
        <p:sp>
          <p:nvSpPr>
            <p:cNvPr id="85" name="Google Shape;85;p13"/>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86" name="Google Shape;86;p13"/>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87" name="Google Shape;87;p13"/>
          <p:cNvSpPr txBox="1">
            <a:spLocks noGrp="1"/>
          </p:cNvSpPr>
          <p:nvPr>
            <p:ph type="ctrTitle"/>
          </p:nvPr>
        </p:nvSpPr>
        <p:spPr>
          <a:xfrm>
            <a:off x="442913" y="1003609"/>
            <a:ext cx="5258800" cy="2425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88" name="Google Shape;88;p13"/>
          <p:cNvSpPr txBox="1">
            <a:spLocks noGrp="1"/>
          </p:cNvSpPr>
          <p:nvPr>
            <p:ph type="subTitle" idx="1"/>
          </p:nvPr>
        </p:nvSpPr>
        <p:spPr>
          <a:xfrm>
            <a:off x="442913" y="3749040"/>
            <a:ext cx="52588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7428339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Slide Logo Shape Red">
  <p:cSld name="Title Slide Logo Shape Red">
    <p:spTree>
      <p:nvGrpSpPr>
        <p:cNvPr id="1" name="Shape 89"/>
        <p:cNvGrpSpPr/>
        <p:nvPr/>
      </p:nvGrpSpPr>
      <p:grpSpPr>
        <a:xfrm>
          <a:off x="0" y="0"/>
          <a:ext cx="0" cy="0"/>
          <a:chOff x="0" y="0"/>
          <a:chExt cx="0" cy="0"/>
        </a:xfrm>
      </p:grpSpPr>
      <p:grpSp>
        <p:nvGrpSpPr>
          <p:cNvPr id="90" name="Google Shape;90;p14"/>
          <p:cNvGrpSpPr/>
          <p:nvPr/>
        </p:nvGrpSpPr>
        <p:grpSpPr>
          <a:xfrm>
            <a:off x="0" y="1"/>
            <a:ext cx="8914101" cy="6858001"/>
            <a:chOff x="0" y="0"/>
            <a:chExt cx="8914102" cy="6858001"/>
          </a:xfrm>
        </p:grpSpPr>
        <p:sp>
          <p:nvSpPr>
            <p:cNvPr id="91" name="Google Shape;91;p14"/>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E0301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92" name="Google Shape;92;p14"/>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93" name="Google Shape;93;p14"/>
          <p:cNvSpPr txBox="1">
            <a:spLocks noGrp="1"/>
          </p:cNvSpPr>
          <p:nvPr>
            <p:ph type="ctrTitle"/>
          </p:nvPr>
        </p:nvSpPr>
        <p:spPr>
          <a:xfrm>
            <a:off x="442913" y="1003609"/>
            <a:ext cx="5258800" cy="2425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94" name="Google Shape;94;p14"/>
          <p:cNvSpPr txBox="1">
            <a:spLocks noGrp="1"/>
          </p:cNvSpPr>
          <p:nvPr>
            <p:ph type="subTitle" idx="1"/>
          </p:nvPr>
        </p:nvSpPr>
        <p:spPr>
          <a:xfrm>
            <a:off x="442913" y="3749040"/>
            <a:ext cx="52588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42710441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p:spTree>
      <p:nvGrpSpPr>
        <p:cNvPr id="1" name="Shape 95"/>
        <p:cNvGrpSpPr/>
        <p:nvPr/>
      </p:nvGrpSpPr>
      <p:grpSpPr>
        <a:xfrm>
          <a:off x="0" y="0"/>
          <a:ext cx="0" cy="0"/>
          <a:chOff x="0" y="0"/>
          <a:chExt cx="0" cy="0"/>
        </a:xfrm>
      </p:grpSpPr>
      <p:grpSp>
        <p:nvGrpSpPr>
          <p:cNvPr id="96" name="Google Shape;96;p15"/>
          <p:cNvGrpSpPr/>
          <p:nvPr/>
        </p:nvGrpSpPr>
        <p:grpSpPr>
          <a:xfrm>
            <a:off x="0" y="1"/>
            <a:ext cx="8914101" cy="6858001"/>
            <a:chOff x="0" y="0"/>
            <a:chExt cx="8914102" cy="6858001"/>
          </a:xfrm>
        </p:grpSpPr>
        <p:sp>
          <p:nvSpPr>
            <p:cNvPr id="97" name="Google Shape;97;p15"/>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46464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98" name="Google Shape;98;p15"/>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99" name="Google Shape;99;p15"/>
          <p:cNvSpPr txBox="1">
            <a:spLocks noGrp="1"/>
          </p:cNvSpPr>
          <p:nvPr>
            <p:ph type="ctrTitle"/>
          </p:nvPr>
        </p:nvSpPr>
        <p:spPr>
          <a:xfrm>
            <a:off x="442913" y="1009185"/>
            <a:ext cx="5258800" cy="2420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00" name="Google Shape;100;p15"/>
          <p:cNvSpPr txBox="1">
            <a:spLocks noGrp="1"/>
          </p:cNvSpPr>
          <p:nvPr>
            <p:ph type="subTitle" idx="1"/>
          </p:nvPr>
        </p:nvSpPr>
        <p:spPr>
          <a:xfrm>
            <a:off x="442913" y="3749040"/>
            <a:ext cx="52588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8734281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 Slide Split">
  <p:cSld name="Title Slide Split">
    <p:spTree>
      <p:nvGrpSpPr>
        <p:cNvPr id="1" name="Shape 101"/>
        <p:cNvGrpSpPr/>
        <p:nvPr/>
      </p:nvGrpSpPr>
      <p:grpSpPr>
        <a:xfrm>
          <a:off x="0" y="0"/>
          <a:ext cx="0" cy="0"/>
          <a:chOff x="0" y="0"/>
          <a:chExt cx="0" cy="0"/>
        </a:xfrm>
      </p:grpSpPr>
      <p:sp>
        <p:nvSpPr>
          <p:cNvPr id="102" name="Google Shape;102;p16"/>
          <p:cNvSpPr/>
          <p:nvPr/>
        </p:nvSpPr>
        <p:spPr>
          <a:xfrm>
            <a:off x="5334000" y="0"/>
            <a:ext cx="6858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103" name="Google Shape;103;p16"/>
          <p:cNvSpPr txBox="1">
            <a:spLocks noGrp="1"/>
          </p:cNvSpPr>
          <p:nvPr>
            <p:ph type="ctrTitle"/>
          </p:nvPr>
        </p:nvSpPr>
        <p:spPr>
          <a:xfrm>
            <a:off x="442913" y="750888"/>
            <a:ext cx="4675200" cy="2678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dk1"/>
              </a:buClr>
              <a:buSzPts val="3300"/>
              <a:buFont typeface="Georgia"/>
              <a:buNone/>
              <a:defRPr sz="44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04" name="Google Shape;104;p16"/>
          <p:cNvSpPr txBox="1">
            <a:spLocks noGrp="1"/>
          </p:cNvSpPr>
          <p:nvPr>
            <p:ph type="subTitle" idx="1"/>
          </p:nvPr>
        </p:nvSpPr>
        <p:spPr>
          <a:xfrm>
            <a:off x="442913" y="3959352"/>
            <a:ext cx="46752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105" name="Google Shape;105;p16"/>
          <p:cNvSpPr/>
          <p:nvPr/>
        </p:nvSpPr>
        <p:spPr>
          <a:xfrm>
            <a:off x="5334000" y="0"/>
            <a:ext cx="6858000" cy="6858000"/>
          </a:xfrm>
          <a:prstGeom prst="rect">
            <a:avLst/>
          </a:prstGeom>
          <a:no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06" name="Google Shape;106;p16"/>
          <p:cNvSpPr/>
          <p:nvPr/>
        </p:nvSpPr>
        <p:spPr>
          <a:xfrm>
            <a:off x="5334000" y="0"/>
            <a:ext cx="6858000" cy="6858000"/>
          </a:xfrm>
          <a:prstGeom prst="rect">
            <a:avLst/>
          </a:prstGeom>
          <a:no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pic>
        <p:nvPicPr>
          <p:cNvPr id="107" name="Google Shape;107;p16"/>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24956453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10" name="Google Shape;110;p1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249485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4951413" y="2103439"/>
            <a:ext cx="4936800" cy="25644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3000"/>
              <a:buFont typeface="Arial"/>
              <a:buNone/>
              <a:defRPr sz="40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13" name="Google Shape;113;p18"/>
          <p:cNvSpPr txBox="1">
            <a:spLocks noGrp="1"/>
          </p:cNvSpPr>
          <p:nvPr>
            <p:ph type="subTitle" idx="1"/>
          </p:nvPr>
        </p:nvSpPr>
        <p:spPr>
          <a:xfrm>
            <a:off x="442912" y="0"/>
            <a:ext cx="4344800" cy="6858000"/>
          </a:xfrm>
          <a:prstGeom prst="rect">
            <a:avLst/>
          </a:prstGeom>
          <a:noFill/>
          <a:ln>
            <a:noFill/>
          </a:ln>
        </p:spPr>
        <p:txBody>
          <a:bodyPr spcFirstLastPara="1" wrap="square" lIns="0" tIns="0" rIns="0" bIns="0" anchor="ctr" anchorCtr="0">
            <a:noAutofit/>
          </a:bodyPr>
          <a:lstStyle>
            <a:lvl1pPr marR="0" lvl="0"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1pPr>
            <a:lvl2pPr marR="0" lvl="1"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15945775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Section Header Red">
  <p:cSld name="Section Header Red">
    <p:bg>
      <p:bgPr>
        <a:solidFill>
          <a:srgbClr val="E0301E"/>
        </a:solidFill>
        <a:effectLst/>
      </p:bgPr>
    </p:bg>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4951413" y="2103439"/>
            <a:ext cx="4936800" cy="25644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3000"/>
              <a:buFont typeface="Arial"/>
              <a:buNone/>
              <a:defRPr sz="40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16" name="Google Shape;116;p19"/>
          <p:cNvSpPr txBox="1">
            <a:spLocks noGrp="1"/>
          </p:cNvSpPr>
          <p:nvPr>
            <p:ph type="subTitle" idx="1"/>
          </p:nvPr>
        </p:nvSpPr>
        <p:spPr>
          <a:xfrm>
            <a:off x="442912" y="0"/>
            <a:ext cx="4344800" cy="6858000"/>
          </a:xfrm>
          <a:prstGeom prst="rect">
            <a:avLst/>
          </a:prstGeom>
          <a:noFill/>
          <a:ln>
            <a:noFill/>
          </a:ln>
        </p:spPr>
        <p:txBody>
          <a:bodyPr spcFirstLastPara="1" wrap="square" lIns="0" tIns="0" rIns="0" bIns="0" anchor="ctr" anchorCtr="0">
            <a:noAutofit/>
          </a:bodyPr>
          <a:lstStyle>
            <a:lvl1pPr marR="0" lvl="0"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1pPr>
            <a:lvl2pPr marR="0" lvl="1"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8492856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4951413" y="2103439"/>
            <a:ext cx="4936800" cy="25644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3000"/>
              <a:buFont typeface="Arial"/>
              <a:buNone/>
              <a:defRPr sz="40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19" name="Google Shape;119;p20"/>
          <p:cNvSpPr txBox="1">
            <a:spLocks noGrp="1"/>
          </p:cNvSpPr>
          <p:nvPr>
            <p:ph type="subTitle" idx="1"/>
          </p:nvPr>
        </p:nvSpPr>
        <p:spPr>
          <a:xfrm>
            <a:off x="442912" y="0"/>
            <a:ext cx="4344800" cy="6858000"/>
          </a:xfrm>
          <a:prstGeom prst="rect">
            <a:avLst/>
          </a:prstGeom>
          <a:noFill/>
          <a:ln>
            <a:noFill/>
          </a:ln>
        </p:spPr>
        <p:txBody>
          <a:bodyPr spcFirstLastPara="1" wrap="square" lIns="0" tIns="0" rIns="0" bIns="0" anchor="ctr" anchorCtr="0">
            <a:noAutofit/>
          </a:bodyPr>
          <a:lstStyle>
            <a:lvl1pPr marR="0" lvl="0"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1pPr>
            <a:lvl2pPr marR="0" lvl="1"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488110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Section Header Orange Manual">
  <p:cSld name="Section Header Orange Manual">
    <p:bg>
      <p:bgPr>
        <a:solidFill>
          <a:srgbClr val="D04A02"/>
        </a:solidFill>
        <a:effectLst/>
      </p:bgPr>
    </p:bg>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442913" y="428625"/>
            <a:ext cx="1374800" cy="19660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lt1"/>
              </a:buClr>
              <a:buSzPts val="10800"/>
              <a:buFont typeface="Arial"/>
              <a:buNone/>
              <a:defRPr sz="144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31067096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Section Header Red Manual">
  <p:cSld name="Section Header Red Manual">
    <p:bg>
      <p:bgPr>
        <a:solidFill>
          <a:srgbClr val="E0301E"/>
        </a:solidFill>
        <a:effectLst/>
      </p:bgPr>
    </p:bg>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442913" y="428625"/>
            <a:ext cx="1374800" cy="19660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lt1"/>
              </a:buClr>
              <a:buSzPts val="10800"/>
              <a:buFont typeface="Arial"/>
              <a:buNone/>
              <a:defRPr sz="144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7091719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Section Header Grey Manual">
  <p:cSld name="Section Header Grey Manual">
    <p:bg>
      <p:bgPr>
        <a:solidFill>
          <a:srgbClr val="464646"/>
        </a:solidFill>
        <a:effectLst/>
      </p:bgPr>
    </p:bg>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442913" y="428625"/>
            <a:ext cx="1374800" cy="19660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lt1"/>
              </a:buClr>
              <a:buSzPts val="10800"/>
              <a:buFont typeface="Arial"/>
              <a:buNone/>
              <a:defRPr sz="144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32706313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126"/>
        <p:cNvGrpSpPr/>
        <p:nvPr/>
      </p:nvGrpSpPr>
      <p:grpSpPr>
        <a:xfrm>
          <a:off x="0" y="0"/>
          <a:ext cx="0" cy="0"/>
          <a:chOff x="0" y="0"/>
          <a:chExt cx="0" cy="0"/>
        </a:xfrm>
      </p:grpSpPr>
      <p:sp>
        <p:nvSpPr>
          <p:cNvPr id="127" name="Google Shape;127;p24"/>
          <p:cNvSpPr txBox="1">
            <a:spLocks noGrp="1"/>
          </p:cNvSpPr>
          <p:nvPr>
            <p:ph type="body" idx="1"/>
          </p:nvPr>
        </p:nvSpPr>
        <p:spPr>
          <a:xfrm>
            <a:off x="0" y="1143000"/>
            <a:ext cx="4572000" cy="4572000"/>
          </a:xfrm>
          <a:prstGeom prst="rect">
            <a:avLst/>
          </a:prstGeom>
          <a:solidFill>
            <a:srgbClr val="E0301E"/>
          </a:solidFill>
          <a:ln>
            <a:noFill/>
          </a:ln>
        </p:spPr>
        <p:txBody>
          <a:bodyPr spcFirstLastPara="1" wrap="square" lIns="329175" tIns="1080000" rIns="189000" bIns="135000" anchor="t" anchorCtr="0">
            <a:noAutofit/>
          </a:bodyPr>
          <a:lstStyle>
            <a:lvl1pPr marL="609585" marR="0" lvl="0" indent="-304792" algn="l" rtl="0">
              <a:lnSpc>
                <a:spcPct val="90000"/>
              </a:lnSpc>
              <a:spcBef>
                <a:spcPts val="0"/>
              </a:spcBef>
              <a:spcAft>
                <a:spcPts val="0"/>
              </a:spcAft>
              <a:buClr>
                <a:schemeClr val="lt1"/>
              </a:buClr>
              <a:buSzPts val="2000"/>
              <a:buFont typeface="Arial"/>
              <a:buNone/>
              <a:defRPr sz="26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28" name="Google Shape;128;p24"/>
          <p:cNvSpPr/>
          <p:nvPr/>
        </p:nvSpPr>
        <p:spPr>
          <a:xfrm>
            <a:off x="442914" y="1623703"/>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29" name="Google Shape;129;p24"/>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903728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130"/>
        <p:cNvGrpSpPr/>
        <p:nvPr/>
      </p:nvGrpSpPr>
      <p:grpSpPr>
        <a:xfrm>
          <a:off x="0" y="0"/>
          <a:ext cx="0" cy="0"/>
          <a:chOff x="0" y="0"/>
          <a:chExt cx="0" cy="0"/>
        </a:xfrm>
      </p:grpSpPr>
      <p:sp>
        <p:nvSpPr>
          <p:cNvPr id="131" name="Google Shape;131;p25"/>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132" name="Google Shape;132;p25"/>
          <p:cNvSpPr txBox="1">
            <a:spLocks noGrp="1"/>
          </p:cNvSpPr>
          <p:nvPr>
            <p:ph type="body" idx="1"/>
          </p:nvPr>
        </p:nvSpPr>
        <p:spPr>
          <a:xfrm>
            <a:off x="442913" y="1714500"/>
            <a:ext cx="5299600" cy="445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lt1"/>
              </a:buClr>
              <a:buSzPts val="2900"/>
              <a:buFont typeface="Arial"/>
              <a:buNone/>
              <a:defRPr sz="38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33" name="Google Shape;133;p25"/>
          <p:cNvSpPr/>
          <p:nvPr/>
        </p:nvSpPr>
        <p:spPr>
          <a:xfrm>
            <a:off x="442914" y="687002"/>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34" name="Google Shape;134;p2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135" name="Google Shape;135;p25"/>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11808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136"/>
        <p:cNvGrpSpPr/>
        <p:nvPr/>
      </p:nvGrpSpPr>
      <p:grpSpPr>
        <a:xfrm>
          <a:off x="0" y="0"/>
          <a:ext cx="0" cy="0"/>
          <a:chOff x="0" y="0"/>
          <a:chExt cx="0" cy="0"/>
        </a:xfrm>
      </p:grpSpPr>
      <p:sp>
        <p:nvSpPr>
          <p:cNvPr id="137" name="Google Shape;137;p26"/>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138" name="Google Shape;138;p26"/>
          <p:cNvSpPr txBox="1">
            <a:spLocks noGrp="1"/>
          </p:cNvSpPr>
          <p:nvPr>
            <p:ph type="body" idx="1"/>
          </p:nvPr>
        </p:nvSpPr>
        <p:spPr>
          <a:xfrm>
            <a:off x="442913" y="1714500"/>
            <a:ext cx="5299600" cy="445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dk1"/>
              </a:buClr>
              <a:buSzPts val="2900"/>
              <a:buFont typeface="Arial"/>
              <a:buNone/>
              <a:defRPr sz="3867" b="0" i="0" u="none" strike="noStrike" cap="none">
                <a:solidFill>
                  <a:schemeClr val="dk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dk1"/>
              </a:buClr>
              <a:buSzPts val="1200"/>
              <a:buFont typeface="Arial"/>
              <a:buNone/>
              <a:defRPr sz="1600" b="1" i="0" u="none" strike="noStrike" cap="none">
                <a:solidFill>
                  <a:schemeClr val="dk1"/>
                </a:solidFill>
                <a:latin typeface="Arial"/>
                <a:ea typeface="Arial"/>
                <a:cs typeface="Arial"/>
                <a:sym typeface="Arial"/>
              </a:defRPr>
            </a:lvl2pPr>
            <a:lvl3pPr marL="1828754" marR="0" lvl="2"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139" name="Google Shape;139;p26"/>
          <p:cNvSpPr/>
          <p:nvPr/>
        </p:nvSpPr>
        <p:spPr>
          <a:xfrm>
            <a:off x="442914" y="687002"/>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40" name="Google Shape;140;p26"/>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272341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141"/>
        <p:cNvGrpSpPr/>
        <p:nvPr/>
      </p:nvGrpSpPr>
      <p:grpSpPr>
        <a:xfrm>
          <a:off x="0" y="0"/>
          <a:ext cx="0" cy="0"/>
          <a:chOff x="0" y="0"/>
          <a:chExt cx="0" cy="0"/>
        </a:xfrm>
      </p:grpSpPr>
      <p:sp>
        <p:nvSpPr>
          <p:cNvPr id="142" name="Google Shape;142;p27"/>
          <p:cNvSpPr txBox="1">
            <a:spLocks noGrp="1"/>
          </p:cNvSpPr>
          <p:nvPr>
            <p:ph type="body" idx="1"/>
          </p:nvPr>
        </p:nvSpPr>
        <p:spPr>
          <a:xfrm>
            <a:off x="442913" y="2274571"/>
            <a:ext cx="9540400" cy="389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lt1"/>
              </a:buClr>
              <a:buSzPts val="2900"/>
              <a:buFont typeface="Arial"/>
              <a:buNone/>
              <a:defRPr sz="38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43" name="Google Shape;143;p27"/>
          <p:cNvSpPr/>
          <p:nvPr/>
        </p:nvSpPr>
        <p:spPr>
          <a:xfrm>
            <a:off x="442914" y="1362959"/>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44" name="Google Shape;144;p2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145" name="Google Shape;145;p27"/>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55941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Quote 2 Red">
  <p:cSld name="Quote 2 Red">
    <p:bg>
      <p:bgPr>
        <a:solidFill>
          <a:srgbClr val="E0301E"/>
        </a:solidFill>
        <a:effectLst/>
      </p:bgPr>
    </p:bg>
    <p:spTree>
      <p:nvGrpSpPr>
        <p:cNvPr id="1" name="Shape 146"/>
        <p:cNvGrpSpPr/>
        <p:nvPr/>
      </p:nvGrpSpPr>
      <p:grpSpPr>
        <a:xfrm>
          <a:off x="0" y="0"/>
          <a:ext cx="0" cy="0"/>
          <a:chOff x="0" y="0"/>
          <a:chExt cx="0" cy="0"/>
        </a:xfrm>
      </p:grpSpPr>
      <p:sp>
        <p:nvSpPr>
          <p:cNvPr id="147" name="Google Shape;147;p28"/>
          <p:cNvSpPr txBox="1">
            <a:spLocks noGrp="1"/>
          </p:cNvSpPr>
          <p:nvPr>
            <p:ph type="body" idx="1"/>
          </p:nvPr>
        </p:nvSpPr>
        <p:spPr>
          <a:xfrm>
            <a:off x="442913" y="2274571"/>
            <a:ext cx="9540400" cy="389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lt1"/>
              </a:buClr>
              <a:buSzPts val="2900"/>
              <a:buFont typeface="Arial"/>
              <a:buNone/>
              <a:defRPr sz="38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48" name="Google Shape;148;p28"/>
          <p:cNvSpPr/>
          <p:nvPr/>
        </p:nvSpPr>
        <p:spPr>
          <a:xfrm>
            <a:off x="442914" y="1362959"/>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49" name="Google Shape;149;p28"/>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150" name="Google Shape;150;p28"/>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44141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Quote 2 Rose">
  <p:cSld name="Quote 2 Rose">
    <p:bg>
      <p:bgPr>
        <a:solidFill>
          <a:srgbClr val="D93954"/>
        </a:solidFill>
        <a:effectLst/>
      </p:bgPr>
    </p:bg>
    <p:spTree>
      <p:nvGrpSpPr>
        <p:cNvPr id="1" name="Shape 151"/>
        <p:cNvGrpSpPr/>
        <p:nvPr/>
      </p:nvGrpSpPr>
      <p:grpSpPr>
        <a:xfrm>
          <a:off x="0" y="0"/>
          <a:ext cx="0" cy="0"/>
          <a:chOff x="0" y="0"/>
          <a:chExt cx="0" cy="0"/>
        </a:xfrm>
      </p:grpSpPr>
      <p:sp>
        <p:nvSpPr>
          <p:cNvPr id="152" name="Google Shape;152;p29"/>
          <p:cNvSpPr txBox="1">
            <a:spLocks noGrp="1"/>
          </p:cNvSpPr>
          <p:nvPr>
            <p:ph type="body" idx="1"/>
          </p:nvPr>
        </p:nvSpPr>
        <p:spPr>
          <a:xfrm>
            <a:off x="442913" y="2274571"/>
            <a:ext cx="9540400" cy="389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lt1"/>
              </a:buClr>
              <a:buSzPts val="2900"/>
              <a:buFont typeface="Arial"/>
              <a:buNone/>
              <a:defRPr sz="38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53" name="Google Shape;153;p29"/>
          <p:cNvSpPr/>
          <p:nvPr/>
        </p:nvSpPr>
        <p:spPr>
          <a:xfrm>
            <a:off x="442914" y="1362959"/>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54" name="Google Shape;154;p29"/>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155" name="Google Shape;155;p29"/>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07301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156"/>
        <p:cNvGrpSpPr/>
        <p:nvPr/>
      </p:nvGrpSpPr>
      <p:grpSpPr>
        <a:xfrm>
          <a:off x="0" y="0"/>
          <a:ext cx="0" cy="0"/>
          <a:chOff x="0" y="0"/>
          <a:chExt cx="0" cy="0"/>
        </a:xfrm>
      </p:grpSpPr>
      <p:sp>
        <p:nvSpPr>
          <p:cNvPr id="157" name="Google Shape;157;p30"/>
          <p:cNvSpPr txBox="1">
            <a:spLocks noGrp="1"/>
          </p:cNvSpPr>
          <p:nvPr>
            <p:ph type="body" idx="1"/>
          </p:nvPr>
        </p:nvSpPr>
        <p:spPr>
          <a:xfrm>
            <a:off x="442913" y="2274571"/>
            <a:ext cx="9540400" cy="389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lt1"/>
              </a:buClr>
              <a:buSzPts val="2900"/>
              <a:buFont typeface="Arial"/>
              <a:buNone/>
              <a:defRPr sz="3867" b="0" i="0" u="none" strike="noStrike" cap="none">
                <a:solidFill>
                  <a:schemeClr val="lt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lt1"/>
              </a:buClr>
              <a:buSzPts val="1200"/>
              <a:buFont typeface="Arial"/>
              <a:buNone/>
              <a:defRPr sz="1600" b="1"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158" name="Google Shape;158;p30"/>
          <p:cNvSpPr/>
          <p:nvPr/>
        </p:nvSpPr>
        <p:spPr>
          <a:xfrm>
            <a:off x="442914" y="1362959"/>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59" name="Google Shape;159;p30"/>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160" name="Google Shape;160;p30"/>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876281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161"/>
        <p:cNvGrpSpPr/>
        <p:nvPr/>
      </p:nvGrpSpPr>
      <p:grpSpPr>
        <a:xfrm>
          <a:off x="0" y="0"/>
          <a:ext cx="0" cy="0"/>
          <a:chOff x="0" y="0"/>
          <a:chExt cx="0" cy="0"/>
        </a:xfrm>
      </p:grpSpPr>
      <p:sp>
        <p:nvSpPr>
          <p:cNvPr id="162" name="Google Shape;162;p31"/>
          <p:cNvSpPr txBox="1">
            <a:spLocks noGrp="1"/>
          </p:cNvSpPr>
          <p:nvPr>
            <p:ph type="body" idx="1"/>
          </p:nvPr>
        </p:nvSpPr>
        <p:spPr>
          <a:xfrm>
            <a:off x="442913" y="2274571"/>
            <a:ext cx="9540400" cy="3897600"/>
          </a:xfrm>
          <a:prstGeom prst="rect">
            <a:avLst/>
          </a:prstGeom>
          <a:noFill/>
          <a:ln>
            <a:noFill/>
          </a:ln>
        </p:spPr>
        <p:txBody>
          <a:bodyPr spcFirstLastPara="1" wrap="square" lIns="0" tIns="0" rIns="0" bIns="0" anchor="t" anchorCtr="0">
            <a:noAutofit/>
          </a:bodyPr>
          <a:lstStyle>
            <a:lvl1pPr marL="609585" marR="0" lvl="0" indent="-304792" algn="l" rtl="0">
              <a:lnSpc>
                <a:spcPct val="85000"/>
              </a:lnSpc>
              <a:spcBef>
                <a:spcPts val="0"/>
              </a:spcBef>
              <a:spcAft>
                <a:spcPts val="0"/>
              </a:spcAft>
              <a:buClr>
                <a:schemeClr val="dk1"/>
              </a:buClr>
              <a:buSzPts val="2900"/>
              <a:buFont typeface="Arial"/>
              <a:buNone/>
              <a:defRPr sz="3867" b="0" i="0" u="none" strike="noStrike" cap="none">
                <a:solidFill>
                  <a:schemeClr val="dk1"/>
                </a:solidFill>
                <a:latin typeface="Georgia"/>
                <a:ea typeface="Georgia"/>
                <a:cs typeface="Georgia"/>
                <a:sym typeface="Georgia"/>
              </a:defRPr>
            </a:lvl1pPr>
            <a:lvl2pPr marL="1219170" marR="0" lvl="1" indent="-304792" algn="l" rtl="0">
              <a:lnSpc>
                <a:spcPct val="100000"/>
              </a:lnSpc>
              <a:spcBef>
                <a:spcPts val="3067"/>
              </a:spcBef>
              <a:spcAft>
                <a:spcPts val="0"/>
              </a:spcAft>
              <a:buClr>
                <a:schemeClr val="dk1"/>
              </a:buClr>
              <a:buSzPts val="1200"/>
              <a:buFont typeface="Arial"/>
              <a:buNone/>
              <a:defRPr sz="1600" b="1" i="0" u="none" strike="noStrike" cap="none">
                <a:solidFill>
                  <a:schemeClr val="dk1"/>
                </a:solidFill>
                <a:latin typeface="Arial"/>
                <a:ea typeface="Arial"/>
                <a:cs typeface="Arial"/>
                <a:sym typeface="Arial"/>
              </a:defRPr>
            </a:lvl2pPr>
            <a:lvl3pPr marL="1828754" marR="0" lvl="2"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163" name="Google Shape;163;p31"/>
          <p:cNvSpPr/>
          <p:nvPr/>
        </p:nvSpPr>
        <p:spPr>
          <a:xfrm>
            <a:off x="442914" y="1362959"/>
            <a:ext cx="871537" cy="679452"/>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164" name="Google Shape;164;p31"/>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100722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65"/>
        <p:cNvGrpSpPr/>
        <p:nvPr/>
      </p:nvGrpSpPr>
      <p:grpSpPr>
        <a:xfrm>
          <a:off x="0" y="0"/>
          <a:ext cx="0" cy="0"/>
          <a:chOff x="0" y="0"/>
          <a:chExt cx="0" cy="0"/>
        </a:xfrm>
      </p:grpSpPr>
      <p:sp>
        <p:nvSpPr>
          <p:cNvPr id="166" name="Google Shape;166;p32"/>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67" name="Google Shape;167;p32"/>
          <p:cNvSpPr txBox="1">
            <a:spLocks noGrp="1"/>
          </p:cNvSpPr>
          <p:nvPr>
            <p:ph type="body" idx="1"/>
          </p:nvPr>
        </p:nvSpPr>
        <p:spPr>
          <a:xfrm>
            <a:off x="442913" y="2103120"/>
            <a:ext cx="7418400" cy="40736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68" name="Google Shape;168;p32"/>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72209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169"/>
        <p:cNvGrpSpPr/>
        <p:nvPr/>
      </p:nvGrpSpPr>
      <p:grpSpPr>
        <a:xfrm>
          <a:off x="0" y="0"/>
          <a:ext cx="0" cy="0"/>
          <a:chOff x="0" y="0"/>
          <a:chExt cx="0" cy="0"/>
        </a:xfrm>
      </p:grpSpPr>
      <p:sp>
        <p:nvSpPr>
          <p:cNvPr id="170" name="Google Shape;170;p33"/>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71" name="Google Shape;171;p33"/>
          <p:cNvSpPr txBox="1">
            <a:spLocks noGrp="1"/>
          </p:cNvSpPr>
          <p:nvPr>
            <p:ph type="body" idx="1"/>
          </p:nvPr>
        </p:nvSpPr>
        <p:spPr>
          <a:xfrm>
            <a:off x="442913" y="2103439"/>
            <a:ext cx="74184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72" name="Google Shape;172;p33"/>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173" name="Google Shape;173;p33"/>
          <p:cNvSpPr txBox="1">
            <a:spLocks noGrp="1"/>
          </p:cNvSpPr>
          <p:nvPr>
            <p:ph type="subTitle" idx="2"/>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289818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One Column Content">
  <p:cSld name="One Column Content">
    <p:spTree>
      <p:nvGrpSpPr>
        <p:cNvPr id="1" name="Shape 174"/>
        <p:cNvGrpSpPr/>
        <p:nvPr/>
      </p:nvGrpSpPr>
      <p:grpSpPr>
        <a:xfrm>
          <a:off x="0" y="0"/>
          <a:ext cx="0" cy="0"/>
          <a:chOff x="0" y="0"/>
          <a:chExt cx="0" cy="0"/>
        </a:xfrm>
      </p:grpSpPr>
      <p:sp>
        <p:nvSpPr>
          <p:cNvPr id="175" name="Google Shape;175;p34"/>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76" name="Google Shape;176;p34"/>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77" name="Google Shape;177;p34"/>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340722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78"/>
        <p:cNvGrpSpPr/>
        <p:nvPr/>
      </p:nvGrpSpPr>
      <p:grpSpPr>
        <a:xfrm>
          <a:off x="0" y="0"/>
          <a:ext cx="0" cy="0"/>
          <a:chOff x="0" y="0"/>
          <a:chExt cx="0" cy="0"/>
        </a:xfrm>
      </p:grpSpPr>
      <p:sp>
        <p:nvSpPr>
          <p:cNvPr id="179" name="Google Shape;179;p35"/>
          <p:cNvSpPr txBox="1">
            <a:spLocks noGrp="1"/>
          </p:cNvSpPr>
          <p:nvPr>
            <p:ph type="body" idx="1"/>
          </p:nvPr>
        </p:nvSpPr>
        <p:spPr>
          <a:xfrm>
            <a:off x="442913" y="2103439"/>
            <a:ext cx="5474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80" name="Google Shape;180;p35"/>
          <p:cNvSpPr txBox="1">
            <a:spLocks noGrp="1"/>
          </p:cNvSpPr>
          <p:nvPr>
            <p:ph type="body" idx="2"/>
          </p:nvPr>
        </p:nvSpPr>
        <p:spPr>
          <a:xfrm>
            <a:off x="6275388" y="2103439"/>
            <a:ext cx="5474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81" name="Google Shape;181;p35"/>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82" name="Google Shape;182;p3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522529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83"/>
        <p:cNvGrpSpPr/>
        <p:nvPr/>
      </p:nvGrpSpPr>
      <p:grpSpPr>
        <a:xfrm>
          <a:off x="0" y="0"/>
          <a:ext cx="0" cy="0"/>
          <a:chOff x="0" y="0"/>
          <a:chExt cx="0" cy="0"/>
        </a:xfrm>
      </p:grpSpPr>
      <p:sp>
        <p:nvSpPr>
          <p:cNvPr id="184" name="Google Shape;184;p36"/>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85" name="Google Shape;185;p36"/>
          <p:cNvSpPr txBox="1">
            <a:spLocks noGrp="1"/>
          </p:cNvSpPr>
          <p:nvPr>
            <p:ph type="body" idx="2"/>
          </p:nvPr>
        </p:nvSpPr>
        <p:spPr>
          <a:xfrm>
            <a:off x="4332288"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86" name="Google Shape;186;p36"/>
          <p:cNvSpPr txBox="1">
            <a:spLocks noGrp="1"/>
          </p:cNvSpPr>
          <p:nvPr>
            <p:ph type="body" idx="3"/>
          </p:nvPr>
        </p:nvSpPr>
        <p:spPr>
          <a:xfrm>
            <a:off x="8220076"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87" name="Google Shape;187;p36"/>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88" name="Google Shape;188;p36"/>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473649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89"/>
        <p:cNvGrpSpPr/>
        <p:nvPr/>
      </p:nvGrpSpPr>
      <p:grpSpPr>
        <a:xfrm>
          <a:off x="0" y="0"/>
          <a:ext cx="0" cy="0"/>
          <a:chOff x="0" y="0"/>
          <a:chExt cx="0" cy="0"/>
        </a:xfrm>
      </p:grpSpPr>
      <p:sp>
        <p:nvSpPr>
          <p:cNvPr id="190" name="Google Shape;190;p37"/>
          <p:cNvSpPr txBox="1">
            <a:spLocks noGrp="1"/>
          </p:cNvSpPr>
          <p:nvPr>
            <p:ph type="body" idx="1"/>
          </p:nvPr>
        </p:nvSpPr>
        <p:spPr>
          <a:xfrm>
            <a:off x="442913"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1" name="Google Shape;191;p37"/>
          <p:cNvSpPr txBox="1">
            <a:spLocks noGrp="1"/>
          </p:cNvSpPr>
          <p:nvPr>
            <p:ph type="body" idx="2"/>
          </p:nvPr>
        </p:nvSpPr>
        <p:spPr>
          <a:xfrm>
            <a:off x="3360613"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2" name="Google Shape;192;p37"/>
          <p:cNvSpPr txBox="1">
            <a:spLocks noGrp="1"/>
          </p:cNvSpPr>
          <p:nvPr>
            <p:ph type="body" idx="3"/>
          </p:nvPr>
        </p:nvSpPr>
        <p:spPr>
          <a:xfrm>
            <a:off x="6275388"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3" name="Google Shape;193;p37"/>
          <p:cNvSpPr txBox="1">
            <a:spLocks noGrp="1"/>
          </p:cNvSpPr>
          <p:nvPr>
            <p:ph type="body" idx="4"/>
          </p:nvPr>
        </p:nvSpPr>
        <p:spPr>
          <a:xfrm>
            <a:off x="9190164"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4" name="Google Shape;194;p37"/>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195" name="Google Shape;195;p3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9308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96"/>
        <p:cNvGrpSpPr/>
        <p:nvPr/>
      </p:nvGrpSpPr>
      <p:grpSpPr>
        <a:xfrm>
          <a:off x="0" y="0"/>
          <a:ext cx="0" cy="0"/>
          <a:chOff x="0" y="0"/>
          <a:chExt cx="0" cy="0"/>
        </a:xfrm>
      </p:grpSpPr>
      <p:sp>
        <p:nvSpPr>
          <p:cNvPr id="197" name="Google Shape;197;p38"/>
          <p:cNvSpPr txBox="1">
            <a:spLocks noGrp="1"/>
          </p:cNvSpPr>
          <p:nvPr>
            <p:ph type="body" idx="1"/>
          </p:nvPr>
        </p:nvSpPr>
        <p:spPr>
          <a:xfrm>
            <a:off x="442913"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8" name="Google Shape;198;p38"/>
          <p:cNvSpPr txBox="1">
            <a:spLocks noGrp="1"/>
          </p:cNvSpPr>
          <p:nvPr>
            <p:ph type="body" idx="2"/>
          </p:nvPr>
        </p:nvSpPr>
        <p:spPr>
          <a:xfrm>
            <a:off x="2777045"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99" name="Google Shape;199;p38"/>
          <p:cNvSpPr txBox="1">
            <a:spLocks noGrp="1"/>
          </p:cNvSpPr>
          <p:nvPr>
            <p:ph type="body" idx="3"/>
          </p:nvPr>
        </p:nvSpPr>
        <p:spPr>
          <a:xfrm>
            <a:off x="5111177"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00" name="Google Shape;200;p38"/>
          <p:cNvSpPr txBox="1">
            <a:spLocks noGrp="1"/>
          </p:cNvSpPr>
          <p:nvPr>
            <p:ph type="body" idx="4"/>
          </p:nvPr>
        </p:nvSpPr>
        <p:spPr>
          <a:xfrm>
            <a:off x="7445309"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01" name="Google Shape;201;p38"/>
          <p:cNvSpPr txBox="1">
            <a:spLocks noGrp="1"/>
          </p:cNvSpPr>
          <p:nvPr>
            <p:ph type="body" idx="5"/>
          </p:nvPr>
        </p:nvSpPr>
        <p:spPr>
          <a:xfrm>
            <a:off x="9779443"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02" name="Google Shape;202;p38"/>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03" name="Google Shape;203;p38"/>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265522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Full Content">
  <p:cSld name="Title and Full Content">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06" name="Google Shape;206;p39"/>
          <p:cNvSpPr txBox="1">
            <a:spLocks noGrp="1"/>
          </p:cNvSpPr>
          <p:nvPr>
            <p:ph type="body" idx="1"/>
          </p:nvPr>
        </p:nvSpPr>
        <p:spPr>
          <a:xfrm>
            <a:off x="442913" y="2103120"/>
            <a:ext cx="11306000" cy="40736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07" name="Google Shape;207;p39"/>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69691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Section Header Rose">
  <p:cSld name="Section Header Rose">
    <p:bg>
      <p:bgPr>
        <a:solidFill>
          <a:srgbClr val="D93954"/>
        </a:solidFill>
        <a:effectLst/>
      </p:bgPr>
    </p:bg>
    <p:spTree>
      <p:nvGrpSpPr>
        <p:cNvPr id="1" name="Shape 208"/>
        <p:cNvGrpSpPr/>
        <p:nvPr/>
      </p:nvGrpSpPr>
      <p:grpSpPr>
        <a:xfrm>
          <a:off x="0" y="0"/>
          <a:ext cx="0" cy="0"/>
          <a:chOff x="0" y="0"/>
          <a:chExt cx="0" cy="0"/>
        </a:xfrm>
      </p:grpSpPr>
      <p:sp>
        <p:nvSpPr>
          <p:cNvPr id="209" name="Google Shape;209;p40"/>
          <p:cNvSpPr txBox="1">
            <a:spLocks noGrp="1"/>
          </p:cNvSpPr>
          <p:nvPr>
            <p:ph type="title"/>
          </p:nvPr>
        </p:nvSpPr>
        <p:spPr>
          <a:xfrm>
            <a:off x="4951413" y="2103439"/>
            <a:ext cx="4936800" cy="25644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3000"/>
              <a:buFont typeface="Arial"/>
              <a:buNone/>
              <a:defRPr sz="40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10" name="Google Shape;210;p40"/>
          <p:cNvSpPr txBox="1">
            <a:spLocks noGrp="1"/>
          </p:cNvSpPr>
          <p:nvPr>
            <p:ph type="subTitle" idx="1"/>
          </p:nvPr>
        </p:nvSpPr>
        <p:spPr>
          <a:xfrm>
            <a:off x="442912" y="0"/>
            <a:ext cx="4344800" cy="6858000"/>
          </a:xfrm>
          <a:prstGeom prst="rect">
            <a:avLst/>
          </a:prstGeom>
          <a:noFill/>
          <a:ln>
            <a:noFill/>
          </a:ln>
        </p:spPr>
        <p:txBody>
          <a:bodyPr spcFirstLastPara="1" wrap="square" lIns="0" tIns="0" rIns="0" bIns="0" anchor="ctr" anchorCtr="0">
            <a:noAutofit/>
          </a:bodyPr>
          <a:lstStyle>
            <a:lvl1pPr marR="0" lvl="0"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1pPr>
            <a:lvl2pPr marR="0" lvl="1"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rtl="0">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41863954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211"/>
        <p:cNvGrpSpPr/>
        <p:nvPr/>
      </p:nvGrpSpPr>
      <p:grpSpPr>
        <a:xfrm>
          <a:off x="0" y="0"/>
          <a:ext cx="0" cy="0"/>
          <a:chOff x="0" y="0"/>
          <a:chExt cx="0" cy="0"/>
        </a:xfrm>
      </p:grpSpPr>
      <p:sp>
        <p:nvSpPr>
          <p:cNvPr id="212" name="Google Shape;212;p41"/>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13" name="Google Shape;213;p41"/>
          <p:cNvSpPr txBox="1">
            <a:spLocks noGrp="1"/>
          </p:cNvSpPr>
          <p:nvPr>
            <p:ph type="body" idx="1"/>
          </p:nvPr>
        </p:nvSpPr>
        <p:spPr>
          <a:xfrm>
            <a:off x="442913" y="2103439"/>
            <a:ext cx="5318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14" name="Google Shape;214;p41"/>
          <p:cNvSpPr txBox="1">
            <a:spLocks noGrp="1"/>
          </p:cNvSpPr>
          <p:nvPr>
            <p:ph type="title"/>
          </p:nvPr>
        </p:nvSpPr>
        <p:spPr>
          <a:xfrm>
            <a:off x="442913" y="432000"/>
            <a:ext cx="5318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15" name="Google Shape;215;p41"/>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91482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216"/>
        <p:cNvGrpSpPr/>
        <p:nvPr/>
      </p:nvGrpSpPr>
      <p:grpSpPr>
        <a:xfrm>
          <a:off x="0" y="0"/>
          <a:ext cx="0" cy="0"/>
          <a:chOff x="0" y="0"/>
          <a:chExt cx="0" cy="0"/>
        </a:xfrm>
      </p:grpSpPr>
      <p:sp>
        <p:nvSpPr>
          <p:cNvPr id="217" name="Google Shape;217;p42"/>
          <p:cNvSpPr/>
          <p:nvPr/>
        </p:nvSpPr>
        <p:spPr>
          <a:xfrm>
            <a:off x="442911"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18" name="Google Shape;218;p42"/>
          <p:cNvSpPr/>
          <p:nvPr/>
        </p:nvSpPr>
        <p:spPr>
          <a:xfrm>
            <a:off x="4331493"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19" name="Google Shape;219;p42"/>
          <p:cNvSpPr/>
          <p:nvPr/>
        </p:nvSpPr>
        <p:spPr>
          <a:xfrm>
            <a:off x="8220075"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20" name="Google Shape;220;p42"/>
          <p:cNvSpPr txBox="1">
            <a:spLocks noGrp="1"/>
          </p:cNvSpPr>
          <p:nvPr>
            <p:ph type="body" idx="1"/>
          </p:nvPr>
        </p:nvSpPr>
        <p:spPr>
          <a:xfrm>
            <a:off x="442913"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21" name="Google Shape;221;p42"/>
          <p:cNvSpPr txBox="1">
            <a:spLocks noGrp="1"/>
          </p:cNvSpPr>
          <p:nvPr>
            <p:ph type="body" idx="2"/>
          </p:nvPr>
        </p:nvSpPr>
        <p:spPr>
          <a:xfrm>
            <a:off x="4331495"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22" name="Google Shape;222;p42"/>
          <p:cNvSpPr txBox="1">
            <a:spLocks noGrp="1"/>
          </p:cNvSpPr>
          <p:nvPr>
            <p:ph type="body" idx="3"/>
          </p:nvPr>
        </p:nvSpPr>
        <p:spPr>
          <a:xfrm>
            <a:off x="8220076"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23" name="Google Shape;223;p42"/>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24" name="Google Shape;224;p42"/>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329435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25"/>
        <p:cNvGrpSpPr/>
        <p:nvPr/>
      </p:nvGrpSpPr>
      <p:grpSpPr>
        <a:xfrm>
          <a:off x="0" y="0"/>
          <a:ext cx="0" cy="0"/>
          <a:chOff x="0" y="0"/>
          <a:chExt cx="0" cy="0"/>
        </a:xfrm>
      </p:grpSpPr>
      <p:sp>
        <p:nvSpPr>
          <p:cNvPr id="226" name="Google Shape;226;p43"/>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27" name="Google Shape;227;p43"/>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45693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28"/>
        <p:cNvGrpSpPr/>
        <p:nvPr/>
      </p:nvGrpSpPr>
      <p:grpSpPr>
        <a:xfrm>
          <a:off x="0" y="0"/>
          <a:ext cx="0" cy="0"/>
          <a:chOff x="0" y="0"/>
          <a:chExt cx="0" cy="0"/>
        </a:xfrm>
      </p:grpSpPr>
      <p:sp>
        <p:nvSpPr>
          <p:cNvPr id="229" name="Google Shape;229;p44"/>
          <p:cNvSpPr txBox="1">
            <a:spLocks noGrp="1"/>
          </p:cNvSpPr>
          <p:nvPr>
            <p:ph type="body" idx="1"/>
          </p:nvPr>
        </p:nvSpPr>
        <p:spPr>
          <a:xfrm>
            <a:off x="442913" y="3599543"/>
            <a:ext cx="3528800" cy="2578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0" name="Google Shape;230;p44"/>
          <p:cNvSpPr txBox="1">
            <a:spLocks noGrp="1"/>
          </p:cNvSpPr>
          <p:nvPr>
            <p:ph type="body" idx="2"/>
          </p:nvPr>
        </p:nvSpPr>
        <p:spPr>
          <a:xfrm>
            <a:off x="442913" y="2095500"/>
            <a:ext cx="3528800" cy="1333600"/>
          </a:xfrm>
          <a:prstGeom prst="rect">
            <a:avLst/>
          </a:prstGeom>
          <a:noFill/>
          <a:ln>
            <a:noFill/>
          </a:ln>
        </p:spPr>
        <p:txBody>
          <a:bodyPr spcFirstLastPara="1" wrap="square" lIns="0" tIns="0" rIns="0" bIns="0" anchor="ctr" anchorCtr="0">
            <a:noAutofit/>
          </a:bodyPr>
          <a:lstStyle>
            <a:lvl1pPr marL="609585" marR="0" lvl="0" indent="-304792" algn="l" rtl="0">
              <a:lnSpc>
                <a:spcPct val="100000"/>
              </a:lnSpc>
              <a:spcBef>
                <a:spcPts val="0"/>
              </a:spcBef>
              <a:spcAft>
                <a:spcPts val="0"/>
              </a:spcAft>
              <a:buClr>
                <a:schemeClr val="accent3"/>
              </a:buClr>
              <a:buSzPts val="6400"/>
              <a:buFont typeface="Arial"/>
              <a:buNone/>
              <a:defRPr sz="8533" b="0" i="0" u="none" strike="noStrike" cap="none">
                <a:solidFill>
                  <a:schemeClr val="accent3"/>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1" name="Google Shape;231;p44"/>
          <p:cNvSpPr txBox="1">
            <a:spLocks noGrp="1"/>
          </p:cNvSpPr>
          <p:nvPr>
            <p:ph type="body" idx="3"/>
          </p:nvPr>
        </p:nvSpPr>
        <p:spPr>
          <a:xfrm>
            <a:off x="4327524" y="2095500"/>
            <a:ext cx="3533600" cy="1333600"/>
          </a:xfrm>
          <a:prstGeom prst="rect">
            <a:avLst/>
          </a:prstGeom>
          <a:noFill/>
          <a:ln>
            <a:noFill/>
          </a:ln>
        </p:spPr>
        <p:txBody>
          <a:bodyPr spcFirstLastPara="1" wrap="square" lIns="0" tIns="0" rIns="0" bIns="0" anchor="ctr" anchorCtr="0">
            <a:noAutofit/>
          </a:bodyPr>
          <a:lstStyle>
            <a:lvl1pPr marL="609585" marR="0" lvl="0" indent="-304792" algn="l" rtl="0">
              <a:lnSpc>
                <a:spcPct val="100000"/>
              </a:lnSpc>
              <a:spcBef>
                <a:spcPts val="0"/>
              </a:spcBef>
              <a:spcAft>
                <a:spcPts val="0"/>
              </a:spcAft>
              <a:buClr>
                <a:schemeClr val="dk2"/>
              </a:buClr>
              <a:buSzPts val="6400"/>
              <a:buFont typeface="Arial"/>
              <a:buNone/>
              <a:defRPr sz="8533" b="0" i="0" u="none" strike="noStrike" cap="none">
                <a:solidFill>
                  <a:schemeClr val="dk2"/>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2" name="Google Shape;232;p44"/>
          <p:cNvSpPr txBox="1">
            <a:spLocks noGrp="1"/>
          </p:cNvSpPr>
          <p:nvPr>
            <p:ph type="body" idx="4"/>
          </p:nvPr>
        </p:nvSpPr>
        <p:spPr>
          <a:xfrm>
            <a:off x="8222572" y="2095500"/>
            <a:ext cx="3528800" cy="1333600"/>
          </a:xfrm>
          <a:prstGeom prst="rect">
            <a:avLst/>
          </a:prstGeom>
          <a:noFill/>
          <a:ln>
            <a:noFill/>
          </a:ln>
        </p:spPr>
        <p:txBody>
          <a:bodyPr spcFirstLastPara="1" wrap="square" lIns="0" tIns="0" rIns="0" bIns="0" anchor="ctr" anchorCtr="0">
            <a:noAutofit/>
          </a:bodyPr>
          <a:lstStyle>
            <a:lvl1pPr marL="609585" marR="0" lvl="0" indent="-304792" algn="l" rtl="0">
              <a:lnSpc>
                <a:spcPct val="100000"/>
              </a:lnSpc>
              <a:spcBef>
                <a:spcPts val="0"/>
              </a:spcBef>
              <a:spcAft>
                <a:spcPts val="0"/>
              </a:spcAft>
              <a:buClr>
                <a:schemeClr val="accent1"/>
              </a:buClr>
              <a:buSzPts val="6400"/>
              <a:buFont typeface="Arial"/>
              <a:buNone/>
              <a:defRPr sz="8533" b="0" i="0" u="none" strike="noStrike" cap="none">
                <a:solidFill>
                  <a:schemeClr val="accent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3" name="Google Shape;233;p44"/>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34" name="Google Shape;234;p44"/>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235" name="Google Shape;235;p44"/>
          <p:cNvSpPr txBox="1">
            <a:spLocks noGrp="1"/>
          </p:cNvSpPr>
          <p:nvPr>
            <p:ph type="body" idx="5"/>
          </p:nvPr>
        </p:nvSpPr>
        <p:spPr>
          <a:xfrm>
            <a:off x="4327525" y="3599543"/>
            <a:ext cx="3533600" cy="2578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36" name="Google Shape;236;p44"/>
          <p:cNvSpPr txBox="1">
            <a:spLocks noGrp="1"/>
          </p:cNvSpPr>
          <p:nvPr>
            <p:ph type="body" idx="6"/>
          </p:nvPr>
        </p:nvSpPr>
        <p:spPr>
          <a:xfrm>
            <a:off x="8222572" y="3599543"/>
            <a:ext cx="3528800" cy="2578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77635760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37"/>
        <p:cNvGrpSpPr/>
        <p:nvPr/>
      </p:nvGrpSpPr>
      <p:grpSpPr>
        <a:xfrm>
          <a:off x="0" y="0"/>
          <a:ext cx="0" cy="0"/>
          <a:chOff x="0" y="0"/>
          <a:chExt cx="0" cy="0"/>
        </a:xfrm>
      </p:grpSpPr>
      <p:sp>
        <p:nvSpPr>
          <p:cNvPr id="238" name="Google Shape;238;p45"/>
          <p:cNvSpPr/>
          <p:nvPr/>
        </p:nvSpPr>
        <p:spPr>
          <a:xfrm>
            <a:off x="0" y="2103439"/>
            <a:ext cx="3972000" cy="4068800"/>
          </a:xfrm>
          <a:prstGeom prst="rect">
            <a:avLst/>
          </a:prstGeom>
          <a:solidFill>
            <a:srgbClr val="D04A02"/>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sp>
        <p:nvSpPr>
          <p:cNvPr id="239" name="Google Shape;239;p45"/>
          <p:cNvSpPr txBox="1">
            <a:spLocks noGrp="1"/>
          </p:cNvSpPr>
          <p:nvPr>
            <p:ph type="body" idx="1"/>
          </p:nvPr>
        </p:nvSpPr>
        <p:spPr>
          <a:xfrm>
            <a:off x="360369" y="2103120"/>
            <a:ext cx="3612000" cy="1737200"/>
          </a:xfrm>
          <a:prstGeom prst="rect">
            <a:avLst/>
          </a:prstGeom>
          <a:noFill/>
          <a:ln>
            <a:noFill/>
          </a:ln>
        </p:spPr>
        <p:txBody>
          <a:bodyPr spcFirstLastPara="1" wrap="square" lIns="0" tIns="0" rIns="0" bIns="0" anchor="t" anchorCtr="0">
            <a:noAutofit/>
          </a:bodyPr>
          <a:lstStyle>
            <a:lvl1pPr marL="609585" marR="0" lvl="0" indent="-304792" algn="l" rtl="0">
              <a:lnSpc>
                <a:spcPct val="80000"/>
              </a:lnSpc>
              <a:spcBef>
                <a:spcPts val="0"/>
              </a:spcBef>
              <a:spcAft>
                <a:spcPts val="0"/>
              </a:spcAft>
              <a:buClr>
                <a:schemeClr val="lt1"/>
              </a:buClr>
              <a:buSzPts val="10200"/>
              <a:buFont typeface="Arial"/>
              <a:buNone/>
              <a:defRPr sz="13600" b="1" i="0" u="none" strike="noStrike" cap="none">
                <a:solidFill>
                  <a:schemeClr val="lt1"/>
                </a:solidFill>
                <a:latin typeface="Arial"/>
                <a:ea typeface="Arial"/>
                <a:cs typeface="Arial"/>
                <a:sym typeface="Arial"/>
              </a:defRPr>
            </a:lvl1pPr>
            <a:lvl2pPr marL="1219170" marR="0" lvl="1"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40" name="Google Shape;240;p45"/>
          <p:cNvSpPr txBox="1">
            <a:spLocks noGrp="1"/>
          </p:cNvSpPr>
          <p:nvPr>
            <p:ph type="body" idx="2"/>
          </p:nvPr>
        </p:nvSpPr>
        <p:spPr>
          <a:xfrm>
            <a:off x="442913" y="3931920"/>
            <a:ext cx="3329200" cy="20620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L="1219170" marR="0" lvl="1"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
        <p:nvSpPr>
          <p:cNvPr id="241" name="Google Shape;241;p45"/>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42" name="Google Shape;242;p4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740830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243"/>
        <p:cNvGrpSpPr/>
        <p:nvPr/>
      </p:nvGrpSpPr>
      <p:grpSpPr>
        <a:xfrm>
          <a:off x="0" y="0"/>
          <a:ext cx="0" cy="0"/>
          <a:chOff x="0" y="0"/>
          <a:chExt cx="0" cy="0"/>
        </a:xfrm>
      </p:grpSpPr>
      <p:sp>
        <p:nvSpPr>
          <p:cNvPr id="244" name="Google Shape;244;p46"/>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1pPr>
            <a:lvl2pPr marL="1219170" marR="0" lvl="1"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2pPr>
            <a:lvl3pPr marL="1828754" marR="0" lvl="2"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3pPr>
            <a:lvl4pPr marL="2438339" marR="0" lvl="3"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4pPr>
            <a:lvl5pPr marL="3047924" marR="0" lvl="4"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5pPr>
            <a:lvl6pPr marL="3657509" marR="0" lvl="5"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6pPr>
            <a:lvl7pPr marL="4267093" marR="0" lvl="6"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7pPr>
            <a:lvl8pPr marL="4876678" marR="0" lvl="7"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8pPr>
            <a:lvl9pPr marL="5486263" marR="0" lvl="8" indent="-406390" algn="l" rtl="0">
              <a:lnSpc>
                <a:spcPct val="100000"/>
              </a:lnSpc>
              <a:spcBef>
                <a:spcPts val="667"/>
              </a:spcBef>
              <a:spcAft>
                <a:spcPts val="667"/>
              </a:spcAft>
              <a:buClr>
                <a:schemeClr val="lt1"/>
              </a:buClr>
              <a:buSzPts val="12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245" name="Google Shape;245;p46"/>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2400"/>
              <a:buFont typeface="Georgia"/>
              <a:buNone/>
              <a:defRPr sz="32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46" name="Google Shape;246;p46"/>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247" name="Google Shape;247;p46"/>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433689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248"/>
        <p:cNvGrpSpPr/>
        <p:nvPr/>
      </p:nvGrpSpPr>
      <p:grpSpPr>
        <a:xfrm>
          <a:off x="0" y="0"/>
          <a:ext cx="0" cy="0"/>
          <a:chOff x="0" y="0"/>
          <a:chExt cx="0" cy="0"/>
        </a:xfrm>
      </p:grpSpPr>
      <p:sp>
        <p:nvSpPr>
          <p:cNvPr id="249" name="Google Shape;249;p47"/>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2400"/>
              <a:buFont typeface="Georgia"/>
              <a:buNone/>
              <a:defRPr sz="32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50" name="Google Shape;250;p4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251" name="Google Shape;251;p47"/>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887555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52"/>
        <p:cNvGrpSpPr/>
        <p:nvPr/>
      </p:nvGrpSpPr>
      <p:grpSpPr>
        <a:xfrm>
          <a:off x="0" y="0"/>
          <a:ext cx="0" cy="0"/>
          <a:chOff x="0" y="0"/>
          <a:chExt cx="0" cy="0"/>
        </a:xfrm>
      </p:grpSpPr>
      <p:sp>
        <p:nvSpPr>
          <p:cNvPr id="253" name="Google Shape;253;p48"/>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54" name="Google Shape;254;p48"/>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55" name="Google Shape;255;p48"/>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957286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256"/>
        <p:cNvGrpSpPr/>
        <p:nvPr/>
      </p:nvGrpSpPr>
      <p:grpSpPr>
        <a:xfrm>
          <a:off x="0" y="0"/>
          <a:ext cx="0" cy="0"/>
          <a:chOff x="0" y="0"/>
          <a:chExt cx="0" cy="0"/>
        </a:xfrm>
      </p:grpSpPr>
      <p:sp>
        <p:nvSpPr>
          <p:cNvPr id="257" name="Google Shape;257;p49"/>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1pPr>
            <a:lvl2pPr marL="1219170" marR="0" lvl="1"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2pPr>
            <a:lvl3pPr marL="1828754" marR="0" lvl="2"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3pPr>
            <a:lvl4pPr marL="2438339" marR="0" lvl="3"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4pPr>
            <a:lvl5pPr marL="3047924" marR="0" lvl="4"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5pPr>
            <a:lvl6pPr marL="3657509" marR="0" lvl="5"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6pPr>
            <a:lvl7pPr marL="4267093" marR="0" lvl="6"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7pPr>
            <a:lvl8pPr marL="4876678" marR="0" lvl="7" indent="-406390"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8pPr>
            <a:lvl9pPr marL="5486263" marR="0" lvl="8" indent="-406390" algn="l" rtl="0">
              <a:lnSpc>
                <a:spcPct val="100000"/>
              </a:lnSpc>
              <a:spcBef>
                <a:spcPts val="667"/>
              </a:spcBef>
              <a:spcAft>
                <a:spcPts val="667"/>
              </a:spcAft>
              <a:buClr>
                <a:schemeClr val="lt1"/>
              </a:buClr>
              <a:buSzPts val="12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258" name="Google Shape;258;p49"/>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lt1"/>
              </a:buClr>
              <a:buSzPts val="2400"/>
              <a:buFont typeface="Georgia"/>
              <a:buNone/>
              <a:defRPr sz="32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59" name="Google Shape;259;p49"/>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260" name="Google Shape;260;p49"/>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lt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61414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61"/>
        <p:cNvGrpSpPr/>
        <p:nvPr/>
      </p:nvGrpSpPr>
      <p:grpSpPr>
        <a:xfrm>
          <a:off x="0" y="0"/>
          <a:ext cx="0" cy="0"/>
          <a:chOff x="0" y="0"/>
          <a:chExt cx="0" cy="0"/>
        </a:xfrm>
      </p:grpSpPr>
      <p:sp>
        <p:nvSpPr>
          <p:cNvPr id="262" name="Google Shape;262;p50"/>
          <p:cNvSpPr txBox="1">
            <a:spLocks noGrp="1"/>
          </p:cNvSpPr>
          <p:nvPr>
            <p:ph type="body" idx="1"/>
          </p:nvPr>
        </p:nvSpPr>
        <p:spPr>
          <a:xfrm>
            <a:off x="442913"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3" name="Google Shape;263;p50"/>
          <p:cNvSpPr txBox="1">
            <a:spLocks noGrp="1"/>
          </p:cNvSpPr>
          <p:nvPr>
            <p:ph type="body" idx="2"/>
          </p:nvPr>
        </p:nvSpPr>
        <p:spPr>
          <a:xfrm>
            <a:off x="3359637"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4" name="Google Shape;264;p50"/>
          <p:cNvSpPr txBox="1">
            <a:spLocks noGrp="1"/>
          </p:cNvSpPr>
          <p:nvPr>
            <p:ph type="body" idx="3"/>
          </p:nvPr>
        </p:nvSpPr>
        <p:spPr>
          <a:xfrm>
            <a:off x="6276363"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5" name="Google Shape;265;p50"/>
          <p:cNvSpPr txBox="1">
            <a:spLocks noGrp="1"/>
          </p:cNvSpPr>
          <p:nvPr>
            <p:ph type="body" idx="4"/>
          </p:nvPr>
        </p:nvSpPr>
        <p:spPr>
          <a:xfrm>
            <a:off x="9193088"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66" name="Google Shape;266;p50"/>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67" name="Google Shape;267;p50"/>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591996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68"/>
        <p:cNvGrpSpPr/>
        <p:nvPr/>
      </p:nvGrpSpPr>
      <p:grpSpPr>
        <a:xfrm>
          <a:off x="0" y="0"/>
          <a:ext cx="0" cy="0"/>
          <a:chOff x="0" y="0"/>
          <a:chExt cx="0" cy="0"/>
        </a:xfrm>
      </p:grpSpPr>
      <p:sp>
        <p:nvSpPr>
          <p:cNvPr id="269" name="Google Shape;269;p51"/>
          <p:cNvSpPr/>
          <p:nvPr/>
        </p:nvSpPr>
        <p:spPr>
          <a:xfrm>
            <a:off x="442912"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70" name="Google Shape;270;p51"/>
          <p:cNvSpPr/>
          <p:nvPr/>
        </p:nvSpPr>
        <p:spPr>
          <a:xfrm>
            <a:off x="3359637"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71" name="Google Shape;271;p51"/>
          <p:cNvSpPr/>
          <p:nvPr/>
        </p:nvSpPr>
        <p:spPr>
          <a:xfrm>
            <a:off x="6276361"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72" name="Google Shape;272;p51"/>
          <p:cNvSpPr/>
          <p:nvPr/>
        </p:nvSpPr>
        <p:spPr>
          <a:xfrm>
            <a:off x="9193088"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273" name="Google Shape;273;p51"/>
          <p:cNvSpPr txBox="1">
            <a:spLocks noGrp="1"/>
          </p:cNvSpPr>
          <p:nvPr>
            <p:ph type="body" idx="1"/>
          </p:nvPr>
        </p:nvSpPr>
        <p:spPr>
          <a:xfrm>
            <a:off x="442912"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274" name="Google Shape;274;p51"/>
          <p:cNvSpPr txBox="1">
            <a:spLocks noGrp="1"/>
          </p:cNvSpPr>
          <p:nvPr>
            <p:ph type="body" idx="2"/>
          </p:nvPr>
        </p:nvSpPr>
        <p:spPr>
          <a:xfrm>
            <a:off x="3359637"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275" name="Google Shape;275;p51"/>
          <p:cNvSpPr txBox="1">
            <a:spLocks noGrp="1"/>
          </p:cNvSpPr>
          <p:nvPr>
            <p:ph type="body" idx="3"/>
          </p:nvPr>
        </p:nvSpPr>
        <p:spPr>
          <a:xfrm>
            <a:off x="6276361"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276" name="Google Shape;276;p51"/>
          <p:cNvSpPr txBox="1">
            <a:spLocks noGrp="1"/>
          </p:cNvSpPr>
          <p:nvPr>
            <p:ph type="body" idx="4"/>
          </p:nvPr>
        </p:nvSpPr>
        <p:spPr>
          <a:xfrm>
            <a:off x="9193088"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277" name="Google Shape;277;p51"/>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78" name="Google Shape;278;p51"/>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330479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91"/>
        <p:cNvGrpSpPr/>
        <p:nvPr/>
      </p:nvGrpSpPr>
      <p:grpSpPr>
        <a:xfrm>
          <a:off x="0" y="0"/>
          <a:ext cx="0" cy="0"/>
          <a:chOff x="0" y="0"/>
          <a:chExt cx="0" cy="0"/>
        </a:xfrm>
      </p:grpSpPr>
      <p:grpSp>
        <p:nvGrpSpPr>
          <p:cNvPr id="292" name="Google Shape;292;p54"/>
          <p:cNvGrpSpPr/>
          <p:nvPr/>
        </p:nvGrpSpPr>
        <p:grpSpPr>
          <a:xfrm>
            <a:off x="0" y="1"/>
            <a:ext cx="8914101" cy="6858001"/>
            <a:chOff x="0" y="0"/>
            <a:chExt cx="8914102" cy="6858001"/>
          </a:xfrm>
        </p:grpSpPr>
        <p:sp>
          <p:nvSpPr>
            <p:cNvPr id="293" name="Google Shape;293;p54"/>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294" name="Google Shape;294;p54"/>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295" name="Google Shape;295;p54"/>
          <p:cNvSpPr txBox="1">
            <a:spLocks noGrp="1"/>
          </p:cNvSpPr>
          <p:nvPr>
            <p:ph type="ctrTitle"/>
          </p:nvPr>
        </p:nvSpPr>
        <p:spPr>
          <a:xfrm>
            <a:off x="442913" y="1009185"/>
            <a:ext cx="5258800" cy="2420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3800"/>
              <a:buFont typeface="Georgia"/>
              <a:buNone/>
              <a:defRPr sz="5067"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296" name="Google Shape;296;p54"/>
          <p:cNvSpPr txBox="1">
            <a:spLocks noGrp="1"/>
          </p:cNvSpPr>
          <p:nvPr>
            <p:ph type="subTitle" idx="1"/>
          </p:nvPr>
        </p:nvSpPr>
        <p:spPr>
          <a:xfrm>
            <a:off x="442913" y="3749040"/>
            <a:ext cx="52588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9758052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97"/>
        <p:cNvGrpSpPr/>
        <p:nvPr/>
      </p:nvGrpSpPr>
      <p:grpSpPr>
        <a:xfrm>
          <a:off x="0" y="0"/>
          <a:ext cx="0" cy="0"/>
          <a:chOff x="0" y="0"/>
          <a:chExt cx="0" cy="0"/>
        </a:xfrm>
      </p:grpSpPr>
      <p:sp>
        <p:nvSpPr>
          <p:cNvPr id="298" name="Google Shape;298;p55"/>
          <p:cNvSpPr txBox="1">
            <a:spLocks noGrp="1"/>
          </p:cNvSpPr>
          <p:nvPr>
            <p:ph type="body" idx="1"/>
          </p:nvPr>
        </p:nvSpPr>
        <p:spPr>
          <a:xfrm>
            <a:off x="442913" y="2103439"/>
            <a:ext cx="1130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9" name="Google Shape;299;p55"/>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00" name="Google Shape;300;p5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01" name="Google Shape;301;p55"/>
          <p:cNvSpPr txBox="1">
            <a:spLocks noGrp="1"/>
          </p:cNvSpPr>
          <p:nvPr>
            <p:ph type="subTitle" idx="2"/>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93922673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302"/>
        <p:cNvGrpSpPr/>
        <p:nvPr/>
      </p:nvGrpSpPr>
      <p:grpSpPr>
        <a:xfrm>
          <a:off x="0" y="0"/>
          <a:ext cx="0" cy="0"/>
          <a:chOff x="0" y="0"/>
          <a:chExt cx="0" cy="0"/>
        </a:xfrm>
      </p:grpSpPr>
      <p:sp>
        <p:nvSpPr>
          <p:cNvPr id="303" name="Google Shape;303;p56"/>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04" name="Google Shape;304;p56"/>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05" name="Google Shape;305;p56"/>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06" name="Google Shape;306;p56"/>
          <p:cNvSpPr txBox="1">
            <a:spLocks noGrp="1"/>
          </p:cNvSpPr>
          <p:nvPr>
            <p:ph type="subTitle" idx="2"/>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54807169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wo Content - Subtitle">
  <p:cSld name="Two Content - Subtitle">
    <p:spTree>
      <p:nvGrpSpPr>
        <p:cNvPr id="1" name="Shape 307"/>
        <p:cNvGrpSpPr/>
        <p:nvPr/>
      </p:nvGrpSpPr>
      <p:grpSpPr>
        <a:xfrm>
          <a:off x="0" y="0"/>
          <a:ext cx="0" cy="0"/>
          <a:chOff x="0" y="0"/>
          <a:chExt cx="0" cy="0"/>
        </a:xfrm>
      </p:grpSpPr>
      <p:sp>
        <p:nvSpPr>
          <p:cNvPr id="308" name="Google Shape;308;p57"/>
          <p:cNvSpPr txBox="1">
            <a:spLocks noGrp="1"/>
          </p:cNvSpPr>
          <p:nvPr>
            <p:ph type="body" idx="1"/>
          </p:nvPr>
        </p:nvSpPr>
        <p:spPr>
          <a:xfrm>
            <a:off x="442913" y="2103439"/>
            <a:ext cx="5474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09" name="Google Shape;309;p57"/>
          <p:cNvSpPr txBox="1">
            <a:spLocks noGrp="1"/>
          </p:cNvSpPr>
          <p:nvPr>
            <p:ph type="body" idx="2"/>
          </p:nvPr>
        </p:nvSpPr>
        <p:spPr>
          <a:xfrm>
            <a:off x="6275388" y="2103437"/>
            <a:ext cx="5474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0" name="Google Shape;310;p57"/>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11" name="Google Shape;311;p5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12" name="Google Shape;312;p57"/>
          <p:cNvSpPr txBox="1">
            <a:spLocks noGrp="1"/>
          </p:cNvSpPr>
          <p:nvPr>
            <p:ph type="subTitle" idx="3"/>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7324734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313"/>
        <p:cNvGrpSpPr/>
        <p:nvPr/>
      </p:nvGrpSpPr>
      <p:grpSpPr>
        <a:xfrm>
          <a:off x="0" y="0"/>
          <a:ext cx="0" cy="0"/>
          <a:chOff x="0" y="0"/>
          <a:chExt cx="0" cy="0"/>
        </a:xfrm>
      </p:grpSpPr>
      <p:sp>
        <p:nvSpPr>
          <p:cNvPr id="314" name="Google Shape;314;p58"/>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15" name="Google Shape;315;p58"/>
          <p:cNvSpPr txBox="1">
            <a:spLocks noGrp="1"/>
          </p:cNvSpPr>
          <p:nvPr>
            <p:ph type="body" idx="1"/>
          </p:nvPr>
        </p:nvSpPr>
        <p:spPr>
          <a:xfrm>
            <a:off x="442913" y="2103439"/>
            <a:ext cx="5318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6" name="Google Shape;316;p58"/>
          <p:cNvSpPr txBox="1">
            <a:spLocks noGrp="1"/>
          </p:cNvSpPr>
          <p:nvPr>
            <p:ph type="title"/>
          </p:nvPr>
        </p:nvSpPr>
        <p:spPr>
          <a:xfrm>
            <a:off x="442913" y="430513"/>
            <a:ext cx="5318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17" name="Google Shape;317;p58"/>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318" name="Google Shape;318;p58"/>
          <p:cNvSpPr txBox="1">
            <a:spLocks noGrp="1"/>
          </p:cNvSpPr>
          <p:nvPr>
            <p:ph type="subTitle" idx="2"/>
          </p:nvPr>
        </p:nvSpPr>
        <p:spPr>
          <a:xfrm>
            <a:off x="442912" y="933433"/>
            <a:ext cx="5318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4921972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319"/>
        <p:cNvGrpSpPr/>
        <p:nvPr/>
      </p:nvGrpSpPr>
      <p:grpSpPr>
        <a:xfrm>
          <a:off x="0" y="0"/>
          <a:ext cx="0" cy="0"/>
          <a:chOff x="0" y="0"/>
          <a:chExt cx="0" cy="0"/>
        </a:xfrm>
      </p:grpSpPr>
      <p:sp>
        <p:nvSpPr>
          <p:cNvPr id="320" name="Google Shape;320;p59"/>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1" name="Google Shape;321;p59"/>
          <p:cNvSpPr txBox="1">
            <a:spLocks noGrp="1"/>
          </p:cNvSpPr>
          <p:nvPr>
            <p:ph type="body" idx="2"/>
          </p:nvPr>
        </p:nvSpPr>
        <p:spPr>
          <a:xfrm>
            <a:off x="4332288"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2" name="Google Shape;322;p59"/>
          <p:cNvSpPr txBox="1">
            <a:spLocks noGrp="1"/>
          </p:cNvSpPr>
          <p:nvPr>
            <p:ph type="body" idx="3"/>
          </p:nvPr>
        </p:nvSpPr>
        <p:spPr>
          <a:xfrm>
            <a:off x="8220076"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3" name="Google Shape;323;p59"/>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24" name="Google Shape;324;p59"/>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25" name="Google Shape;325;p59"/>
          <p:cNvSpPr txBox="1">
            <a:spLocks noGrp="1"/>
          </p:cNvSpPr>
          <p:nvPr>
            <p:ph type="subTitle" idx="4"/>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7728759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326"/>
        <p:cNvGrpSpPr/>
        <p:nvPr/>
      </p:nvGrpSpPr>
      <p:grpSpPr>
        <a:xfrm>
          <a:off x="0" y="0"/>
          <a:ext cx="0" cy="0"/>
          <a:chOff x="0" y="0"/>
          <a:chExt cx="0" cy="0"/>
        </a:xfrm>
      </p:grpSpPr>
      <p:sp>
        <p:nvSpPr>
          <p:cNvPr id="327" name="Google Shape;327;p60"/>
          <p:cNvSpPr txBox="1">
            <a:spLocks noGrp="1"/>
          </p:cNvSpPr>
          <p:nvPr>
            <p:ph type="body" idx="1"/>
          </p:nvPr>
        </p:nvSpPr>
        <p:spPr>
          <a:xfrm>
            <a:off x="442913"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8" name="Google Shape;328;p60"/>
          <p:cNvSpPr txBox="1">
            <a:spLocks noGrp="1"/>
          </p:cNvSpPr>
          <p:nvPr>
            <p:ph type="body" idx="2"/>
          </p:nvPr>
        </p:nvSpPr>
        <p:spPr>
          <a:xfrm>
            <a:off x="3360613"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9" name="Google Shape;329;p60"/>
          <p:cNvSpPr txBox="1">
            <a:spLocks noGrp="1"/>
          </p:cNvSpPr>
          <p:nvPr>
            <p:ph type="body" idx="3"/>
          </p:nvPr>
        </p:nvSpPr>
        <p:spPr>
          <a:xfrm>
            <a:off x="6275388"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0" name="Google Shape;330;p60"/>
          <p:cNvSpPr txBox="1">
            <a:spLocks noGrp="1"/>
          </p:cNvSpPr>
          <p:nvPr>
            <p:ph type="body" idx="4"/>
          </p:nvPr>
        </p:nvSpPr>
        <p:spPr>
          <a:xfrm>
            <a:off x="9190164" y="2103439"/>
            <a:ext cx="25560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1" name="Google Shape;331;p60"/>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32" name="Google Shape;332;p60"/>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33" name="Google Shape;333;p60"/>
          <p:cNvSpPr txBox="1">
            <a:spLocks noGrp="1"/>
          </p:cNvSpPr>
          <p:nvPr>
            <p:ph type="subTitle" idx="5"/>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4196217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334"/>
        <p:cNvGrpSpPr/>
        <p:nvPr/>
      </p:nvGrpSpPr>
      <p:grpSpPr>
        <a:xfrm>
          <a:off x="0" y="0"/>
          <a:ext cx="0" cy="0"/>
          <a:chOff x="0" y="0"/>
          <a:chExt cx="0" cy="0"/>
        </a:xfrm>
      </p:grpSpPr>
      <p:sp>
        <p:nvSpPr>
          <p:cNvPr id="335" name="Google Shape;335;p61"/>
          <p:cNvSpPr txBox="1">
            <a:spLocks noGrp="1"/>
          </p:cNvSpPr>
          <p:nvPr>
            <p:ph type="body" idx="1"/>
          </p:nvPr>
        </p:nvSpPr>
        <p:spPr>
          <a:xfrm>
            <a:off x="442913"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6" name="Google Shape;336;p61"/>
          <p:cNvSpPr txBox="1">
            <a:spLocks noGrp="1"/>
          </p:cNvSpPr>
          <p:nvPr>
            <p:ph type="body" idx="2"/>
          </p:nvPr>
        </p:nvSpPr>
        <p:spPr>
          <a:xfrm>
            <a:off x="2777045"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7" name="Google Shape;337;p61"/>
          <p:cNvSpPr txBox="1">
            <a:spLocks noGrp="1"/>
          </p:cNvSpPr>
          <p:nvPr>
            <p:ph type="body" idx="3"/>
          </p:nvPr>
        </p:nvSpPr>
        <p:spPr>
          <a:xfrm>
            <a:off x="5111177"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8" name="Google Shape;338;p61"/>
          <p:cNvSpPr txBox="1">
            <a:spLocks noGrp="1"/>
          </p:cNvSpPr>
          <p:nvPr>
            <p:ph type="body" idx="4"/>
          </p:nvPr>
        </p:nvSpPr>
        <p:spPr>
          <a:xfrm>
            <a:off x="7445309"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9" name="Google Shape;339;p61"/>
          <p:cNvSpPr txBox="1">
            <a:spLocks noGrp="1"/>
          </p:cNvSpPr>
          <p:nvPr>
            <p:ph type="body" idx="5"/>
          </p:nvPr>
        </p:nvSpPr>
        <p:spPr>
          <a:xfrm>
            <a:off x="9779443" y="2103439"/>
            <a:ext cx="1972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0" name="Google Shape;340;p61"/>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41" name="Google Shape;341;p61"/>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42" name="Google Shape;342;p61"/>
          <p:cNvSpPr txBox="1">
            <a:spLocks noGrp="1"/>
          </p:cNvSpPr>
          <p:nvPr>
            <p:ph type="subTitle" idx="6"/>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1235545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43"/>
        <p:cNvGrpSpPr/>
        <p:nvPr/>
      </p:nvGrpSpPr>
      <p:grpSpPr>
        <a:xfrm>
          <a:off x="0" y="0"/>
          <a:ext cx="0" cy="0"/>
          <a:chOff x="0" y="0"/>
          <a:chExt cx="0" cy="0"/>
        </a:xfrm>
      </p:grpSpPr>
      <p:sp>
        <p:nvSpPr>
          <p:cNvPr id="344" name="Google Shape;344;p62"/>
          <p:cNvSpPr/>
          <p:nvPr/>
        </p:nvSpPr>
        <p:spPr>
          <a:xfrm>
            <a:off x="442911"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45" name="Google Shape;345;p62"/>
          <p:cNvSpPr/>
          <p:nvPr/>
        </p:nvSpPr>
        <p:spPr>
          <a:xfrm>
            <a:off x="4331493"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46" name="Google Shape;346;p62"/>
          <p:cNvSpPr/>
          <p:nvPr/>
        </p:nvSpPr>
        <p:spPr>
          <a:xfrm>
            <a:off x="8220075" y="2100263"/>
            <a:ext cx="3528800" cy="30176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47" name="Google Shape;347;p62"/>
          <p:cNvSpPr txBox="1">
            <a:spLocks noGrp="1"/>
          </p:cNvSpPr>
          <p:nvPr>
            <p:ph type="body" idx="1"/>
          </p:nvPr>
        </p:nvSpPr>
        <p:spPr>
          <a:xfrm>
            <a:off x="442913"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8" name="Google Shape;348;p62"/>
          <p:cNvSpPr txBox="1">
            <a:spLocks noGrp="1"/>
          </p:cNvSpPr>
          <p:nvPr>
            <p:ph type="body" idx="2"/>
          </p:nvPr>
        </p:nvSpPr>
        <p:spPr>
          <a:xfrm>
            <a:off x="4331495"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9" name="Google Shape;349;p62"/>
          <p:cNvSpPr txBox="1">
            <a:spLocks noGrp="1"/>
          </p:cNvSpPr>
          <p:nvPr>
            <p:ph type="body" idx="3"/>
          </p:nvPr>
        </p:nvSpPr>
        <p:spPr>
          <a:xfrm>
            <a:off x="8220076" y="5280025"/>
            <a:ext cx="3528800" cy="8924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50" name="Google Shape;350;p62"/>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51" name="Google Shape;351;p62"/>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52" name="Google Shape;352;p62"/>
          <p:cNvSpPr txBox="1">
            <a:spLocks noGrp="1"/>
          </p:cNvSpPr>
          <p:nvPr>
            <p:ph type="subTitle" idx="4"/>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690389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53"/>
        <p:cNvGrpSpPr/>
        <p:nvPr/>
      </p:nvGrpSpPr>
      <p:grpSpPr>
        <a:xfrm>
          <a:off x="0" y="0"/>
          <a:ext cx="0" cy="0"/>
          <a:chOff x="0" y="0"/>
          <a:chExt cx="0" cy="0"/>
        </a:xfrm>
      </p:grpSpPr>
      <p:sp>
        <p:nvSpPr>
          <p:cNvPr id="354" name="Google Shape;354;p63"/>
          <p:cNvSpPr txBox="1">
            <a:spLocks noGrp="1"/>
          </p:cNvSpPr>
          <p:nvPr>
            <p:ph type="body" idx="1"/>
          </p:nvPr>
        </p:nvSpPr>
        <p:spPr>
          <a:xfrm>
            <a:off x="442913"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55" name="Google Shape;355;p63"/>
          <p:cNvSpPr txBox="1">
            <a:spLocks noGrp="1"/>
          </p:cNvSpPr>
          <p:nvPr>
            <p:ph type="body" idx="2"/>
          </p:nvPr>
        </p:nvSpPr>
        <p:spPr>
          <a:xfrm>
            <a:off x="3358197"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56" name="Google Shape;356;p63"/>
          <p:cNvSpPr txBox="1">
            <a:spLocks noGrp="1"/>
          </p:cNvSpPr>
          <p:nvPr>
            <p:ph type="body" idx="3"/>
          </p:nvPr>
        </p:nvSpPr>
        <p:spPr>
          <a:xfrm>
            <a:off x="6273483"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57" name="Google Shape;357;p63"/>
          <p:cNvSpPr txBox="1">
            <a:spLocks noGrp="1"/>
          </p:cNvSpPr>
          <p:nvPr>
            <p:ph type="body" idx="4"/>
          </p:nvPr>
        </p:nvSpPr>
        <p:spPr>
          <a:xfrm>
            <a:off x="9188767" y="3429000"/>
            <a:ext cx="2560400" cy="27432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2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267"/>
              </a:spcBef>
              <a:spcAft>
                <a:spcPts val="2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58" name="Google Shape;358;p63"/>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59" name="Google Shape;359;p63"/>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60" name="Google Shape;360;p63"/>
          <p:cNvSpPr txBox="1">
            <a:spLocks noGrp="1"/>
          </p:cNvSpPr>
          <p:nvPr>
            <p:ph type="subTitle" idx="5"/>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7079945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61"/>
        <p:cNvGrpSpPr/>
        <p:nvPr/>
      </p:nvGrpSpPr>
      <p:grpSpPr>
        <a:xfrm>
          <a:off x="0" y="0"/>
          <a:ext cx="0" cy="0"/>
          <a:chOff x="0" y="0"/>
          <a:chExt cx="0" cy="0"/>
        </a:xfrm>
      </p:grpSpPr>
      <p:sp>
        <p:nvSpPr>
          <p:cNvPr id="362" name="Google Shape;362;p64"/>
          <p:cNvSpPr/>
          <p:nvPr/>
        </p:nvSpPr>
        <p:spPr>
          <a:xfrm>
            <a:off x="442912"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63" name="Google Shape;363;p64"/>
          <p:cNvSpPr/>
          <p:nvPr/>
        </p:nvSpPr>
        <p:spPr>
          <a:xfrm>
            <a:off x="3359637"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64" name="Google Shape;364;p64"/>
          <p:cNvSpPr/>
          <p:nvPr/>
        </p:nvSpPr>
        <p:spPr>
          <a:xfrm>
            <a:off x="6276361"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65" name="Google Shape;365;p64"/>
          <p:cNvSpPr/>
          <p:nvPr/>
        </p:nvSpPr>
        <p:spPr>
          <a:xfrm>
            <a:off x="9193088" y="2100263"/>
            <a:ext cx="1326000" cy="13288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600" b="0" i="0" u="none" strike="noStrike" cap="none">
              <a:solidFill>
                <a:schemeClr val="lt1"/>
              </a:solidFill>
              <a:latin typeface="Arial"/>
              <a:ea typeface="Arial"/>
              <a:cs typeface="Arial"/>
              <a:sym typeface="Arial"/>
            </a:endParaRPr>
          </a:p>
        </p:txBody>
      </p:sp>
      <p:sp>
        <p:nvSpPr>
          <p:cNvPr id="366" name="Google Shape;366;p64"/>
          <p:cNvSpPr txBox="1">
            <a:spLocks noGrp="1"/>
          </p:cNvSpPr>
          <p:nvPr>
            <p:ph type="body" idx="1"/>
          </p:nvPr>
        </p:nvSpPr>
        <p:spPr>
          <a:xfrm>
            <a:off x="442912"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367" name="Google Shape;367;p64"/>
          <p:cNvSpPr txBox="1">
            <a:spLocks noGrp="1"/>
          </p:cNvSpPr>
          <p:nvPr>
            <p:ph type="body" idx="2"/>
          </p:nvPr>
        </p:nvSpPr>
        <p:spPr>
          <a:xfrm>
            <a:off x="3358197"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368" name="Google Shape;368;p64"/>
          <p:cNvSpPr txBox="1">
            <a:spLocks noGrp="1"/>
          </p:cNvSpPr>
          <p:nvPr>
            <p:ph type="body" idx="3"/>
          </p:nvPr>
        </p:nvSpPr>
        <p:spPr>
          <a:xfrm>
            <a:off x="6273483"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369" name="Google Shape;369;p64"/>
          <p:cNvSpPr txBox="1">
            <a:spLocks noGrp="1"/>
          </p:cNvSpPr>
          <p:nvPr>
            <p:ph type="body" idx="4"/>
          </p:nvPr>
        </p:nvSpPr>
        <p:spPr>
          <a:xfrm>
            <a:off x="9188767" y="3657600"/>
            <a:ext cx="2560400" cy="25144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1pPr>
            <a:lvl2pPr marL="1219170" marR="0" lvl="1"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3pPr>
            <a:lvl4pPr marL="2438339" marR="0" lvl="3"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4pPr>
            <a:lvl5pPr marL="3047924" marR="0" lvl="4"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5pPr>
            <a:lvl6pPr marL="3657509" marR="0" lvl="5"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6pPr>
            <a:lvl7pPr marL="4267093" marR="0" lvl="6"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7pPr>
            <a:lvl8pPr marL="4876678" marR="0" lvl="7" indent="-304792" algn="l" rtl="0">
              <a:lnSpc>
                <a:spcPct val="100000"/>
              </a:lnSpc>
              <a:spcBef>
                <a:spcPts val="267"/>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8pPr>
            <a:lvl9pPr marL="5486263" marR="0" lvl="8" indent="-304792" algn="l" rtl="0">
              <a:lnSpc>
                <a:spcPct val="100000"/>
              </a:lnSpc>
              <a:spcBef>
                <a:spcPts val="267"/>
              </a:spcBef>
              <a:spcAft>
                <a:spcPts val="267"/>
              </a:spcAft>
              <a:buClr>
                <a:schemeClr val="dk1"/>
              </a:buClr>
              <a:buSzPts val="1200"/>
              <a:buFont typeface="Arial"/>
              <a:buNone/>
              <a:defRPr sz="1600" b="0" i="0" u="none" strike="noStrike" cap="none">
                <a:solidFill>
                  <a:schemeClr val="dk1"/>
                </a:solidFill>
                <a:latin typeface="Arial"/>
                <a:ea typeface="Arial"/>
                <a:cs typeface="Arial"/>
                <a:sym typeface="Arial"/>
              </a:defRPr>
            </a:lvl9pPr>
          </a:lstStyle>
          <a:p>
            <a:endParaRPr/>
          </a:p>
        </p:txBody>
      </p:sp>
      <p:sp>
        <p:nvSpPr>
          <p:cNvPr id="370" name="Google Shape;370;p64"/>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71" name="Google Shape;371;p64"/>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72" name="Google Shape;372;p64"/>
          <p:cNvSpPr txBox="1">
            <a:spLocks noGrp="1"/>
          </p:cNvSpPr>
          <p:nvPr>
            <p:ph type="subTitle" idx="5"/>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88280660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73"/>
        <p:cNvGrpSpPr/>
        <p:nvPr/>
      </p:nvGrpSpPr>
      <p:grpSpPr>
        <a:xfrm>
          <a:off x="0" y="0"/>
          <a:ext cx="0" cy="0"/>
          <a:chOff x="0" y="0"/>
          <a:chExt cx="0" cy="0"/>
        </a:xfrm>
      </p:grpSpPr>
      <p:sp>
        <p:nvSpPr>
          <p:cNvPr id="374" name="Google Shape;374;p65"/>
          <p:cNvSpPr txBox="1">
            <a:spLocks noGrp="1"/>
          </p:cNvSpPr>
          <p:nvPr>
            <p:ph type="body" idx="1"/>
          </p:nvPr>
        </p:nvSpPr>
        <p:spPr>
          <a:xfrm>
            <a:off x="442913" y="2103439"/>
            <a:ext cx="35288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75" name="Google Shape;375;p65"/>
          <p:cNvSpPr txBox="1">
            <a:spLocks noGrp="1"/>
          </p:cNvSpPr>
          <p:nvPr>
            <p:ph type="title"/>
          </p:nvPr>
        </p:nvSpPr>
        <p:spPr>
          <a:xfrm>
            <a:off x="442913" y="430513"/>
            <a:ext cx="113060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376" name="Google Shape;376;p65"/>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377" name="Google Shape;377;p65"/>
          <p:cNvSpPr txBox="1">
            <a:spLocks noGrp="1"/>
          </p:cNvSpPr>
          <p:nvPr>
            <p:ph type="subTitle" idx="2"/>
          </p:nvPr>
        </p:nvSpPr>
        <p:spPr>
          <a:xfrm>
            <a:off x="442912" y="933433"/>
            <a:ext cx="11306000" cy="88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93654483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matchingName="Section Header Rose Manual">
  <p:cSld name="Section Header Rose Manual">
    <p:bg>
      <p:bgPr>
        <a:solidFill>
          <a:srgbClr val="D93954"/>
        </a:solidFill>
        <a:effectLst/>
      </p:bgPr>
    </p:bg>
    <p:spTree>
      <p:nvGrpSpPr>
        <p:cNvPr id="1" name="Shape 378"/>
        <p:cNvGrpSpPr/>
        <p:nvPr/>
      </p:nvGrpSpPr>
      <p:grpSpPr>
        <a:xfrm>
          <a:off x="0" y="0"/>
          <a:ext cx="0" cy="0"/>
          <a:chOff x="0" y="0"/>
          <a:chExt cx="0" cy="0"/>
        </a:xfrm>
      </p:grpSpPr>
      <p:sp>
        <p:nvSpPr>
          <p:cNvPr id="379" name="Google Shape;379;p66"/>
          <p:cNvSpPr txBox="1">
            <a:spLocks noGrp="1"/>
          </p:cNvSpPr>
          <p:nvPr>
            <p:ph type="title"/>
          </p:nvPr>
        </p:nvSpPr>
        <p:spPr>
          <a:xfrm>
            <a:off x="442913" y="428625"/>
            <a:ext cx="1374800" cy="19660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lt1"/>
              </a:buClr>
              <a:buSzPts val="10800"/>
              <a:buFont typeface="Arial"/>
              <a:buNone/>
              <a:defRPr sz="14400" b="0"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42453329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0"/>
        <p:cNvGrpSpPr/>
        <p:nvPr/>
      </p:nvGrpSpPr>
      <p:grpSpPr>
        <a:xfrm>
          <a:off x="0" y="0"/>
          <a:ext cx="0" cy="0"/>
          <a:chOff x="0" y="0"/>
          <a:chExt cx="0" cy="0"/>
        </a:xfrm>
      </p:grpSpPr>
      <p:sp>
        <p:nvSpPr>
          <p:cNvPr id="381" name="Google Shape;381;p6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6770793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90"/>
        <p:cNvGrpSpPr/>
        <p:nvPr/>
      </p:nvGrpSpPr>
      <p:grpSpPr>
        <a:xfrm>
          <a:off x="0" y="0"/>
          <a:ext cx="0" cy="0"/>
          <a:chOff x="0" y="0"/>
          <a:chExt cx="0" cy="0"/>
        </a:xfrm>
      </p:grpSpPr>
      <p:sp>
        <p:nvSpPr>
          <p:cNvPr id="391" name="Google Shape;391;p69"/>
          <p:cNvSpPr txBox="1">
            <a:spLocks noGrp="1"/>
          </p:cNvSpPr>
          <p:nvPr>
            <p:ph type="ctrTitle"/>
          </p:nvPr>
        </p:nvSpPr>
        <p:spPr>
          <a:xfrm>
            <a:off x="415611" y="992767"/>
            <a:ext cx="11360800" cy="2736800"/>
          </a:xfrm>
          <a:prstGeom prst="rect">
            <a:avLst/>
          </a:prstGeom>
        </p:spPr>
        <p:txBody>
          <a:bodyPr spcFirstLastPara="1" wrap="square" lIns="0" tIns="0" rIns="0" bIns="0" anchor="b" anchorCtr="0">
            <a:no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392" name="Google Shape;392;p69"/>
          <p:cNvSpPr txBox="1">
            <a:spLocks noGrp="1"/>
          </p:cNvSpPr>
          <p:nvPr>
            <p:ph type="subTitle" idx="1"/>
          </p:nvPr>
        </p:nvSpPr>
        <p:spPr>
          <a:xfrm>
            <a:off x="415600" y="3778833"/>
            <a:ext cx="11360800" cy="10568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800"/>
              <a:buNone/>
              <a:defRPr sz="3733"/>
            </a:lvl1pPr>
            <a:lvl2pPr lvl="1" algn="ctr" rtl="0">
              <a:lnSpc>
                <a:spcPct val="100000"/>
              </a:lnSpc>
              <a:spcBef>
                <a:spcPts val="667"/>
              </a:spcBef>
              <a:spcAft>
                <a:spcPts val="0"/>
              </a:spcAft>
              <a:buSzPts val="2800"/>
              <a:buNone/>
              <a:defRPr sz="3733"/>
            </a:lvl2pPr>
            <a:lvl3pPr lvl="2" algn="ctr" rtl="0">
              <a:lnSpc>
                <a:spcPct val="100000"/>
              </a:lnSpc>
              <a:spcBef>
                <a:spcPts val="667"/>
              </a:spcBef>
              <a:spcAft>
                <a:spcPts val="0"/>
              </a:spcAft>
              <a:buSzPts val="2800"/>
              <a:buNone/>
              <a:defRPr sz="3733"/>
            </a:lvl3pPr>
            <a:lvl4pPr lvl="3" algn="ctr" rtl="0">
              <a:lnSpc>
                <a:spcPct val="100000"/>
              </a:lnSpc>
              <a:spcBef>
                <a:spcPts val="667"/>
              </a:spcBef>
              <a:spcAft>
                <a:spcPts val="0"/>
              </a:spcAft>
              <a:buSzPts val="2800"/>
              <a:buNone/>
              <a:defRPr sz="3733"/>
            </a:lvl4pPr>
            <a:lvl5pPr lvl="4" algn="ctr" rtl="0">
              <a:lnSpc>
                <a:spcPct val="100000"/>
              </a:lnSpc>
              <a:spcBef>
                <a:spcPts val="667"/>
              </a:spcBef>
              <a:spcAft>
                <a:spcPts val="0"/>
              </a:spcAft>
              <a:buSzPts val="2800"/>
              <a:buNone/>
              <a:defRPr sz="3733"/>
            </a:lvl5pPr>
            <a:lvl6pPr lvl="5" algn="ctr" rtl="0">
              <a:lnSpc>
                <a:spcPct val="100000"/>
              </a:lnSpc>
              <a:spcBef>
                <a:spcPts val="667"/>
              </a:spcBef>
              <a:spcAft>
                <a:spcPts val="0"/>
              </a:spcAft>
              <a:buSzPts val="2800"/>
              <a:buNone/>
              <a:defRPr sz="3733"/>
            </a:lvl6pPr>
            <a:lvl7pPr lvl="6" algn="ctr" rtl="0">
              <a:lnSpc>
                <a:spcPct val="100000"/>
              </a:lnSpc>
              <a:spcBef>
                <a:spcPts val="667"/>
              </a:spcBef>
              <a:spcAft>
                <a:spcPts val="0"/>
              </a:spcAft>
              <a:buSzPts val="2800"/>
              <a:buNone/>
              <a:defRPr sz="3733"/>
            </a:lvl7pPr>
            <a:lvl8pPr lvl="7" algn="ctr" rtl="0">
              <a:lnSpc>
                <a:spcPct val="100000"/>
              </a:lnSpc>
              <a:spcBef>
                <a:spcPts val="667"/>
              </a:spcBef>
              <a:spcAft>
                <a:spcPts val="0"/>
              </a:spcAft>
              <a:buSzPts val="2800"/>
              <a:buNone/>
              <a:defRPr sz="3733"/>
            </a:lvl8pPr>
            <a:lvl9pPr lvl="8" algn="ctr" rtl="0">
              <a:lnSpc>
                <a:spcPct val="100000"/>
              </a:lnSpc>
              <a:spcBef>
                <a:spcPts val="667"/>
              </a:spcBef>
              <a:spcAft>
                <a:spcPts val="0"/>
              </a:spcAft>
              <a:buSzPts val="2800"/>
              <a:buNone/>
              <a:defRPr sz="3733"/>
            </a:lvl9pPr>
          </a:lstStyle>
          <a:p>
            <a:endParaRPr/>
          </a:p>
        </p:txBody>
      </p:sp>
      <p:sp>
        <p:nvSpPr>
          <p:cNvPr id="393" name="Google Shape;393;p69"/>
          <p:cNvSpPr txBox="1">
            <a:spLocks noGrp="1"/>
          </p:cNvSpPr>
          <p:nvPr>
            <p:ph type="sldNum" idx="12"/>
          </p:nvPr>
        </p:nvSpPr>
        <p:spPr>
          <a:xfrm>
            <a:off x="11296611" y="6217623"/>
            <a:ext cx="731600" cy="524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496259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Chart Dark 1">
  <p:cSld name="Title and Chart Dark 1">
    <p:bg>
      <p:bgPr>
        <a:solidFill>
          <a:srgbClr val="464646"/>
        </a:solidFill>
        <a:effectLst/>
      </p:bgPr>
    </p:bg>
    <p:spTree>
      <p:nvGrpSpPr>
        <p:cNvPr id="1" name="Shape 394"/>
        <p:cNvGrpSpPr/>
        <p:nvPr/>
      </p:nvGrpSpPr>
      <p:grpSpPr>
        <a:xfrm>
          <a:off x="0" y="0"/>
          <a:ext cx="0" cy="0"/>
          <a:chOff x="0" y="0"/>
          <a:chExt cx="0" cy="0"/>
        </a:xfrm>
      </p:grpSpPr>
      <p:sp>
        <p:nvSpPr>
          <p:cNvPr id="395" name="Google Shape;395;p70"/>
          <p:cNvSpPr>
            <a:spLocks noGrp="1"/>
          </p:cNvSpPr>
          <p:nvPr>
            <p:ph type="chart" idx="2"/>
          </p:nvPr>
        </p:nvSpPr>
        <p:spPr>
          <a:xfrm>
            <a:off x="442913" y="2103439"/>
            <a:ext cx="11306000" cy="406880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120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3pPr>
            <a:lvl4pPr marR="0" lvl="3"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4pPr>
            <a:lvl5pPr marR="0" lvl="4"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5pPr>
            <a:lvl6pPr marR="0" lvl="5"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6pPr>
            <a:lvl7pPr marR="0" lvl="6"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7pPr>
            <a:lvl8pPr marR="0" lvl="7" algn="l" rtl="0">
              <a:lnSpc>
                <a:spcPct val="100000"/>
              </a:lnSpc>
              <a:spcBef>
                <a:spcPts val="667"/>
              </a:spcBef>
              <a:spcAft>
                <a:spcPts val="0"/>
              </a:spcAft>
              <a:buClr>
                <a:schemeClr val="lt1"/>
              </a:buClr>
              <a:buSzPts val="1200"/>
              <a:buFont typeface="Arial"/>
              <a:buChar char="–"/>
              <a:defRPr sz="1600" b="0" i="0" u="none" strike="noStrike" cap="none">
                <a:solidFill>
                  <a:schemeClr val="lt1"/>
                </a:solidFill>
                <a:latin typeface="Arial"/>
                <a:ea typeface="Arial"/>
                <a:cs typeface="Arial"/>
                <a:sym typeface="Arial"/>
              </a:defRPr>
            </a:lvl8pPr>
            <a:lvl9pPr marR="0" lvl="8" algn="l" rtl="0">
              <a:lnSpc>
                <a:spcPct val="100000"/>
              </a:lnSpc>
              <a:spcBef>
                <a:spcPts val="667"/>
              </a:spcBef>
              <a:spcAft>
                <a:spcPts val="667"/>
              </a:spcAft>
              <a:buClr>
                <a:schemeClr val="lt1"/>
              </a:buClr>
              <a:buSzPts val="12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396" name="Google Shape;396;p70"/>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lvl="0" algn="l" rtl="0">
              <a:lnSpc>
                <a:spcPct val="85000"/>
              </a:lnSpc>
              <a:spcBef>
                <a:spcPts val="0"/>
              </a:spcBef>
              <a:spcAft>
                <a:spcPts val="0"/>
              </a:spcAft>
              <a:buClr>
                <a:schemeClr val="lt1"/>
              </a:buClr>
              <a:buSzPts val="2400"/>
              <a:buFont typeface="Georgia"/>
              <a:buNone/>
              <a:defRPr>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397" name="Google Shape;397;p70"/>
          <p:cNvSpPr txBox="1">
            <a:spLocks noGrp="1"/>
          </p:cNvSpPr>
          <p:nvPr>
            <p:ph type="dt" idx="10"/>
          </p:nvPr>
        </p:nvSpPr>
        <p:spPr>
          <a:xfrm>
            <a:off x="9984296" y="6355080"/>
            <a:ext cx="1764800" cy="137200"/>
          </a:xfrm>
          <a:prstGeom prst="rect">
            <a:avLst/>
          </a:prstGeom>
          <a:noFill/>
          <a:ln>
            <a:noFill/>
          </a:ln>
        </p:spPr>
        <p:txBody>
          <a:bodyPr spcFirstLastPara="1" wrap="square" lIns="0" tIns="0" rIns="0" bIns="0" anchor="b" anchorCtr="0">
            <a:noAutofit/>
          </a:bodyPr>
          <a:lstStyle>
            <a:lvl1pPr lvl="0" algn="r" rtl="0">
              <a:lnSpc>
                <a:spcPct val="100000"/>
              </a:lnSpc>
              <a:spcBef>
                <a:spcPts val="0"/>
              </a:spcBef>
              <a:spcAft>
                <a:spcPts val="0"/>
              </a:spcAft>
              <a:buSzPts val="1100"/>
              <a:buNone/>
              <a:defRPr sz="1467"/>
            </a:lvl1pPr>
            <a:lvl2pPr lvl="1" algn="l" rtl="0">
              <a:lnSpc>
                <a:spcPct val="100000"/>
              </a:lnSpc>
              <a:spcBef>
                <a:spcPts val="0"/>
              </a:spcBef>
              <a:spcAft>
                <a:spcPts val="0"/>
              </a:spcAft>
              <a:buSzPts val="1100"/>
              <a:buNone/>
              <a:defRPr sz="1467"/>
            </a:lvl2pPr>
            <a:lvl3pPr lvl="2" algn="l" rtl="0">
              <a:lnSpc>
                <a:spcPct val="100000"/>
              </a:lnSpc>
              <a:spcBef>
                <a:spcPts val="0"/>
              </a:spcBef>
              <a:spcAft>
                <a:spcPts val="0"/>
              </a:spcAft>
              <a:buSzPts val="1100"/>
              <a:buNone/>
              <a:defRPr sz="1467"/>
            </a:lvl3pPr>
            <a:lvl4pPr lvl="3" algn="l" rtl="0">
              <a:lnSpc>
                <a:spcPct val="100000"/>
              </a:lnSpc>
              <a:spcBef>
                <a:spcPts val="0"/>
              </a:spcBef>
              <a:spcAft>
                <a:spcPts val="0"/>
              </a:spcAft>
              <a:buSzPts val="1100"/>
              <a:buNone/>
              <a:defRPr sz="1467"/>
            </a:lvl4pPr>
            <a:lvl5pPr lvl="4" algn="l" rtl="0">
              <a:lnSpc>
                <a:spcPct val="100000"/>
              </a:lnSpc>
              <a:spcBef>
                <a:spcPts val="0"/>
              </a:spcBef>
              <a:spcAft>
                <a:spcPts val="0"/>
              </a:spcAft>
              <a:buSzPts val="1100"/>
              <a:buNone/>
              <a:defRPr sz="1467"/>
            </a:lvl5pPr>
            <a:lvl6pPr lvl="5" algn="l" rtl="0">
              <a:lnSpc>
                <a:spcPct val="100000"/>
              </a:lnSpc>
              <a:spcBef>
                <a:spcPts val="0"/>
              </a:spcBef>
              <a:spcAft>
                <a:spcPts val="0"/>
              </a:spcAft>
              <a:buSzPts val="1100"/>
              <a:buNone/>
              <a:defRPr sz="1467"/>
            </a:lvl6pPr>
            <a:lvl7pPr lvl="6" algn="l" rtl="0">
              <a:lnSpc>
                <a:spcPct val="100000"/>
              </a:lnSpc>
              <a:spcBef>
                <a:spcPts val="0"/>
              </a:spcBef>
              <a:spcAft>
                <a:spcPts val="0"/>
              </a:spcAft>
              <a:buSzPts val="1100"/>
              <a:buNone/>
              <a:defRPr sz="1467"/>
            </a:lvl7pPr>
            <a:lvl8pPr lvl="7" algn="l" rtl="0">
              <a:lnSpc>
                <a:spcPct val="100000"/>
              </a:lnSpc>
              <a:spcBef>
                <a:spcPts val="0"/>
              </a:spcBef>
              <a:spcAft>
                <a:spcPts val="0"/>
              </a:spcAft>
              <a:buSzPts val="1100"/>
              <a:buNone/>
              <a:defRPr sz="1467"/>
            </a:lvl8pPr>
            <a:lvl9pPr lvl="8" algn="l" rtl="0">
              <a:lnSpc>
                <a:spcPct val="100000"/>
              </a:lnSpc>
              <a:spcBef>
                <a:spcPts val="0"/>
              </a:spcBef>
              <a:spcAft>
                <a:spcPts val="0"/>
              </a:spcAft>
              <a:buSzPts val="1100"/>
              <a:buNone/>
              <a:defRPr sz="1467"/>
            </a:lvl9pPr>
          </a:lstStyle>
          <a:p>
            <a:endParaRPr/>
          </a:p>
        </p:txBody>
      </p:sp>
      <p:sp>
        <p:nvSpPr>
          <p:cNvPr id="398" name="Google Shape;398;p70"/>
          <p:cNvSpPr txBox="1">
            <a:spLocks noGrp="1"/>
          </p:cNvSpPr>
          <p:nvPr>
            <p:ph type="ftr" idx="11"/>
          </p:nvPr>
        </p:nvSpPr>
        <p:spPr>
          <a:xfrm>
            <a:off x="442912" y="6355080"/>
            <a:ext cx="5473600" cy="1372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100"/>
              <a:buNone/>
              <a:defRPr sz="1467"/>
            </a:lvl1pPr>
            <a:lvl2pPr lvl="1" algn="l" rtl="0">
              <a:lnSpc>
                <a:spcPct val="100000"/>
              </a:lnSpc>
              <a:spcBef>
                <a:spcPts val="0"/>
              </a:spcBef>
              <a:spcAft>
                <a:spcPts val="0"/>
              </a:spcAft>
              <a:buSzPts val="1100"/>
              <a:buNone/>
              <a:defRPr sz="1467"/>
            </a:lvl2pPr>
            <a:lvl3pPr lvl="2" algn="l" rtl="0">
              <a:lnSpc>
                <a:spcPct val="100000"/>
              </a:lnSpc>
              <a:spcBef>
                <a:spcPts val="0"/>
              </a:spcBef>
              <a:spcAft>
                <a:spcPts val="0"/>
              </a:spcAft>
              <a:buSzPts val="1100"/>
              <a:buNone/>
              <a:defRPr sz="1467"/>
            </a:lvl3pPr>
            <a:lvl4pPr lvl="3" algn="l" rtl="0">
              <a:lnSpc>
                <a:spcPct val="100000"/>
              </a:lnSpc>
              <a:spcBef>
                <a:spcPts val="0"/>
              </a:spcBef>
              <a:spcAft>
                <a:spcPts val="0"/>
              </a:spcAft>
              <a:buSzPts val="1100"/>
              <a:buNone/>
              <a:defRPr sz="1467"/>
            </a:lvl4pPr>
            <a:lvl5pPr lvl="4" algn="l" rtl="0">
              <a:lnSpc>
                <a:spcPct val="100000"/>
              </a:lnSpc>
              <a:spcBef>
                <a:spcPts val="0"/>
              </a:spcBef>
              <a:spcAft>
                <a:spcPts val="0"/>
              </a:spcAft>
              <a:buSzPts val="1100"/>
              <a:buNone/>
              <a:defRPr sz="1467"/>
            </a:lvl5pPr>
            <a:lvl6pPr lvl="5" algn="l" rtl="0">
              <a:lnSpc>
                <a:spcPct val="100000"/>
              </a:lnSpc>
              <a:spcBef>
                <a:spcPts val="0"/>
              </a:spcBef>
              <a:spcAft>
                <a:spcPts val="0"/>
              </a:spcAft>
              <a:buSzPts val="1100"/>
              <a:buNone/>
              <a:defRPr sz="1467"/>
            </a:lvl6pPr>
            <a:lvl7pPr lvl="6" algn="l" rtl="0">
              <a:lnSpc>
                <a:spcPct val="100000"/>
              </a:lnSpc>
              <a:spcBef>
                <a:spcPts val="0"/>
              </a:spcBef>
              <a:spcAft>
                <a:spcPts val="0"/>
              </a:spcAft>
              <a:buSzPts val="1100"/>
              <a:buNone/>
              <a:defRPr sz="1467"/>
            </a:lvl7pPr>
            <a:lvl8pPr lvl="7" algn="l" rtl="0">
              <a:lnSpc>
                <a:spcPct val="100000"/>
              </a:lnSpc>
              <a:spcBef>
                <a:spcPts val="0"/>
              </a:spcBef>
              <a:spcAft>
                <a:spcPts val="0"/>
              </a:spcAft>
              <a:buSzPts val="1100"/>
              <a:buNone/>
              <a:defRPr sz="1467"/>
            </a:lvl8pPr>
            <a:lvl9pPr lvl="8" algn="l" rtl="0">
              <a:lnSpc>
                <a:spcPct val="100000"/>
              </a:lnSpc>
              <a:spcBef>
                <a:spcPts val="0"/>
              </a:spcBef>
              <a:spcAft>
                <a:spcPts val="0"/>
              </a:spcAft>
              <a:buSzPts val="1100"/>
              <a:buNone/>
              <a:defRPr sz="1467"/>
            </a:lvl9pPr>
          </a:lstStyle>
          <a:p>
            <a:endParaRPr/>
          </a:p>
        </p:txBody>
      </p:sp>
      <p:sp>
        <p:nvSpPr>
          <p:cNvPr id="399" name="Google Shape;399;p70"/>
          <p:cNvSpPr txBox="1">
            <a:spLocks noGrp="1"/>
          </p:cNvSpPr>
          <p:nvPr>
            <p:ph type="sldNum" idx="12"/>
          </p:nvPr>
        </p:nvSpPr>
        <p:spPr>
          <a:xfrm>
            <a:off x="9984296" y="6492240"/>
            <a:ext cx="1764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1896357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Full Content 1">
  <p:cSld name="Title and Full Content 1">
    <p:spTree>
      <p:nvGrpSpPr>
        <p:cNvPr id="1" name="Shape 400"/>
        <p:cNvGrpSpPr/>
        <p:nvPr/>
      </p:nvGrpSpPr>
      <p:grpSpPr>
        <a:xfrm>
          <a:off x="0" y="0"/>
          <a:ext cx="0" cy="0"/>
          <a:chOff x="0" y="0"/>
          <a:chExt cx="0" cy="0"/>
        </a:xfrm>
      </p:grpSpPr>
      <p:sp>
        <p:nvSpPr>
          <p:cNvPr id="401" name="Google Shape;401;p71"/>
          <p:cNvSpPr txBox="1">
            <a:spLocks noGrp="1"/>
          </p:cNvSpPr>
          <p:nvPr>
            <p:ph type="title"/>
          </p:nvPr>
        </p:nvSpPr>
        <p:spPr>
          <a:xfrm>
            <a:off x="460248" y="430513"/>
            <a:ext cx="112744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402" name="Google Shape;402;p71"/>
          <p:cNvSpPr txBox="1">
            <a:spLocks noGrp="1"/>
          </p:cNvSpPr>
          <p:nvPr>
            <p:ph type="subTitle" idx="1"/>
          </p:nvPr>
        </p:nvSpPr>
        <p:spPr>
          <a:xfrm>
            <a:off x="460248" y="936701"/>
            <a:ext cx="11274400" cy="511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1pPr>
            <a:lvl2pPr marR="0" lvl="1"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2pPr>
            <a:lvl3pPr marR="0" lvl="2"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3pPr>
            <a:lvl4pPr marR="0" lvl="3"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4pPr>
            <a:lvl5pPr marR="0" lvl="4"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5pPr>
            <a:lvl6pPr marR="0" lvl="5"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6pPr>
            <a:lvl7pPr marR="0" lvl="6"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7pPr>
            <a:lvl8pPr marR="0" lvl="7"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8pPr>
            <a:lvl9pPr marR="0" lvl="8" algn="l" rtl="0">
              <a:lnSpc>
                <a:spcPct val="85000"/>
              </a:lnSpc>
              <a:spcBef>
                <a:spcPts val="0"/>
              </a:spcBef>
              <a:spcAft>
                <a:spcPts val="0"/>
              </a:spcAft>
              <a:buClr>
                <a:schemeClr val="dk1"/>
              </a:buClr>
              <a:buSzPts val="1800"/>
              <a:buFont typeface="Arial"/>
              <a:buNone/>
              <a:defRPr sz="2400" b="0" i="0" u="none" strike="noStrike" cap="none">
                <a:solidFill>
                  <a:schemeClr val="dk1"/>
                </a:solidFill>
                <a:latin typeface="Arial"/>
                <a:ea typeface="Arial"/>
                <a:cs typeface="Arial"/>
                <a:sym typeface="Arial"/>
              </a:defRPr>
            </a:lvl9pPr>
          </a:lstStyle>
          <a:p>
            <a:endParaRPr/>
          </a:p>
        </p:txBody>
      </p:sp>
      <p:sp>
        <p:nvSpPr>
          <p:cNvPr id="403" name="Google Shape;403;p71"/>
          <p:cNvSpPr txBox="1">
            <a:spLocks noGrp="1"/>
          </p:cNvSpPr>
          <p:nvPr>
            <p:ph type="body" idx="2"/>
          </p:nvPr>
        </p:nvSpPr>
        <p:spPr>
          <a:xfrm>
            <a:off x="460248" y="1825625"/>
            <a:ext cx="11274400" cy="4346800"/>
          </a:xfrm>
          <a:prstGeom prst="rect">
            <a:avLst/>
          </a:prstGeom>
          <a:noFill/>
          <a:ln>
            <a:noFill/>
          </a:ln>
        </p:spPr>
        <p:txBody>
          <a:bodyPr spcFirstLastPara="1" wrap="square" lIns="0" tIns="0" rIns="0" bIns="0" anchor="t" anchorCtr="0">
            <a:noAutofit/>
          </a:bodyPr>
          <a:lstStyle>
            <a:lvl1pPr marL="609585" lvl="0" indent="-431789" algn="l" rtl="0">
              <a:lnSpc>
                <a:spcPct val="100000"/>
              </a:lnSpc>
              <a:spcBef>
                <a:spcPts val="0"/>
              </a:spcBef>
              <a:spcAft>
                <a:spcPts val="0"/>
              </a:spcAft>
              <a:buClr>
                <a:schemeClr val="dk1"/>
              </a:buClr>
              <a:buSzPts val="1500"/>
              <a:buChar char="•"/>
              <a:defRPr sz="2000"/>
            </a:lvl1pPr>
            <a:lvl2pPr marL="1219170" lvl="1" indent="-431789" algn="l" rtl="0">
              <a:lnSpc>
                <a:spcPct val="100000"/>
              </a:lnSpc>
              <a:spcBef>
                <a:spcPts val="933"/>
              </a:spcBef>
              <a:spcAft>
                <a:spcPts val="0"/>
              </a:spcAft>
              <a:buClr>
                <a:schemeClr val="dk1"/>
              </a:buClr>
              <a:buSzPts val="1500"/>
              <a:buChar char="-"/>
              <a:defRPr sz="2000"/>
            </a:lvl2pPr>
            <a:lvl3pPr marL="1828754" lvl="2" indent="-431789" algn="l" rtl="0">
              <a:lnSpc>
                <a:spcPct val="100000"/>
              </a:lnSpc>
              <a:spcBef>
                <a:spcPts val="933"/>
              </a:spcBef>
              <a:spcAft>
                <a:spcPts val="0"/>
              </a:spcAft>
              <a:buClr>
                <a:schemeClr val="dk1"/>
              </a:buClr>
              <a:buSzPts val="1500"/>
              <a:buChar char="◦"/>
              <a:defRPr sz="2000"/>
            </a:lvl3pPr>
            <a:lvl4pPr marL="2438339" lvl="3" indent="-431789" algn="l" rtl="0">
              <a:lnSpc>
                <a:spcPct val="100000"/>
              </a:lnSpc>
              <a:spcBef>
                <a:spcPts val="933"/>
              </a:spcBef>
              <a:spcAft>
                <a:spcPts val="0"/>
              </a:spcAft>
              <a:buClr>
                <a:schemeClr val="dk1"/>
              </a:buClr>
              <a:buSzPts val="1500"/>
              <a:buChar char="›"/>
              <a:defRPr sz="2000"/>
            </a:lvl4pPr>
            <a:lvl5pPr marL="3047924" lvl="4" indent="-423323" algn="l" rtl="0">
              <a:lnSpc>
                <a:spcPct val="90000"/>
              </a:lnSpc>
              <a:spcBef>
                <a:spcPts val="9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a:p>
        </p:txBody>
      </p:sp>
      <p:sp>
        <p:nvSpPr>
          <p:cNvPr id="404" name="Google Shape;404;p71"/>
          <p:cNvSpPr txBox="1">
            <a:spLocks noGrp="1"/>
          </p:cNvSpPr>
          <p:nvPr>
            <p:ph type="sldNum" idx="12"/>
          </p:nvPr>
        </p:nvSpPr>
        <p:spPr>
          <a:xfrm>
            <a:off x="8991600" y="6488984"/>
            <a:ext cx="2743200" cy="122800"/>
          </a:xfrm>
          <a:prstGeom prst="rect">
            <a:avLst/>
          </a:prstGeom>
          <a:noFill/>
          <a:ln>
            <a:noFill/>
          </a:ln>
        </p:spPr>
        <p:txBody>
          <a:bodyPr spcFirstLastPara="1" wrap="square" lIns="0" tIns="0" rIns="0" bIns="0" anchor="t" anchorCtr="0">
            <a:noAutofit/>
          </a:bodyPr>
          <a:lstStyle>
            <a:lvl1pPr marL="0" marR="0" lvl="0"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946565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Title Slide All Grey 1">
  <p:cSld name="Title Slide All Grey 1">
    <p:bg>
      <p:bgPr>
        <a:solidFill>
          <a:schemeClr val="accent6"/>
        </a:solidFill>
        <a:effectLst/>
      </p:bgPr>
    </p:bg>
    <p:spTree>
      <p:nvGrpSpPr>
        <p:cNvPr id="1" name="Shape 405"/>
        <p:cNvGrpSpPr/>
        <p:nvPr/>
      </p:nvGrpSpPr>
      <p:grpSpPr>
        <a:xfrm>
          <a:off x="0" y="0"/>
          <a:ext cx="0" cy="0"/>
          <a:chOff x="0" y="0"/>
          <a:chExt cx="0" cy="0"/>
        </a:xfrm>
      </p:grpSpPr>
      <p:sp>
        <p:nvSpPr>
          <p:cNvPr id="406" name="Google Shape;406;p72"/>
          <p:cNvSpPr txBox="1">
            <a:spLocks noGrp="1"/>
          </p:cNvSpPr>
          <p:nvPr>
            <p:ph type="ctrTitle"/>
          </p:nvPr>
        </p:nvSpPr>
        <p:spPr>
          <a:xfrm>
            <a:off x="442912" y="856412"/>
            <a:ext cx="5454400" cy="26516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lt1"/>
              </a:buClr>
              <a:buSzPts val="4500"/>
              <a:buFont typeface="Georgia"/>
              <a:buNone/>
              <a:defRPr sz="48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407" name="Google Shape;407;p72"/>
          <p:cNvSpPr txBox="1">
            <a:spLocks noGrp="1"/>
          </p:cNvSpPr>
          <p:nvPr>
            <p:ph type="subTitle" idx="1"/>
          </p:nvPr>
        </p:nvSpPr>
        <p:spPr>
          <a:xfrm>
            <a:off x="442913" y="4187521"/>
            <a:ext cx="54544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9pPr>
          </a:lstStyle>
          <a:p>
            <a:endParaRPr/>
          </a:p>
        </p:txBody>
      </p:sp>
      <p:grpSp>
        <p:nvGrpSpPr>
          <p:cNvPr id="408" name="Google Shape;408;p72"/>
          <p:cNvGrpSpPr/>
          <p:nvPr/>
        </p:nvGrpSpPr>
        <p:grpSpPr>
          <a:xfrm>
            <a:off x="4432301" y="-7300"/>
            <a:ext cx="7759700" cy="6924568"/>
            <a:chOff x="3336925" y="-5475"/>
            <a:chExt cx="5819775" cy="5193426"/>
          </a:xfrm>
        </p:grpSpPr>
        <p:sp>
          <p:nvSpPr>
            <p:cNvPr id="409" name="Google Shape;409;p72"/>
            <p:cNvSpPr/>
            <p:nvPr/>
          </p:nvSpPr>
          <p:spPr>
            <a:xfrm>
              <a:off x="6904038" y="1030288"/>
              <a:ext cx="2222500" cy="2860675"/>
            </a:xfrm>
            <a:custGeom>
              <a:avLst/>
              <a:gdLst/>
              <a:ahLst/>
              <a:cxnLst/>
              <a:rect l="l" t="t" r="r" b="b"/>
              <a:pathLst>
                <a:path w="1400" h="1802" extrusionOk="0">
                  <a:moveTo>
                    <a:pt x="1400" y="357"/>
                  </a:moveTo>
                  <a:lnTo>
                    <a:pt x="1400" y="1451"/>
                  </a:lnTo>
                  <a:lnTo>
                    <a:pt x="792" y="1802"/>
                  </a:lnTo>
                  <a:lnTo>
                    <a:pt x="773" y="1802"/>
                  </a:lnTo>
                  <a:lnTo>
                    <a:pt x="0" y="1356"/>
                  </a:lnTo>
                  <a:lnTo>
                    <a:pt x="0" y="452"/>
                  </a:lnTo>
                  <a:lnTo>
                    <a:pt x="783" y="0"/>
                  </a:lnTo>
                  <a:lnTo>
                    <a:pt x="1400" y="35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0" name="Google Shape;410;p72"/>
            <p:cNvSpPr/>
            <p:nvPr/>
          </p:nvSpPr>
          <p:spPr>
            <a:xfrm>
              <a:off x="8226425" y="1682750"/>
              <a:ext cx="663575" cy="765175"/>
            </a:xfrm>
            <a:custGeom>
              <a:avLst/>
              <a:gdLst/>
              <a:ahLst/>
              <a:cxnLst/>
              <a:rect l="l" t="t" r="r" b="b"/>
              <a:pathLst>
                <a:path w="418" h="482" extrusionOk="0">
                  <a:moveTo>
                    <a:pt x="210" y="482"/>
                  </a:moveTo>
                  <a:lnTo>
                    <a:pt x="418" y="361"/>
                  </a:lnTo>
                  <a:lnTo>
                    <a:pt x="418" y="120"/>
                  </a:lnTo>
                  <a:lnTo>
                    <a:pt x="210" y="0"/>
                  </a:lnTo>
                  <a:lnTo>
                    <a:pt x="0" y="120"/>
                  </a:lnTo>
                  <a:lnTo>
                    <a:pt x="0" y="361"/>
                  </a:lnTo>
                  <a:lnTo>
                    <a:pt x="210" y="48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1" name="Google Shape;411;p72"/>
            <p:cNvSpPr/>
            <p:nvPr/>
          </p:nvSpPr>
          <p:spPr>
            <a:xfrm>
              <a:off x="7396163" y="914400"/>
              <a:ext cx="434975" cy="273050"/>
            </a:xfrm>
            <a:custGeom>
              <a:avLst/>
              <a:gdLst/>
              <a:ahLst/>
              <a:cxnLst/>
              <a:rect l="l" t="t" r="r" b="b"/>
              <a:pathLst>
                <a:path w="274" h="172" extrusionOk="0">
                  <a:moveTo>
                    <a:pt x="23" y="0"/>
                  </a:moveTo>
                  <a:lnTo>
                    <a:pt x="274" y="145"/>
                  </a:lnTo>
                  <a:lnTo>
                    <a:pt x="274" y="172"/>
                  </a:lnTo>
                  <a:lnTo>
                    <a:pt x="0" y="14"/>
                  </a:lnTo>
                  <a:lnTo>
                    <a:pt x="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2" name="Google Shape;412;p72"/>
            <p:cNvSpPr/>
            <p:nvPr/>
          </p:nvSpPr>
          <p:spPr>
            <a:xfrm>
              <a:off x="7300913" y="969963"/>
              <a:ext cx="530225" cy="327025"/>
            </a:xfrm>
            <a:custGeom>
              <a:avLst/>
              <a:gdLst/>
              <a:ahLst/>
              <a:cxnLst/>
              <a:rect l="l" t="t" r="r" b="b"/>
              <a:pathLst>
                <a:path w="334" h="206" extrusionOk="0">
                  <a:moveTo>
                    <a:pt x="334" y="206"/>
                  </a:moveTo>
                  <a:lnTo>
                    <a:pt x="0" y="13"/>
                  </a:lnTo>
                  <a:lnTo>
                    <a:pt x="23" y="0"/>
                  </a:lnTo>
                  <a:lnTo>
                    <a:pt x="334" y="179"/>
                  </a:lnTo>
                  <a:lnTo>
                    <a:pt x="334" y="206"/>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3" name="Google Shape;413;p72"/>
            <p:cNvSpPr/>
            <p:nvPr/>
          </p:nvSpPr>
          <p:spPr>
            <a:xfrm>
              <a:off x="7207250" y="1023938"/>
              <a:ext cx="623888" cy="384175"/>
            </a:xfrm>
            <a:custGeom>
              <a:avLst/>
              <a:gdLst/>
              <a:ahLst/>
              <a:cxnLst/>
              <a:rect l="l" t="t" r="r" b="b"/>
              <a:pathLst>
                <a:path w="393" h="242" extrusionOk="0">
                  <a:moveTo>
                    <a:pt x="393" y="242"/>
                  </a:moveTo>
                  <a:lnTo>
                    <a:pt x="0" y="14"/>
                  </a:lnTo>
                  <a:lnTo>
                    <a:pt x="23" y="0"/>
                  </a:lnTo>
                  <a:lnTo>
                    <a:pt x="393" y="215"/>
                  </a:lnTo>
                  <a:lnTo>
                    <a:pt x="393" y="24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4" name="Google Shape;414;p72"/>
            <p:cNvSpPr/>
            <p:nvPr/>
          </p:nvSpPr>
          <p:spPr>
            <a:xfrm>
              <a:off x="7112000" y="1079500"/>
              <a:ext cx="719138" cy="434975"/>
            </a:xfrm>
            <a:custGeom>
              <a:avLst/>
              <a:gdLst/>
              <a:ahLst/>
              <a:cxnLst/>
              <a:rect l="l" t="t" r="r" b="b"/>
              <a:pathLst>
                <a:path w="453" h="274" extrusionOk="0">
                  <a:moveTo>
                    <a:pt x="453" y="274"/>
                  </a:moveTo>
                  <a:lnTo>
                    <a:pt x="0" y="14"/>
                  </a:lnTo>
                  <a:lnTo>
                    <a:pt x="23" y="0"/>
                  </a:lnTo>
                  <a:lnTo>
                    <a:pt x="453" y="249"/>
                  </a:lnTo>
                  <a:lnTo>
                    <a:pt x="453" y="274"/>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5" name="Google Shape;415;p72"/>
            <p:cNvSpPr/>
            <p:nvPr/>
          </p:nvSpPr>
          <p:spPr>
            <a:xfrm>
              <a:off x="7035800" y="1135063"/>
              <a:ext cx="795338" cy="481013"/>
            </a:xfrm>
            <a:custGeom>
              <a:avLst/>
              <a:gdLst/>
              <a:ahLst/>
              <a:cxnLst/>
              <a:rect l="l" t="t" r="r" b="b"/>
              <a:pathLst>
                <a:path w="501" h="303" extrusionOk="0">
                  <a:moveTo>
                    <a:pt x="501" y="295"/>
                  </a:moveTo>
                  <a:lnTo>
                    <a:pt x="489" y="303"/>
                  </a:lnTo>
                  <a:lnTo>
                    <a:pt x="0" y="19"/>
                  </a:lnTo>
                  <a:lnTo>
                    <a:pt x="0" y="6"/>
                  </a:lnTo>
                  <a:lnTo>
                    <a:pt x="11" y="0"/>
                  </a:lnTo>
                  <a:lnTo>
                    <a:pt x="501" y="281"/>
                  </a:lnTo>
                  <a:lnTo>
                    <a:pt x="501" y="29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6" name="Google Shape;416;p72"/>
            <p:cNvSpPr/>
            <p:nvPr/>
          </p:nvSpPr>
          <p:spPr>
            <a:xfrm>
              <a:off x="7035800" y="1233488"/>
              <a:ext cx="719138" cy="436563"/>
            </a:xfrm>
            <a:custGeom>
              <a:avLst/>
              <a:gdLst/>
              <a:ahLst/>
              <a:cxnLst/>
              <a:rect l="l" t="t" r="r" b="b"/>
              <a:pathLst>
                <a:path w="453" h="275" extrusionOk="0">
                  <a:moveTo>
                    <a:pt x="430" y="275"/>
                  </a:moveTo>
                  <a:lnTo>
                    <a:pt x="0" y="27"/>
                  </a:lnTo>
                  <a:lnTo>
                    <a:pt x="0" y="0"/>
                  </a:lnTo>
                  <a:lnTo>
                    <a:pt x="453" y="262"/>
                  </a:lnTo>
                  <a:lnTo>
                    <a:pt x="430" y="27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7" name="Google Shape;417;p72"/>
            <p:cNvSpPr/>
            <p:nvPr/>
          </p:nvSpPr>
          <p:spPr>
            <a:xfrm>
              <a:off x="7035800" y="1343025"/>
              <a:ext cx="623888" cy="379413"/>
            </a:xfrm>
            <a:custGeom>
              <a:avLst/>
              <a:gdLst/>
              <a:ahLst/>
              <a:cxnLst/>
              <a:rect l="l" t="t" r="r" b="b"/>
              <a:pathLst>
                <a:path w="393" h="239" extrusionOk="0">
                  <a:moveTo>
                    <a:pt x="370" y="239"/>
                  </a:moveTo>
                  <a:lnTo>
                    <a:pt x="0" y="27"/>
                  </a:lnTo>
                  <a:lnTo>
                    <a:pt x="0" y="0"/>
                  </a:lnTo>
                  <a:lnTo>
                    <a:pt x="393" y="228"/>
                  </a:lnTo>
                  <a:lnTo>
                    <a:pt x="370" y="239"/>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8" name="Google Shape;418;p72"/>
            <p:cNvSpPr/>
            <p:nvPr/>
          </p:nvSpPr>
          <p:spPr>
            <a:xfrm>
              <a:off x="7035800" y="1452563"/>
              <a:ext cx="528638" cy="325438"/>
            </a:xfrm>
            <a:custGeom>
              <a:avLst/>
              <a:gdLst/>
              <a:ahLst/>
              <a:cxnLst/>
              <a:rect l="l" t="t" r="r" b="b"/>
              <a:pathLst>
                <a:path w="333" h="205" extrusionOk="0">
                  <a:moveTo>
                    <a:pt x="310" y="205"/>
                  </a:moveTo>
                  <a:lnTo>
                    <a:pt x="0" y="26"/>
                  </a:lnTo>
                  <a:lnTo>
                    <a:pt x="0" y="0"/>
                  </a:lnTo>
                  <a:lnTo>
                    <a:pt x="333" y="191"/>
                  </a:lnTo>
                  <a:lnTo>
                    <a:pt x="310" y="20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9" name="Google Shape;419;p72"/>
            <p:cNvSpPr/>
            <p:nvPr/>
          </p:nvSpPr>
          <p:spPr>
            <a:xfrm>
              <a:off x="7035800" y="1560513"/>
              <a:ext cx="433388" cy="273050"/>
            </a:xfrm>
            <a:custGeom>
              <a:avLst/>
              <a:gdLst/>
              <a:ahLst/>
              <a:cxnLst/>
              <a:rect l="l" t="t" r="r" b="b"/>
              <a:pathLst>
                <a:path w="273" h="172" extrusionOk="0">
                  <a:moveTo>
                    <a:pt x="250" y="172"/>
                  </a:moveTo>
                  <a:lnTo>
                    <a:pt x="0" y="27"/>
                  </a:lnTo>
                  <a:lnTo>
                    <a:pt x="0" y="0"/>
                  </a:lnTo>
                  <a:lnTo>
                    <a:pt x="273" y="158"/>
                  </a:lnTo>
                  <a:lnTo>
                    <a:pt x="250" y="17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0" name="Google Shape;420;p72"/>
            <p:cNvSpPr/>
            <p:nvPr/>
          </p:nvSpPr>
          <p:spPr>
            <a:xfrm>
              <a:off x="4138613" y="5045075"/>
              <a:ext cx="134938" cy="76200"/>
            </a:xfrm>
            <a:custGeom>
              <a:avLst/>
              <a:gdLst/>
              <a:ahLst/>
              <a:cxnLst/>
              <a:rect l="l" t="t" r="r" b="b"/>
              <a:pathLst>
                <a:path w="85" h="48" extrusionOk="0">
                  <a:moveTo>
                    <a:pt x="45" y="0"/>
                  </a:moveTo>
                  <a:lnTo>
                    <a:pt x="0" y="25"/>
                  </a:lnTo>
                  <a:lnTo>
                    <a:pt x="41" y="48"/>
                  </a:lnTo>
                  <a:lnTo>
                    <a:pt x="85" y="23"/>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1" name="Google Shape;421;p72"/>
            <p:cNvSpPr/>
            <p:nvPr/>
          </p:nvSpPr>
          <p:spPr>
            <a:xfrm>
              <a:off x="3621088" y="4748213"/>
              <a:ext cx="134938" cy="76200"/>
            </a:xfrm>
            <a:custGeom>
              <a:avLst/>
              <a:gdLst/>
              <a:ahLst/>
              <a:cxnLst/>
              <a:rect l="l" t="t" r="r" b="b"/>
              <a:pathLst>
                <a:path w="85" h="48" extrusionOk="0">
                  <a:moveTo>
                    <a:pt x="85" y="23"/>
                  </a:moveTo>
                  <a:lnTo>
                    <a:pt x="45"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2" name="Google Shape;422;p72"/>
            <p:cNvSpPr/>
            <p:nvPr/>
          </p:nvSpPr>
          <p:spPr>
            <a:xfrm>
              <a:off x="3878263" y="4894263"/>
              <a:ext cx="138113" cy="79375"/>
            </a:xfrm>
            <a:custGeom>
              <a:avLst/>
              <a:gdLst/>
              <a:ahLst/>
              <a:cxnLst/>
              <a:rect l="l" t="t" r="r" b="b"/>
              <a:pathLst>
                <a:path w="87" h="50" extrusionOk="0">
                  <a:moveTo>
                    <a:pt x="47" y="0"/>
                  </a:moveTo>
                  <a:lnTo>
                    <a:pt x="0" y="27"/>
                  </a:lnTo>
                  <a:lnTo>
                    <a:pt x="41" y="50"/>
                  </a:lnTo>
                  <a:lnTo>
                    <a:pt x="87" y="23"/>
                  </a:lnTo>
                  <a:lnTo>
                    <a:pt x="47"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3" name="Google Shape;423;p72"/>
            <p:cNvSpPr/>
            <p:nvPr/>
          </p:nvSpPr>
          <p:spPr>
            <a:xfrm>
              <a:off x="3749675" y="4821238"/>
              <a:ext cx="134938" cy="76200"/>
            </a:xfrm>
            <a:custGeom>
              <a:avLst/>
              <a:gdLst/>
              <a:ahLst/>
              <a:cxnLst/>
              <a:rect l="l" t="t" r="r" b="b"/>
              <a:pathLst>
                <a:path w="85" h="48" extrusionOk="0">
                  <a:moveTo>
                    <a:pt x="85" y="23"/>
                  </a:moveTo>
                  <a:lnTo>
                    <a:pt x="45"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4" name="Google Shape;424;p72"/>
            <p:cNvSpPr/>
            <p:nvPr/>
          </p:nvSpPr>
          <p:spPr>
            <a:xfrm>
              <a:off x="4006850" y="4970463"/>
              <a:ext cx="138113" cy="77788"/>
            </a:xfrm>
            <a:custGeom>
              <a:avLst/>
              <a:gdLst/>
              <a:ahLst/>
              <a:cxnLst/>
              <a:rect l="l" t="t" r="r" b="b"/>
              <a:pathLst>
                <a:path w="87" h="49" extrusionOk="0">
                  <a:moveTo>
                    <a:pt x="87" y="24"/>
                  </a:moveTo>
                  <a:lnTo>
                    <a:pt x="47" y="0"/>
                  </a:lnTo>
                  <a:lnTo>
                    <a:pt x="0" y="25"/>
                  </a:lnTo>
                  <a:lnTo>
                    <a:pt x="43" y="49"/>
                  </a:lnTo>
                  <a:lnTo>
                    <a:pt x="87" y="24"/>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5" name="Google Shape;425;p72"/>
            <p:cNvSpPr/>
            <p:nvPr/>
          </p:nvSpPr>
          <p:spPr>
            <a:xfrm>
              <a:off x="3484563" y="4665663"/>
              <a:ext cx="142875" cy="85725"/>
            </a:xfrm>
            <a:custGeom>
              <a:avLst/>
              <a:gdLst/>
              <a:ahLst/>
              <a:cxnLst/>
              <a:rect l="l" t="t" r="r" b="b"/>
              <a:pathLst>
                <a:path w="90" h="54" extrusionOk="0">
                  <a:moveTo>
                    <a:pt x="44" y="0"/>
                  </a:moveTo>
                  <a:lnTo>
                    <a:pt x="0" y="27"/>
                  </a:lnTo>
                  <a:lnTo>
                    <a:pt x="46" y="54"/>
                  </a:lnTo>
                  <a:lnTo>
                    <a:pt x="90"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6" name="Google Shape;426;p72"/>
            <p:cNvSpPr/>
            <p:nvPr/>
          </p:nvSpPr>
          <p:spPr>
            <a:xfrm>
              <a:off x="3360738" y="4735513"/>
              <a:ext cx="147638" cy="85725"/>
            </a:xfrm>
            <a:custGeom>
              <a:avLst/>
              <a:gdLst/>
              <a:ahLst/>
              <a:cxnLst/>
              <a:rect l="l" t="t" r="r" b="b"/>
              <a:pathLst>
                <a:path w="93" h="54" extrusionOk="0">
                  <a:moveTo>
                    <a:pt x="45" y="0"/>
                  </a:moveTo>
                  <a:lnTo>
                    <a:pt x="0" y="27"/>
                  </a:lnTo>
                  <a:lnTo>
                    <a:pt x="47" y="54"/>
                  </a:lnTo>
                  <a:lnTo>
                    <a:pt x="93" y="27"/>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7" name="Google Shape;427;p72"/>
            <p:cNvSpPr/>
            <p:nvPr/>
          </p:nvSpPr>
          <p:spPr>
            <a:xfrm>
              <a:off x="3759200" y="4965700"/>
              <a:ext cx="134938" cy="79375"/>
            </a:xfrm>
            <a:custGeom>
              <a:avLst/>
              <a:gdLst/>
              <a:ahLst/>
              <a:cxnLst/>
              <a:rect l="l" t="t" r="r" b="b"/>
              <a:pathLst>
                <a:path w="85" h="50" extrusionOk="0">
                  <a:moveTo>
                    <a:pt x="85" y="23"/>
                  </a:moveTo>
                  <a:lnTo>
                    <a:pt x="45" y="0"/>
                  </a:lnTo>
                  <a:lnTo>
                    <a:pt x="0" y="27"/>
                  </a:lnTo>
                  <a:lnTo>
                    <a:pt x="41"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8" name="Google Shape;428;p72"/>
            <p:cNvSpPr/>
            <p:nvPr/>
          </p:nvSpPr>
          <p:spPr>
            <a:xfrm>
              <a:off x="3887788" y="5038725"/>
              <a:ext cx="134938" cy="79375"/>
            </a:xfrm>
            <a:custGeom>
              <a:avLst/>
              <a:gdLst/>
              <a:ahLst/>
              <a:cxnLst/>
              <a:rect l="l" t="t" r="r" b="b"/>
              <a:pathLst>
                <a:path w="85" h="50" extrusionOk="0">
                  <a:moveTo>
                    <a:pt x="45" y="0"/>
                  </a:moveTo>
                  <a:lnTo>
                    <a:pt x="0" y="27"/>
                  </a:lnTo>
                  <a:lnTo>
                    <a:pt x="41" y="50"/>
                  </a:lnTo>
                  <a:lnTo>
                    <a:pt x="85" y="25"/>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9" name="Google Shape;429;p72"/>
            <p:cNvSpPr/>
            <p:nvPr/>
          </p:nvSpPr>
          <p:spPr>
            <a:xfrm>
              <a:off x="3630613" y="4891088"/>
              <a:ext cx="134938" cy="76200"/>
            </a:xfrm>
            <a:custGeom>
              <a:avLst/>
              <a:gdLst/>
              <a:ahLst/>
              <a:cxnLst/>
              <a:rect l="l" t="t" r="r" b="b"/>
              <a:pathLst>
                <a:path w="85" h="48" extrusionOk="0">
                  <a:moveTo>
                    <a:pt x="45" y="0"/>
                  </a:moveTo>
                  <a:lnTo>
                    <a:pt x="0" y="25"/>
                  </a:lnTo>
                  <a:lnTo>
                    <a:pt x="41" y="48"/>
                  </a:lnTo>
                  <a:lnTo>
                    <a:pt x="85" y="23"/>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0" name="Google Shape;430;p72"/>
            <p:cNvSpPr/>
            <p:nvPr/>
          </p:nvSpPr>
          <p:spPr>
            <a:xfrm>
              <a:off x="3498850" y="4814888"/>
              <a:ext cx="138113" cy="79375"/>
            </a:xfrm>
            <a:custGeom>
              <a:avLst/>
              <a:gdLst/>
              <a:ahLst/>
              <a:cxnLst/>
              <a:rect l="l" t="t" r="r" b="b"/>
              <a:pathLst>
                <a:path w="87" h="50" extrusionOk="0">
                  <a:moveTo>
                    <a:pt x="87" y="25"/>
                  </a:moveTo>
                  <a:lnTo>
                    <a:pt x="47" y="0"/>
                  </a:lnTo>
                  <a:lnTo>
                    <a:pt x="0" y="27"/>
                  </a:lnTo>
                  <a:lnTo>
                    <a:pt x="41" y="50"/>
                  </a:lnTo>
                  <a:lnTo>
                    <a:pt x="87"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1" name="Google Shape;431;p72"/>
            <p:cNvSpPr/>
            <p:nvPr/>
          </p:nvSpPr>
          <p:spPr>
            <a:xfrm>
              <a:off x="3508375" y="4962525"/>
              <a:ext cx="134938" cy="76200"/>
            </a:xfrm>
            <a:custGeom>
              <a:avLst/>
              <a:gdLst/>
              <a:ahLst/>
              <a:cxnLst/>
              <a:rect l="l" t="t" r="r" b="b"/>
              <a:pathLst>
                <a:path w="85" h="48" extrusionOk="0">
                  <a:moveTo>
                    <a:pt x="85" y="23"/>
                  </a:moveTo>
                  <a:lnTo>
                    <a:pt x="44"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2" name="Google Shape;432;p72"/>
            <p:cNvSpPr/>
            <p:nvPr/>
          </p:nvSpPr>
          <p:spPr>
            <a:xfrm>
              <a:off x="3636963" y="5035550"/>
              <a:ext cx="134938" cy="79375"/>
            </a:xfrm>
            <a:custGeom>
              <a:avLst/>
              <a:gdLst/>
              <a:ahLst/>
              <a:cxnLst/>
              <a:rect l="l" t="t" r="r" b="b"/>
              <a:pathLst>
                <a:path w="85" h="50" extrusionOk="0">
                  <a:moveTo>
                    <a:pt x="44" y="0"/>
                  </a:moveTo>
                  <a:lnTo>
                    <a:pt x="0" y="25"/>
                  </a:lnTo>
                  <a:lnTo>
                    <a:pt x="41" y="50"/>
                  </a:lnTo>
                  <a:lnTo>
                    <a:pt x="85" y="23"/>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3" name="Google Shape;433;p72"/>
            <p:cNvSpPr/>
            <p:nvPr/>
          </p:nvSpPr>
          <p:spPr>
            <a:xfrm>
              <a:off x="3336925" y="4821238"/>
              <a:ext cx="49213" cy="55563"/>
            </a:xfrm>
            <a:custGeom>
              <a:avLst/>
              <a:gdLst/>
              <a:ahLst/>
              <a:cxnLst/>
              <a:rect l="l" t="t" r="r" b="b"/>
              <a:pathLst>
                <a:path w="31" h="35" extrusionOk="0">
                  <a:moveTo>
                    <a:pt x="0" y="35"/>
                  </a:moveTo>
                  <a:lnTo>
                    <a:pt x="31" y="17"/>
                  </a:lnTo>
                  <a:lnTo>
                    <a:pt x="0" y="0"/>
                  </a:lnTo>
                  <a:lnTo>
                    <a:pt x="0" y="3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4" name="Google Shape;434;p72"/>
            <p:cNvSpPr/>
            <p:nvPr/>
          </p:nvSpPr>
          <p:spPr>
            <a:xfrm>
              <a:off x="3379788" y="4884738"/>
              <a:ext cx="134938" cy="80963"/>
            </a:xfrm>
            <a:custGeom>
              <a:avLst/>
              <a:gdLst/>
              <a:ahLst/>
              <a:cxnLst/>
              <a:rect l="l" t="t" r="r" b="b"/>
              <a:pathLst>
                <a:path w="85" h="51" extrusionOk="0">
                  <a:moveTo>
                    <a:pt x="44" y="0"/>
                  </a:moveTo>
                  <a:lnTo>
                    <a:pt x="0" y="27"/>
                  </a:lnTo>
                  <a:lnTo>
                    <a:pt x="41" y="51"/>
                  </a:lnTo>
                  <a:lnTo>
                    <a:pt x="85" y="24"/>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5" name="Google Shape;435;p72"/>
            <p:cNvSpPr/>
            <p:nvPr/>
          </p:nvSpPr>
          <p:spPr>
            <a:xfrm>
              <a:off x="3386138" y="5029200"/>
              <a:ext cx="138113" cy="79375"/>
            </a:xfrm>
            <a:custGeom>
              <a:avLst/>
              <a:gdLst/>
              <a:ahLst/>
              <a:cxnLst/>
              <a:rect l="l" t="t" r="r" b="b"/>
              <a:pathLst>
                <a:path w="87" h="50" extrusionOk="0">
                  <a:moveTo>
                    <a:pt x="46" y="0"/>
                  </a:moveTo>
                  <a:lnTo>
                    <a:pt x="0" y="27"/>
                  </a:lnTo>
                  <a:lnTo>
                    <a:pt x="40" y="50"/>
                  </a:lnTo>
                  <a:lnTo>
                    <a:pt x="87" y="25"/>
                  </a:lnTo>
                  <a:lnTo>
                    <a:pt x="46"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6" name="Google Shape;436;p72"/>
            <p:cNvSpPr/>
            <p:nvPr/>
          </p:nvSpPr>
          <p:spPr>
            <a:xfrm>
              <a:off x="3336925" y="4962525"/>
              <a:ext cx="55563" cy="63500"/>
            </a:xfrm>
            <a:custGeom>
              <a:avLst/>
              <a:gdLst/>
              <a:ahLst/>
              <a:cxnLst/>
              <a:rect l="l" t="t" r="r" b="b"/>
              <a:pathLst>
                <a:path w="35" h="40" extrusionOk="0">
                  <a:moveTo>
                    <a:pt x="0" y="40"/>
                  </a:moveTo>
                  <a:lnTo>
                    <a:pt x="35" y="19"/>
                  </a:lnTo>
                  <a:lnTo>
                    <a:pt x="0" y="0"/>
                  </a:lnTo>
                  <a:lnTo>
                    <a:pt x="0" y="4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7" name="Google Shape;437;p72"/>
            <p:cNvSpPr/>
            <p:nvPr/>
          </p:nvSpPr>
          <p:spPr>
            <a:xfrm>
              <a:off x="5124450" y="4778375"/>
              <a:ext cx="88900" cy="73025"/>
            </a:xfrm>
            <a:custGeom>
              <a:avLst/>
              <a:gdLst/>
              <a:ahLst/>
              <a:cxnLst/>
              <a:rect l="l" t="t" r="r" b="b"/>
              <a:pathLst>
                <a:path w="56" h="46" extrusionOk="0">
                  <a:moveTo>
                    <a:pt x="41" y="46"/>
                  </a:moveTo>
                  <a:lnTo>
                    <a:pt x="56" y="37"/>
                  </a:lnTo>
                  <a:lnTo>
                    <a:pt x="56" y="8"/>
                  </a:lnTo>
                  <a:lnTo>
                    <a:pt x="39"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8" name="Google Shape;438;p72"/>
            <p:cNvSpPr/>
            <p:nvPr/>
          </p:nvSpPr>
          <p:spPr>
            <a:xfrm>
              <a:off x="4992688" y="4702175"/>
              <a:ext cx="128588" cy="76200"/>
            </a:xfrm>
            <a:custGeom>
              <a:avLst/>
              <a:gdLst/>
              <a:ahLst/>
              <a:cxnLst/>
              <a:rect l="l" t="t" r="r" b="b"/>
              <a:pathLst>
                <a:path w="81" h="48" extrusionOk="0">
                  <a:moveTo>
                    <a:pt x="43" y="48"/>
                  </a:moveTo>
                  <a:lnTo>
                    <a:pt x="81" y="25"/>
                  </a:lnTo>
                  <a:lnTo>
                    <a:pt x="41" y="0"/>
                  </a:lnTo>
                  <a:lnTo>
                    <a:pt x="0" y="23"/>
                  </a:lnTo>
                  <a:lnTo>
                    <a:pt x="43"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9" name="Google Shape;439;p72"/>
            <p:cNvSpPr/>
            <p:nvPr/>
          </p:nvSpPr>
          <p:spPr>
            <a:xfrm>
              <a:off x="4864100" y="4627563"/>
              <a:ext cx="128588" cy="74613"/>
            </a:xfrm>
            <a:custGeom>
              <a:avLst/>
              <a:gdLst/>
              <a:ahLst/>
              <a:cxnLst/>
              <a:rect l="l" t="t" r="r" b="b"/>
              <a:pathLst>
                <a:path w="81" h="47" extrusionOk="0">
                  <a:moveTo>
                    <a:pt x="41" y="47"/>
                  </a:moveTo>
                  <a:lnTo>
                    <a:pt x="81" y="24"/>
                  </a:lnTo>
                  <a:lnTo>
                    <a:pt x="41" y="0"/>
                  </a:lnTo>
                  <a:lnTo>
                    <a:pt x="0" y="24"/>
                  </a:lnTo>
                  <a:lnTo>
                    <a:pt x="41" y="4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0" name="Google Shape;440;p72"/>
            <p:cNvSpPr/>
            <p:nvPr/>
          </p:nvSpPr>
          <p:spPr>
            <a:xfrm>
              <a:off x="4213225" y="4251325"/>
              <a:ext cx="133350" cy="79375"/>
            </a:xfrm>
            <a:custGeom>
              <a:avLst/>
              <a:gdLst/>
              <a:ahLst/>
              <a:cxnLst/>
              <a:rect l="l" t="t" r="r" b="b"/>
              <a:pathLst>
                <a:path w="84" h="50" extrusionOk="0">
                  <a:moveTo>
                    <a:pt x="38" y="0"/>
                  </a:moveTo>
                  <a:lnTo>
                    <a:pt x="0" y="23"/>
                  </a:lnTo>
                  <a:lnTo>
                    <a:pt x="46" y="50"/>
                  </a:lnTo>
                  <a:lnTo>
                    <a:pt x="84" y="27"/>
                  </a:lnTo>
                  <a:lnTo>
                    <a:pt x="38"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1" name="Google Shape;441;p72"/>
            <p:cNvSpPr/>
            <p:nvPr/>
          </p:nvSpPr>
          <p:spPr>
            <a:xfrm>
              <a:off x="4606925" y="4478338"/>
              <a:ext cx="128588" cy="76200"/>
            </a:xfrm>
            <a:custGeom>
              <a:avLst/>
              <a:gdLst/>
              <a:ahLst/>
              <a:cxnLst/>
              <a:rect l="l" t="t" r="r" b="b"/>
              <a:pathLst>
                <a:path w="81" h="48" extrusionOk="0">
                  <a:moveTo>
                    <a:pt x="41" y="48"/>
                  </a:moveTo>
                  <a:lnTo>
                    <a:pt x="81" y="25"/>
                  </a:lnTo>
                  <a:lnTo>
                    <a:pt x="41" y="0"/>
                  </a:lnTo>
                  <a:lnTo>
                    <a:pt x="0" y="23"/>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2" name="Google Shape;442;p72"/>
            <p:cNvSpPr/>
            <p:nvPr/>
          </p:nvSpPr>
          <p:spPr>
            <a:xfrm>
              <a:off x="4735513" y="4554538"/>
              <a:ext cx="128588" cy="73025"/>
            </a:xfrm>
            <a:custGeom>
              <a:avLst/>
              <a:gdLst/>
              <a:ahLst/>
              <a:cxnLst/>
              <a:rect l="l" t="t" r="r" b="b"/>
              <a:pathLst>
                <a:path w="81" h="46" extrusionOk="0">
                  <a:moveTo>
                    <a:pt x="41" y="46"/>
                  </a:moveTo>
                  <a:lnTo>
                    <a:pt x="81" y="23"/>
                  </a:lnTo>
                  <a:lnTo>
                    <a:pt x="41"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3" name="Google Shape;443;p72"/>
            <p:cNvSpPr/>
            <p:nvPr/>
          </p:nvSpPr>
          <p:spPr>
            <a:xfrm>
              <a:off x="4478338" y="4405313"/>
              <a:ext cx="128588" cy="73025"/>
            </a:xfrm>
            <a:custGeom>
              <a:avLst/>
              <a:gdLst/>
              <a:ahLst/>
              <a:cxnLst/>
              <a:rect l="l" t="t" r="r" b="b"/>
              <a:pathLst>
                <a:path w="81" h="46" extrusionOk="0">
                  <a:moveTo>
                    <a:pt x="41" y="46"/>
                  </a:moveTo>
                  <a:lnTo>
                    <a:pt x="81" y="23"/>
                  </a:lnTo>
                  <a:lnTo>
                    <a:pt x="41"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4" name="Google Shape;444;p72"/>
            <p:cNvSpPr/>
            <p:nvPr/>
          </p:nvSpPr>
          <p:spPr>
            <a:xfrm>
              <a:off x="4349750" y="4330700"/>
              <a:ext cx="128588" cy="74613"/>
            </a:xfrm>
            <a:custGeom>
              <a:avLst/>
              <a:gdLst/>
              <a:ahLst/>
              <a:cxnLst/>
              <a:rect l="l" t="t" r="r" b="b"/>
              <a:pathLst>
                <a:path w="81" h="47" extrusionOk="0">
                  <a:moveTo>
                    <a:pt x="41" y="47"/>
                  </a:moveTo>
                  <a:lnTo>
                    <a:pt x="81" y="23"/>
                  </a:lnTo>
                  <a:lnTo>
                    <a:pt x="41" y="0"/>
                  </a:lnTo>
                  <a:lnTo>
                    <a:pt x="0" y="23"/>
                  </a:lnTo>
                  <a:lnTo>
                    <a:pt x="41" y="4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5" name="Google Shape;445;p72"/>
            <p:cNvSpPr/>
            <p:nvPr/>
          </p:nvSpPr>
          <p:spPr>
            <a:xfrm>
              <a:off x="4089400" y="4316413"/>
              <a:ext cx="144463" cy="82550"/>
            </a:xfrm>
            <a:custGeom>
              <a:avLst/>
              <a:gdLst/>
              <a:ahLst/>
              <a:cxnLst/>
              <a:rect l="l" t="t" r="r" b="b"/>
              <a:pathLst>
                <a:path w="91" h="52" extrusionOk="0">
                  <a:moveTo>
                    <a:pt x="45" y="0"/>
                  </a:moveTo>
                  <a:lnTo>
                    <a:pt x="0" y="25"/>
                  </a:lnTo>
                  <a:lnTo>
                    <a:pt x="47" y="52"/>
                  </a:lnTo>
                  <a:lnTo>
                    <a:pt x="91" y="27"/>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6" name="Google Shape;446;p72"/>
            <p:cNvSpPr/>
            <p:nvPr/>
          </p:nvSpPr>
          <p:spPr>
            <a:xfrm>
              <a:off x="4745038" y="4695825"/>
              <a:ext cx="134938" cy="76200"/>
            </a:xfrm>
            <a:custGeom>
              <a:avLst/>
              <a:gdLst/>
              <a:ahLst/>
              <a:cxnLst/>
              <a:rect l="l" t="t" r="r" b="b"/>
              <a:pathLst>
                <a:path w="85" h="48" extrusionOk="0">
                  <a:moveTo>
                    <a:pt x="41" y="48"/>
                  </a:moveTo>
                  <a:lnTo>
                    <a:pt x="85" y="23"/>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7" name="Google Shape;447;p72"/>
            <p:cNvSpPr/>
            <p:nvPr/>
          </p:nvSpPr>
          <p:spPr>
            <a:xfrm>
              <a:off x="4227513" y="4395788"/>
              <a:ext cx="134938" cy="79375"/>
            </a:xfrm>
            <a:custGeom>
              <a:avLst/>
              <a:gdLst/>
              <a:ahLst/>
              <a:cxnLst/>
              <a:rect l="l" t="t" r="r" b="b"/>
              <a:pathLst>
                <a:path w="85" h="50" extrusionOk="0">
                  <a:moveTo>
                    <a:pt x="85" y="23"/>
                  </a:moveTo>
                  <a:lnTo>
                    <a:pt x="45" y="0"/>
                  </a:lnTo>
                  <a:lnTo>
                    <a:pt x="0" y="27"/>
                  </a:lnTo>
                  <a:lnTo>
                    <a:pt x="41"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8" name="Google Shape;448;p72"/>
            <p:cNvSpPr/>
            <p:nvPr/>
          </p:nvSpPr>
          <p:spPr>
            <a:xfrm>
              <a:off x="4616450" y="4619625"/>
              <a:ext cx="134938" cy="79375"/>
            </a:xfrm>
            <a:custGeom>
              <a:avLst/>
              <a:gdLst/>
              <a:ahLst/>
              <a:cxnLst/>
              <a:rect l="l" t="t" r="r" b="b"/>
              <a:pathLst>
                <a:path w="85" h="50" extrusionOk="0">
                  <a:moveTo>
                    <a:pt x="41" y="50"/>
                  </a:moveTo>
                  <a:lnTo>
                    <a:pt x="85" y="23"/>
                  </a:lnTo>
                  <a:lnTo>
                    <a:pt x="44" y="0"/>
                  </a:lnTo>
                  <a:lnTo>
                    <a:pt x="0" y="27"/>
                  </a:lnTo>
                  <a:lnTo>
                    <a:pt x="41"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9" name="Google Shape;449;p72"/>
            <p:cNvSpPr/>
            <p:nvPr/>
          </p:nvSpPr>
          <p:spPr>
            <a:xfrm>
              <a:off x="4873625" y="4768850"/>
              <a:ext cx="134938" cy="76200"/>
            </a:xfrm>
            <a:custGeom>
              <a:avLst/>
              <a:gdLst/>
              <a:ahLst/>
              <a:cxnLst/>
              <a:rect l="l" t="t" r="r" b="b"/>
              <a:pathLst>
                <a:path w="85" h="48" extrusionOk="0">
                  <a:moveTo>
                    <a:pt x="41" y="48"/>
                  </a:moveTo>
                  <a:lnTo>
                    <a:pt x="85" y="23"/>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0" name="Google Shape;450;p72"/>
            <p:cNvSpPr/>
            <p:nvPr/>
          </p:nvSpPr>
          <p:spPr>
            <a:xfrm>
              <a:off x="4356100" y="4471988"/>
              <a:ext cx="138113" cy="76200"/>
            </a:xfrm>
            <a:custGeom>
              <a:avLst/>
              <a:gdLst/>
              <a:ahLst/>
              <a:cxnLst/>
              <a:rect l="l" t="t" r="r" b="b"/>
              <a:pathLst>
                <a:path w="87" h="48" extrusionOk="0">
                  <a:moveTo>
                    <a:pt x="41" y="48"/>
                  </a:moveTo>
                  <a:lnTo>
                    <a:pt x="87" y="23"/>
                  </a:lnTo>
                  <a:lnTo>
                    <a:pt x="45"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1" name="Google Shape;451;p72"/>
            <p:cNvSpPr/>
            <p:nvPr/>
          </p:nvSpPr>
          <p:spPr>
            <a:xfrm>
              <a:off x="4484688" y="4545013"/>
              <a:ext cx="138113" cy="77788"/>
            </a:xfrm>
            <a:custGeom>
              <a:avLst/>
              <a:gdLst/>
              <a:ahLst/>
              <a:cxnLst/>
              <a:rect l="l" t="t" r="r" b="b"/>
              <a:pathLst>
                <a:path w="87" h="49" extrusionOk="0">
                  <a:moveTo>
                    <a:pt x="41" y="49"/>
                  </a:moveTo>
                  <a:lnTo>
                    <a:pt x="87" y="23"/>
                  </a:lnTo>
                  <a:lnTo>
                    <a:pt x="46" y="0"/>
                  </a:lnTo>
                  <a:lnTo>
                    <a:pt x="0" y="25"/>
                  </a:lnTo>
                  <a:lnTo>
                    <a:pt x="41" y="49"/>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2" name="Google Shape;452;p72"/>
            <p:cNvSpPr/>
            <p:nvPr/>
          </p:nvSpPr>
          <p:spPr>
            <a:xfrm>
              <a:off x="5130800" y="4919663"/>
              <a:ext cx="82550" cy="76200"/>
            </a:xfrm>
            <a:custGeom>
              <a:avLst/>
              <a:gdLst/>
              <a:ahLst/>
              <a:cxnLst/>
              <a:rect l="l" t="t" r="r" b="b"/>
              <a:pathLst>
                <a:path w="52" h="48" extrusionOk="0">
                  <a:moveTo>
                    <a:pt x="41" y="48"/>
                  </a:moveTo>
                  <a:lnTo>
                    <a:pt x="52" y="42"/>
                  </a:lnTo>
                  <a:lnTo>
                    <a:pt x="52" y="2"/>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3" name="Google Shape;453;p72"/>
            <p:cNvSpPr/>
            <p:nvPr/>
          </p:nvSpPr>
          <p:spPr>
            <a:xfrm>
              <a:off x="5002213" y="4841875"/>
              <a:ext cx="134938" cy="80963"/>
            </a:xfrm>
            <a:custGeom>
              <a:avLst/>
              <a:gdLst/>
              <a:ahLst/>
              <a:cxnLst/>
              <a:rect l="l" t="t" r="r" b="b"/>
              <a:pathLst>
                <a:path w="85" h="51" extrusionOk="0">
                  <a:moveTo>
                    <a:pt x="0" y="27"/>
                  </a:moveTo>
                  <a:lnTo>
                    <a:pt x="41" y="51"/>
                  </a:lnTo>
                  <a:lnTo>
                    <a:pt x="85" y="24"/>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4" name="Google Shape;454;p72"/>
            <p:cNvSpPr/>
            <p:nvPr/>
          </p:nvSpPr>
          <p:spPr>
            <a:xfrm>
              <a:off x="4381500" y="4903788"/>
              <a:ext cx="133350" cy="79375"/>
            </a:xfrm>
            <a:custGeom>
              <a:avLst/>
              <a:gdLst/>
              <a:ahLst/>
              <a:cxnLst/>
              <a:rect l="l" t="t" r="r" b="b"/>
              <a:pathLst>
                <a:path w="84" h="50" extrusionOk="0">
                  <a:moveTo>
                    <a:pt x="40" y="50"/>
                  </a:moveTo>
                  <a:lnTo>
                    <a:pt x="84" y="23"/>
                  </a:lnTo>
                  <a:lnTo>
                    <a:pt x="44" y="0"/>
                  </a:lnTo>
                  <a:lnTo>
                    <a:pt x="0" y="27"/>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5" name="Google Shape;455;p72"/>
            <p:cNvSpPr/>
            <p:nvPr/>
          </p:nvSpPr>
          <p:spPr>
            <a:xfrm>
              <a:off x="4252913" y="4830763"/>
              <a:ext cx="133350" cy="76200"/>
            </a:xfrm>
            <a:custGeom>
              <a:avLst/>
              <a:gdLst/>
              <a:ahLst/>
              <a:cxnLst/>
              <a:rect l="l" t="t" r="r" b="b"/>
              <a:pathLst>
                <a:path w="84" h="48" extrusionOk="0">
                  <a:moveTo>
                    <a:pt x="0" y="25"/>
                  </a:moveTo>
                  <a:lnTo>
                    <a:pt x="40" y="48"/>
                  </a:lnTo>
                  <a:lnTo>
                    <a:pt x="84" y="23"/>
                  </a:lnTo>
                  <a:lnTo>
                    <a:pt x="44"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6" name="Google Shape;456;p72"/>
            <p:cNvSpPr/>
            <p:nvPr/>
          </p:nvSpPr>
          <p:spPr>
            <a:xfrm>
              <a:off x="3992563" y="4679950"/>
              <a:ext cx="138113" cy="79375"/>
            </a:xfrm>
            <a:custGeom>
              <a:avLst/>
              <a:gdLst/>
              <a:ahLst/>
              <a:cxnLst/>
              <a:rect l="l" t="t" r="r" b="b"/>
              <a:pathLst>
                <a:path w="87" h="50" extrusionOk="0">
                  <a:moveTo>
                    <a:pt x="87" y="23"/>
                  </a:moveTo>
                  <a:lnTo>
                    <a:pt x="46" y="0"/>
                  </a:lnTo>
                  <a:lnTo>
                    <a:pt x="0" y="27"/>
                  </a:lnTo>
                  <a:lnTo>
                    <a:pt x="40" y="50"/>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7" name="Google Shape;457;p72"/>
            <p:cNvSpPr/>
            <p:nvPr/>
          </p:nvSpPr>
          <p:spPr>
            <a:xfrm>
              <a:off x="3725863" y="4527550"/>
              <a:ext cx="144463" cy="82550"/>
            </a:xfrm>
            <a:custGeom>
              <a:avLst/>
              <a:gdLst/>
              <a:ahLst/>
              <a:cxnLst/>
              <a:rect l="l" t="t" r="r" b="b"/>
              <a:pathLst>
                <a:path w="91" h="52" extrusionOk="0">
                  <a:moveTo>
                    <a:pt x="44" y="0"/>
                  </a:moveTo>
                  <a:lnTo>
                    <a:pt x="0" y="25"/>
                  </a:lnTo>
                  <a:lnTo>
                    <a:pt x="46" y="52"/>
                  </a:lnTo>
                  <a:lnTo>
                    <a:pt x="91"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8" name="Google Shape;458;p72"/>
            <p:cNvSpPr/>
            <p:nvPr/>
          </p:nvSpPr>
          <p:spPr>
            <a:xfrm>
              <a:off x="3863975" y="4606925"/>
              <a:ext cx="138113" cy="76200"/>
            </a:xfrm>
            <a:custGeom>
              <a:avLst/>
              <a:gdLst/>
              <a:ahLst/>
              <a:cxnLst/>
              <a:rect l="l" t="t" r="r" b="b"/>
              <a:pathLst>
                <a:path w="87" h="48" extrusionOk="0">
                  <a:moveTo>
                    <a:pt x="87" y="23"/>
                  </a:moveTo>
                  <a:lnTo>
                    <a:pt x="44" y="0"/>
                  </a:lnTo>
                  <a:lnTo>
                    <a:pt x="0" y="25"/>
                  </a:lnTo>
                  <a:lnTo>
                    <a:pt x="40" y="48"/>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9" name="Google Shape;459;p72"/>
            <p:cNvSpPr/>
            <p:nvPr/>
          </p:nvSpPr>
          <p:spPr>
            <a:xfrm>
              <a:off x="4124325" y="4752975"/>
              <a:ext cx="133350" cy="80963"/>
            </a:xfrm>
            <a:custGeom>
              <a:avLst/>
              <a:gdLst/>
              <a:ahLst/>
              <a:cxnLst/>
              <a:rect l="l" t="t" r="r" b="b"/>
              <a:pathLst>
                <a:path w="84" h="51" extrusionOk="0">
                  <a:moveTo>
                    <a:pt x="84" y="26"/>
                  </a:moveTo>
                  <a:lnTo>
                    <a:pt x="44" y="0"/>
                  </a:lnTo>
                  <a:lnTo>
                    <a:pt x="0" y="27"/>
                  </a:lnTo>
                  <a:lnTo>
                    <a:pt x="40" y="51"/>
                  </a:lnTo>
                  <a:lnTo>
                    <a:pt x="84"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0" name="Google Shape;460;p72"/>
            <p:cNvSpPr/>
            <p:nvPr/>
          </p:nvSpPr>
          <p:spPr>
            <a:xfrm>
              <a:off x="4638675" y="5053013"/>
              <a:ext cx="133350" cy="77788"/>
            </a:xfrm>
            <a:custGeom>
              <a:avLst/>
              <a:gdLst/>
              <a:ahLst/>
              <a:cxnLst/>
              <a:rect l="l" t="t" r="r" b="b"/>
              <a:pathLst>
                <a:path w="84" h="49" extrusionOk="0">
                  <a:moveTo>
                    <a:pt x="40" y="49"/>
                  </a:moveTo>
                  <a:lnTo>
                    <a:pt x="84" y="24"/>
                  </a:lnTo>
                  <a:lnTo>
                    <a:pt x="44" y="0"/>
                  </a:lnTo>
                  <a:lnTo>
                    <a:pt x="0" y="26"/>
                  </a:lnTo>
                  <a:lnTo>
                    <a:pt x="40" y="49"/>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1" name="Google Shape;461;p72"/>
            <p:cNvSpPr/>
            <p:nvPr/>
          </p:nvSpPr>
          <p:spPr>
            <a:xfrm>
              <a:off x="4510088" y="4976813"/>
              <a:ext cx="133350" cy="79375"/>
            </a:xfrm>
            <a:custGeom>
              <a:avLst/>
              <a:gdLst/>
              <a:ahLst/>
              <a:cxnLst/>
              <a:rect l="l" t="t" r="r" b="b"/>
              <a:pathLst>
                <a:path w="84" h="50" extrusionOk="0">
                  <a:moveTo>
                    <a:pt x="0" y="27"/>
                  </a:moveTo>
                  <a:lnTo>
                    <a:pt x="40" y="50"/>
                  </a:lnTo>
                  <a:lnTo>
                    <a:pt x="84" y="25"/>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2" name="Google Shape;462;p72"/>
            <p:cNvSpPr/>
            <p:nvPr/>
          </p:nvSpPr>
          <p:spPr>
            <a:xfrm>
              <a:off x="3986213" y="4537075"/>
              <a:ext cx="134938" cy="79375"/>
            </a:xfrm>
            <a:custGeom>
              <a:avLst/>
              <a:gdLst/>
              <a:ahLst/>
              <a:cxnLst/>
              <a:rect l="l" t="t" r="r" b="b"/>
              <a:pathLst>
                <a:path w="85" h="50" extrusionOk="0">
                  <a:moveTo>
                    <a:pt x="85" y="23"/>
                  </a:moveTo>
                  <a:lnTo>
                    <a:pt x="44" y="0"/>
                  </a:lnTo>
                  <a:lnTo>
                    <a:pt x="0" y="25"/>
                  </a:lnTo>
                  <a:lnTo>
                    <a:pt x="40"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3" name="Google Shape;463;p72"/>
            <p:cNvSpPr/>
            <p:nvPr/>
          </p:nvSpPr>
          <p:spPr>
            <a:xfrm>
              <a:off x="3848100" y="4456113"/>
              <a:ext cx="144463" cy="82550"/>
            </a:xfrm>
            <a:custGeom>
              <a:avLst/>
              <a:gdLst/>
              <a:ahLst/>
              <a:cxnLst/>
              <a:rect l="l" t="t" r="r" b="b"/>
              <a:pathLst>
                <a:path w="91" h="52" extrusionOk="0">
                  <a:moveTo>
                    <a:pt x="44" y="0"/>
                  </a:moveTo>
                  <a:lnTo>
                    <a:pt x="0" y="25"/>
                  </a:lnTo>
                  <a:lnTo>
                    <a:pt x="46" y="52"/>
                  </a:lnTo>
                  <a:lnTo>
                    <a:pt x="91"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4" name="Google Shape;464;p72"/>
            <p:cNvSpPr/>
            <p:nvPr/>
          </p:nvSpPr>
          <p:spPr>
            <a:xfrm>
              <a:off x="4371975" y="4759325"/>
              <a:ext cx="138113" cy="79375"/>
            </a:xfrm>
            <a:custGeom>
              <a:avLst/>
              <a:gdLst/>
              <a:ahLst/>
              <a:cxnLst/>
              <a:rect l="l" t="t" r="r" b="b"/>
              <a:pathLst>
                <a:path w="87" h="50" extrusionOk="0">
                  <a:moveTo>
                    <a:pt x="40" y="50"/>
                  </a:moveTo>
                  <a:lnTo>
                    <a:pt x="87" y="23"/>
                  </a:lnTo>
                  <a:lnTo>
                    <a:pt x="46"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5" name="Google Shape;465;p72"/>
            <p:cNvSpPr/>
            <p:nvPr/>
          </p:nvSpPr>
          <p:spPr>
            <a:xfrm>
              <a:off x="4243388" y="4686300"/>
              <a:ext cx="134938" cy="76200"/>
            </a:xfrm>
            <a:custGeom>
              <a:avLst/>
              <a:gdLst/>
              <a:ahLst/>
              <a:cxnLst/>
              <a:rect l="l" t="t" r="r" b="b"/>
              <a:pathLst>
                <a:path w="85" h="48" extrusionOk="0">
                  <a:moveTo>
                    <a:pt x="85" y="23"/>
                  </a:moveTo>
                  <a:lnTo>
                    <a:pt x="44" y="0"/>
                  </a:lnTo>
                  <a:lnTo>
                    <a:pt x="0" y="25"/>
                  </a:lnTo>
                  <a:lnTo>
                    <a:pt x="40"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6" name="Google Shape;466;p72"/>
            <p:cNvSpPr/>
            <p:nvPr/>
          </p:nvSpPr>
          <p:spPr>
            <a:xfrm>
              <a:off x="4500563" y="4833938"/>
              <a:ext cx="138113" cy="79375"/>
            </a:xfrm>
            <a:custGeom>
              <a:avLst/>
              <a:gdLst/>
              <a:ahLst/>
              <a:cxnLst/>
              <a:rect l="l" t="t" r="r" b="b"/>
              <a:pathLst>
                <a:path w="87" h="50" extrusionOk="0">
                  <a:moveTo>
                    <a:pt x="0" y="27"/>
                  </a:moveTo>
                  <a:lnTo>
                    <a:pt x="42" y="50"/>
                  </a:lnTo>
                  <a:lnTo>
                    <a:pt x="87" y="23"/>
                  </a:lnTo>
                  <a:lnTo>
                    <a:pt x="46"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7" name="Google Shape;467;p72"/>
            <p:cNvSpPr/>
            <p:nvPr/>
          </p:nvSpPr>
          <p:spPr>
            <a:xfrm>
              <a:off x="4114800" y="4610100"/>
              <a:ext cx="134938" cy="79375"/>
            </a:xfrm>
            <a:custGeom>
              <a:avLst/>
              <a:gdLst/>
              <a:ahLst/>
              <a:cxnLst/>
              <a:rect l="l" t="t" r="r" b="b"/>
              <a:pathLst>
                <a:path w="85" h="50" extrusionOk="0">
                  <a:moveTo>
                    <a:pt x="85" y="23"/>
                  </a:moveTo>
                  <a:lnTo>
                    <a:pt x="44" y="0"/>
                  </a:lnTo>
                  <a:lnTo>
                    <a:pt x="0" y="27"/>
                  </a:lnTo>
                  <a:lnTo>
                    <a:pt x="40"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8" name="Google Shape;468;p72"/>
            <p:cNvSpPr/>
            <p:nvPr/>
          </p:nvSpPr>
          <p:spPr>
            <a:xfrm>
              <a:off x="4760913" y="4983163"/>
              <a:ext cx="134938" cy="79375"/>
            </a:xfrm>
            <a:custGeom>
              <a:avLst/>
              <a:gdLst/>
              <a:ahLst/>
              <a:cxnLst/>
              <a:rect l="l" t="t" r="r" b="b"/>
              <a:pathLst>
                <a:path w="85" h="50" extrusionOk="0">
                  <a:moveTo>
                    <a:pt x="0" y="25"/>
                  </a:moveTo>
                  <a:lnTo>
                    <a:pt x="40" y="50"/>
                  </a:lnTo>
                  <a:lnTo>
                    <a:pt x="85" y="23"/>
                  </a:lnTo>
                  <a:lnTo>
                    <a:pt x="44"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9" name="Google Shape;469;p72"/>
            <p:cNvSpPr/>
            <p:nvPr/>
          </p:nvSpPr>
          <p:spPr>
            <a:xfrm>
              <a:off x="4889500" y="5056188"/>
              <a:ext cx="134938" cy="80963"/>
            </a:xfrm>
            <a:custGeom>
              <a:avLst/>
              <a:gdLst/>
              <a:ahLst/>
              <a:cxnLst/>
              <a:rect l="l" t="t" r="r" b="b"/>
              <a:pathLst>
                <a:path w="85" h="51" extrusionOk="0">
                  <a:moveTo>
                    <a:pt x="40" y="51"/>
                  </a:moveTo>
                  <a:lnTo>
                    <a:pt x="85" y="24"/>
                  </a:lnTo>
                  <a:lnTo>
                    <a:pt x="44" y="0"/>
                  </a:lnTo>
                  <a:lnTo>
                    <a:pt x="0" y="27"/>
                  </a:lnTo>
                  <a:lnTo>
                    <a:pt x="40" y="51"/>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0" name="Google Shape;470;p72"/>
            <p:cNvSpPr/>
            <p:nvPr/>
          </p:nvSpPr>
          <p:spPr>
            <a:xfrm>
              <a:off x="4632325" y="4910138"/>
              <a:ext cx="134938" cy="76200"/>
            </a:xfrm>
            <a:custGeom>
              <a:avLst/>
              <a:gdLst/>
              <a:ahLst/>
              <a:cxnLst/>
              <a:rect l="l" t="t" r="r" b="b"/>
              <a:pathLst>
                <a:path w="85" h="48" extrusionOk="0">
                  <a:moveTo>
                    <a:pt x="40" y="48"/>
                  </a:moveTo>
                  <a:lnTo>
                    <a:pt x="85" y="23"/>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1" name="Google Shape;471;p72"/>
            <p:cNvSpPr/>
            <p:nvPr/>
          </p:nvSpPr>
          <p:spPr>
            <a:xfrm>
              <a:off x="3873500" y="4751388"/>
              <a:ext cx="133350" cy="79375"/>
            </a:xfrm>
            <a:custGeom>
              <a:avLst/>
              <a:gdLst/>
              <a:ahLst/>
              <a:cxnLst/>
              <a:rect l="l" t="t" r="r" b="b"/>
              <a:pathLst>
                <a:path w="84" h="50" extrusionOk="0">
                  <a:moveTo>
                    <a:pt x="84" y="23"/>
                  </a:moveTo>
                  <a:lnTo>
                    <a:pt x="44" y="0"/>
                  </a:lnTo>
                  <a:lnTo>
                    <a:pt x="0" y="25"/>
                  </a:lnTo>
                  <a:lnTo>
                    <a:pt x="40" y="50"/>
                  </a:lnTo>
                  <a:lnTo>
                    <a:pt x="84"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2" name="Google Shape;472;p72"/>
            <p:cNvSpPr/>
            <p:nvPr/>
          </p:nvSpPr>
          <p:spPr>
            <a:xfrm>
              <a:off x="4130675" y="4900613"/>
              <a:ext cx="133350" cy="76200"/>
            </a:xfrm>
            <a:custGeom>
              <a:avLst/>
              <a:gdLst/>
              <a:ahLst/>
              <a:cxnLst/>
              <a:rect l="l" t="t" r="r" b="b"/>
              <a:pathLst>
                <a:path w="84" h="48" extrusionOk="0">
                  <a:moveTo>
                    <a:pt x="44" y="0"/>
                  </a:moveTo>
                  <a:lnTo>
                    <a:pt x="0" y="25"/>
                  </a:lnTo>
                  <a:lnTo>
                    <a:pt x="40" y="48"/>
                  </a:lnTo>
                  <a:lnTo>
                    <a:pt x="84" y="23"/>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3" name="Google Shape;473;p72"/>
            <p:cNvSpPr/>
            <p:nvPr/>
          </p:nvSpPr>
          <p:spPr>
            <a:xfrm>
              <a:off x="4257675" y="4973638"/>
              <a:ext cx="138113" cy="79375"/>
            </a:xfrm>
            <a:custGeom>
              <a:avLst/>
              <a:gdLst/>
              <a:ahLst/>
              <a:cxnLst/>
              <a:rect l="l" t="t" r="r" b="b"/>
              <a:pathLst>
                <a:path w="87" h="50" extrusionOk="0">
                  <a:moveTo>
                    <a:pt x="0" y="25"/>
                  </a:moveTo>
                  <a:lnTo>
                    <a:pt x="41" y="50"/>
                  </a:lnTo>
                  <a:lnTo>
                    <a:pt x="87" y="23"/>
                  </a:lnTo>
                  <a:lnTo>
                    <a:pt x="45"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4" name="Google Shape;474;p72"/>
            <p:cNvSpPr/>
            <p:nvPr/>
          </p:nvSpPr>
          <p:spPr>
            <a:xfrm>
              <a:off x="4386263" y="5048250"/>
              <a:ext cx="138113" cy="79375"/>
            </a:xfrm>
            <a:custGeom>
              <a:avLst/>
              <a:gdLst/>
              <a:ahLst/>
              <a:cxnLst/>
              <a:rect l="l" t="t" r="r" b="b"/>
              <a:pathLst>
                <a:path w="87" h="50" extrusionOk="0">
                  <a:moveTo>
                    <a:pt x="41" y="50"/>
                  </a:moveTo>
                  <a:lnTo>
                    <a:pt x="87" y="25"/>
                  </a:lnTo>
                  <a:lnTo>
                    <a:pt x="47" y="0"/>
                  </a:lnTo>
                  <a:lnTo>
                    <a:pt x="0" y="27"/>
                  </a:lnTo>
                  <a:lnTo>
                    <a:pt x="41"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5" name="Google Shape;475;p72"/>
            <p:cNvSpPr/>
            <p:nvPr/>
          </p:nvSpPr>
          <p:spPr>
            <a:xfrm>
              <a:off x="3744913" y="4676775"/>
              <a:ext cx="133350" cy="76200"/>
            </a:xfrm>
            <a:custGeom>
              <a:avLst/>
              <a:gdLst/>
              <a:ahLst/>
              <a:cxnLst/>
              <a:rect l="l" t="t" r="r" b="b"/>
              <a:pathLst>
                <a:path w="84" h="48" extrusionOk="0">
                  <a:moveTo>
                    <a:pt x="84" y="23"/>
                  </a:moveTo>
                  <a:lnTo>
                    <a:pt x="44" y="0"/>
                  </a:lnTo>
                  <a:lnTo>
                    <a:pt x="0" y="25"/>
                  </a:lnTo>
                  <a:lnTo>
                    <a:pt x="40" y="48"/>
                  </a:lnTo>
                  <a:lnTo>
                    <a:pt x="84"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6" name="Google Shape;476;p72"/>
            <p:cNvSpPr/>
            <p:nvPr/>
          </p:nvSpPr>
          <p:spPr>
            <a:xfrm>
              <a:off x="3603625" y="4597400"/>
              <a:ext cx="146050" cy="82550"/>
            </a:xfrm>
            <a:custGeom>
              <a:avLst/>
              <a:gdLst/>
              <a:ahLst/>
              <a:cxnLst/>
              <a:rect l="l" t="t" r="r" b="b"/>
              <a:pathLst>
                <a:path w="92" h="52" extrusionOk="0">
                  <a:moveTo>
                    <a:pt x="46" y="0"/>
                  </a:moveTo>
                  <a:lnTo>
                    <a:pt x="0" y="25"/>
                  </a:lnTo>
                  <a:lnTo>
                    <a:pt x="48" y="52"/>
                  </a:lnTo>
                  <a:lnTo>
                    <a:pt x="92" y="27"/>
                  </a:lnTo>
                  <a:lnTo>
                    <a:pt x="46"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7" name="Google Shape;477;p72"/>
            <p:cNvSpPr/>
            <p:nvPr/>
          </p:nvSpPr>
          <p:spPr>
            <a:xfrm>
              <a:off x="4002088" y="4824413"/>
              <a:ext cx="133350" cy="79375"/>
            </a:xfrm>
            <a:custGeom>
              <a:avLst/>
              <a:gdLst/>
              <a:ahLst/>
              <a:cxnLst/>
              <a:rect l="l" t="t" r="r" b="b"/>
              <a:pathLst>
                <a:path w="84" h="50" extrusionOk="0">
                  <a:moveTo>
                    <a:pt x="84" y="25"/>
                  </a:moveTo>
                  <a:lnTo>
                    <a:pt x="44" y="0"/>
                  </a:lnTo>
                  <a:lnTo>
                    <a:pt x="0" y="27"/>
                  </a:lnTo>
                  <a:lnTo>
                    <a:pt x="40" y="50"/>
                  </a:lnTo>
                  <a:lnTo>
                    <a:pt x="84"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8" name="Google Shape;478;p72"/>
            <p:cNvSpPr/>
            <p:nvPr/>
          </p:nvSpPr>
          <p:spPr>
            <a:xfrm>
              <a:off x="5011738" y="4986338"/>
              <a:ext cx="134938" cy="79375"/>
            </a:xfrm>
            <a:custGeom>
              <a:avLst/>
              <a:gdLst/>
              <a:ahLst/>
              <a:cxnLst/>
              <a:rect l="l" t="t" r="r" b="b"/>
              <a:pathLst>
                <a:path w="85" h="50" extrusionOk="0">
                  <a:moveTo>
                    <a:pt x="0" y="27"/>
                  </a:moveTo>
                  <a:lnTo>
                    <a:pt x="40" y="50"/>
                  </a:lnTo>
                  <a:lnTo>
                    <a:pt x="85" y="25"/>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79" name="Google Shape;479;p72"/>
            <p:cNvSpPr/>
            <p:nvPr/>
          </p:nvSpPr>
          <p:spPr>
            <a:xfrm>
              <a:off x="5203825" y="5137150"/>
              <a:ext cx="9525" cy="7938"/>
            </a:xfrm>
            <a:custGeom>
              <a:avLst/>
              <a:gdLst/>
              <a:ahLst/>
              <a:cxnLst/>
              <a:rect l="l" t="t" r="r" b="b"/>
              <a:pathLst>
                <a:path w="6" h="5" extrusionOk="0">
                  <a:moveTo>
                    <a:pt x="0" y="1"/>
                  </a:moveTo>
                  <a:lnTo>
                    <a:pt x="6" y="5"/>
                  </a:lnTo>
                  <a:lnTo>
                    <a:pt x="6" y="0"/>
                  </a:lnTo>
                  <a:lnTo>
                    <a:pt x="0" y="1"/>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0" name="Google Shape;480;p72"/>
            <p:cNvSpPr/>
            <p:nvPr/>
          </p:nvSpPr>
          <p:spPr>
            <a:xfrm>
              <a:off x="5140325" y="5062538"/>
              <a:ext cx="73025" cy="76200"/>
            </a:xfrm>
            <a:custGeom>
              <a:avLst/>
              <a:gdLst/>
              <a:ahLst/>
              <a:cxnLst/>
              <a:rect l="l" t="t" r="r" b="b"/>
              <a:pathLst>
                <a:path w="46" h="48" extrusionOk="0">
                  <a:moveTo>
                    <a:pt x="40" y="48"/>
                  </a:moveTo>
                  <a:lnTo>
                    <a:pt x="46" y="47"/>
                  </a:lnTo>
                  <a:lnTo>
                    <a:pt x="46" y="0"/>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1" name="Google Shape;481;p72"/>
            <p:cNvSpPr/>
            <p:nvPr/>
          </p:nvSpPr>
          <p:spPr>
            <a:xfrm>
              <a:off x="4494213" y="4689475"/>
              <a:ext cx="134938" cy="79375"/>
            </a:xfrm>
            <a:custGeom>
              <a:avLst/>
              <a:gdLst/>
              <a:ahLst/>
              <a:cxnLst/>
              <a:rect l="l" t="t" r="r" b="b"/>
              <a:pathLst>
                <a:path w="85" h="50" extrusionOk="0">
                  <a:moveTo>
                    <a:pt x="40" y="50"/>
                  </a:moveTo>
                  <a:lnTo>
                    <a:pt x="85" y="23"/>
                  </a:lnTo>
                  <a:lnTo>
                    <a:pt x="44"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2" name="Google Shape;482;p72"/>
            <p:cNvSpPr/>
            <p:nvPr/>
          </p:nvSpPr>
          <p:spPr>
            <a:xfrm>
              <a:off x="3967163" y="4386263"/>
              <a:ext cx="147638" cy="82550"/>
            </a:xfrm>
            <a:custGeom>
              <a:avLst/>
              <a:gdLst/>
              <a:ahLst/>
              <a:cxnLst/>
              <a:rect l="l" t="t" r="r" b="b"/>
              <a:pathLst>
                <a:path w="93" h="52" extrusionOk="0">
                  <a:moveTo>
                    <a:pt x="47" y="0"/>
                  </a:moveTo>
                  <a:lnTo>
                    <a:pt x="0" y="25"/>
                  </a:lnTo>
                  <a:lnTo>
                    <a:pt x="47" y="52"/>
                  </a:lnTo>
                  <a:lnTo>
                    <a:pt x="93" y="27"/>
                  </a:lnTo>
                  <a:lnTo>
                    <a:pt x="47"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3" name="Google Shape;483;p72"/>
            <p:cNvSpPr/>
            <p:nvPr/>
          </p:nvSpPr>
          <p:spPr>
            <a:xfrm>
              <a:off x="4237038" y="4538663"/>
              <a:ext cx="134938" cy="80963"/>
            </a:xfrm>
            <a:custGeom>
              <a:avLst/>
              <a:gdLst/>
              <a:ahLst/>
              <a:cxnLst/>
              <a:rect l="l" t="t" r="r" b="b"/>
              <a:pathLst>
                <a:path w="85" h="51" extrusionOk="0">
                  <a:moveTo>
                    <a:pt x="85" y="26"/>
                  </a:moveTo>
                  <a:lnTo>
                    <a:pt x="44" y="0"/>
                  </a:lnTo>
                  <a:lnTo>
                    <a:pt x="0" y="27"/>
                  </a:lnTo>
                  <a:lnTo>
                    <a:pt x="40" y="51"/>
                  </a:lnTo>
                  <a:lnTo>
                    <a:pt x="85"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4" name="Google Shape;484;p72"/>
            <p:cNvSpPr/>
            <p:nvPr/>
          </p:nvSpPr>
          <p:spPr>
            <a:xfrm>
              <a:off x="4365625" y="4616450"/>
              <a:ext cx="134938" cy="76200"/>
            </a:xfrm>
            <a:custGeom>
              <a:avLst/>
              <a:gdLst/>
              <a:ahLst/>
              <a:cxnLst/>
              <a:rect l="l" t="t" r="r" b="b"/>
              <a:pathLst>
                <a:path w="85" h="48" extrusionOk="0">
                  <a:moveTo>
                    <a:pt x="40" y="48"/>
                  </a:moveTo>
                  <a:lnTo>
                    <a:pt x="85" y="23"/>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5" name="Google Shape;485;p72"/>
            <p:cNvSpPr/>
            <p:nvPr/>
          </p:nvSpPr>
          <p:spPr>
            <a:xfrm>
              <a:off x="4622800" y="4762500"/>
              <a:ext cx="134938" cy="79375"/>
            </a:xfrm>
            <a:custGeom>
              <a:avLst/>
              <a:gdLst/>
              <a:ahLst/>
              <a:cxnLst/>
              <a:rect l="l" t="t" r="r" b="b"/>
              <a:pathLst>
                <a:path w="85" h="50" extrusionOk="0">
                  <a:moveTo>
                    <a:pt x="40" y="50"/>
                  </a:moveTo>
                  <a:lnTo>
                    <a:pt x="85" y="25"/>
                  </a:lnTo>
                  <a:lnTo>
                    <a:pt x="44" y="0"/>
                  </a:lnTo>
                  <a:lnTo>
                    <a:pt x="0" y="27"/>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6" name="Google Shape;486;p72"/>
            <p:cNvSpPr/>
            <p:nvPr/>
          </p:nvSpPr>
          <p:spPr>
            <a:xfrm>
              <a:off x="4105275" y="4465638"/>
              <a:ext cx="138113" cy="79375"/>
            </a:xfrm>
            <a:custGeom>
              <a:avLst/>
              <a:gdLst/>
              <a:ahLst/>
              <a:cxnLst/>
              <a:rect l="l" t="t" r="r" b="b"/>
              <a:pathLst>
                <a:path w="87" h="50" extrusionOk="0">
                  <a:moveTo>
                    <a:pt x="87" y="23"/>
                  </a:moveTo>
                  <a:lnTo>
                    <a:pt x="46" y="0"/>
                  </a:lnTo>
                  <a:lnTo>
                    <a:pt x="0" y="25"/>
                  </a:lnTo>
                  <a:lnTo>
                    <a:pt x="42" y="50"/>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7" name="Google Shape;487;p72"/>
            <p:cNvSpPr/>
            <p:nvPr/>
          </p:nvSpPr>
          <p:spPr>
            <a:xfrm>
              <a:off x="4879975" y="4913313"/>
              <a:ext cx="138113" cy="79375"/>
            </a:xfrm>
            <a:custGeom>
              <a:avLst/>
              <a:gdLst/>
              <a:ahLst/>
              <a:cxnLst/>
              <a:rect l="l" t="t" r="r" b="b"/>
              <a:pathLst>
                <a:path w="87" h="50" extrusionOk="0">
                  <a:moveTo>
                    <a:pt x="40" y="50"/>
                  </a:moveTo>
                  <a:lnTo>
                    <a:pt x="87" y="23"/>
                  </a:lnTo>
                  <a:lnTo>
                    <a:pt x="46"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8" name="Google Shape;488;p72"/>
            <p:cNvSpPr/>
            <p:nvPr/>
          </p:nvSpPr>
          <p:spPr>
            <a:xfrm>
              <a:off x="4751388" y="4838700"/>
              <a:ext cx="138113" cy="77788"/>
            </a:xfrm>
            <a:custGeom>
              <a:avLst/>
              <a:gdLst/>
              <a:ahLst/>
              <a:cxnLst/>
              <a:rect l="l" t="t" r="r" b="b"/>
              <a:pathLst>
                <a:path w="87" h="49" extrusionOk="0">
                  <a:moveTo>
                    <a:pt x="0" y="26"/>
                  </a:moveTo>
                  <a:lnTo>
                    <a:pt x="40" y="49"/>
                  </a:lnTo>
                  <a:lnTo>
                    <a:pt x="87" y="24"/>
                  </a:lnTo>
                  <a:lnTo>
                    <a:pt x="44" y="0"/>
                  </a:lnTo>
                  <a:lnTo>
                    <a:pt x="0"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9" name="Google Shape;489;p72"/>
            <p:cNvSpPr/>
            <p:nvPr/>
          </p:nvSpPr>
          <p:spPr>
            <a:xfrm>
              <a:off x="7800975" y="3462338"/>
              <a:ext cx="703263" cy="814388"/>
            </a:xfrm>
            <a:custGeom>
              <a:avLst/>
              <a:gdLst/>
              <a:ahLst/>
              <a:cxnLst/>
              <a:rect l="l" t="t" r="r" b="b"/>
              <a:pathLst>
                <a:path w="443" h="513" extrusionOk="0">
                  <a:moveTo>
                    <a:pt x="221" y="513"/>
                  </a:moveTo>
                  <a:lnTo>
                    <a:pt x="0" y="385"/>
                  </a:lnTo>
                  <a:lnTo>
                    <a:pt x="0" y="129"/>
                  </a:lnTo>
                  <a:lnTo>
                    <a:pt x="221" y="0"/>
                  </a:lnTo>
                  <a:lnTo>
                    <a:pt x="443" y="129"/>
                  </a:lnTo>
                  <a:lnTo>
                    <a:pt x="443" y="385"/>
                  </a:lnTo>
                  <a:lnTo>
                    <a:pt x="221" y="51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0" name="Google Shape;490;p72"/>
            <p:cNvSpPr/>
            <p:nvPr/>
          </p:nvSpPr>
          <p:spPr>
            <a:xfrm>
              <a:off x="7854950" y="4291013"/>
              <a:ext cx="1301750" cy="896938"/>
            </a:xfrm>
            <a:custGeom>
              <a:avLst/>
              <a:gdLst/>
              <a:ahLst/>
              <a:cxnLst/>
              <a:rect l="l" t="t" r="r" b="b"/>
              <a:pathLst>
                <a:path w="820" h="565" extrusionOk="0">
                  <a:moveTo>
                    <a:pt x="0" y="237"/>
                  </a:moveTo>
                  <a:lnTo>
                    <a:pt x="0" y="565"/>
                  </a:lnTo>
                  <a:lnTo>
                    <a:pt x="820" y="565"/>
                  </a:lnTo>
                  <a:lnTo>
                    <a:pt x="820" y="237"/>
                  </a:lnTo>
                  <a:lnTo>
                    <a:pt x="409" y="0"/>
                  </a:lnTo>
                  <a:lnTo>
                    <a:pt x="0" y="237"/>
                  </a:lnTo>
                  <a:close/>
                </a:path>
              </a:pathLst>
            </a:custGeom>
            <a:solidFill>
              <a:srgbClr val="36302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1" name="Google Shape;491;p72"/>
            <p:cNvSpPr/>
            <p:nvPr/>
          </p:nvSpPr>
          <p:spPr>
            <a:xfrm>
              <a:off x="6502400" y="2527300"/>
              <a:ext cx="661988" cy="417513"/>
            </a:xfrm>
            <a:custGeom>
              <a:avLst/>
              <a:gdLst/>
              <a:ahLst/>
              <a:cxnLst/>
              <a:rect l="l" t="t" r="r" b="b"/>
              <a:pathLst>
                <a:path w="417" h="263" extrusionOk="0">
                  <a:moveTo>
                    <a:pt x="380" y="0"/>
                  </a:moveTo>
                  <a:lnTo>
                    <a:pt x="0" y="222"/>
                  </a:lnTo>
                  <a:lnTo>
                    <a:pt x="0" y="263"/>
                  </a:lnTo>
                  <a:lnTo>
                    <a:pt x="417" y="22"/>
                  </a:lnTo>
                  <a:lnTo>
                    <a:pt x="380" y="0"/>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2" name="Google Shape;492;p72"/>
            <p:cNvSpPr/>
            <p:nvPr/>
          </p:nvSpPr>
          <p:spPr>
            <a:xfrm>
              <a:off x="6502400" y="2613025"/>
              <a:ext cx="804863" cy="496888"/>
            </a:xfrm>
            <a:custGeom>
              <a:avLst/>
              <a:gdLst/>
              <a:ahLst/>
              <a:cxnLst/>
              <a:rect l="l" t="t" r="r" b="b"/>
              <a:pathLst>
                <a:path w="507" h="313" extrusionOk="0">
                  <a:moveTo>
                    <a:pt x="0" y="313"/>
                  </a:moveTo>
                  <a:lnTo>
                    <a:pt x="507" y="20"/>
                  </a:lnTo>
                  <a:lnTo>
                    <a:pt x="472" y="0"/>
                  </a:lnTo>
                  <a:lnTo>
                    <a:pt x="0" y="272"/>
                  </a:lnTo>
                  <a:lnTo>
                    <a:pt x="0" y="313"/>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3" name="Google Shape;493;p72"/>
            <p:cNvSpPr/>
            <p:nvPr/>
          </p:nvSpPr>
          <p:spPr>
            <a:xfrm>
              <a:off x="6502400" y="2695575"/>
              <a:ext cx="949325" cy="579438"/>
            </a:xfrm>
            <a:custGeom>
              <a:avLst/>
              <a:gdLst/>
              <a:ahLst/>
              <a:cxnLst/>
              <a:rect l="l" t="t" r="r" b="b"/>
              <a:pathLst>
                <a:path w="598" h="365" extrusionOk="0">
                  <a:moveTo>
                    <a:pt x="0" y="365"/>
                  </a:moveTo>
                  <a:lnTo>
                    <a:pt x="598" y="20"/>
                  </a:lnTo>
                  <a:lnTo>
                    <a:pt x="563" y="0"/>
                  </a:lnTo>
                  <a:lnTo>
                    <a:pt x="0" y="324"/>
                  </a:lnTo>
                  <a:lnTo>
                    <a:pt x="0" y="36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4" name="Google Shape;494;p72"/>
            <p:cNvSpPr/>
            <p:nvPr/>
          </p:nvSpPr>
          <p:spPr>
            <a:xfrm>
              <a:off x="6502400" y="2779713"/>
              <a:ext cx="1092200" cy="663575"/>
            </a:xfrm>
            <a:custGeom>
              <a:avLst/>
              <a:gdLst/>
              <a:ahLst/>
              <a:cxnLst/>
              <a:rect l="l" t="t" r="r" b="b"/>
              <a:pathLst>
                <a:path w="688" h="418" extrusionOk="0">
                  <a:moveTo>
                    <a:pt x="0" y="418"/>
                  </a:moveTo>
                  <a:lnTo>
                    <a:pt x="688" y="21"/>
                  </a:lnTo>
                  <a:lnTo>
                    <a:pt x="654" y="0"/>
                  </a:lnTo>
                  <a:lnTo>
                    <a:pt x="0" y="378"/>
                  </a:lnTo>
                  <a:lnTo>
                    <a:pt x="0" y="418"/>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5" name="Google Shape;495;p72"/>
            <p:cNvSpPr/>
            <p:nvPr/>
          </p:nvSpPr>
          <p:spPr>
            <a:xfrm>
              <a:off x="6502400" y="2862263"/>
              <a:ext cx="1209675" cy="731838"/>
            </a:xfrm>
            <a:custGeom>
              <a:avLst/>
              <a:gdLst/>
              <a:ahLst/>
              <a:cxnLst/>
              <a:rect l="l" t="t" r="r" b="b"/>
              <a:pathLst>
                <a:path w="762" h="461" extrusionOk="0">
                  <a:moveTo>
                    <a:pt x="0" y="451"/>
                  </a:moveTo>
                  <a:lnTo>
                    <a:pt x="17" y="461"/>
                  </a:lnTo>
                  <a:lnTo>
                    <a:pt x="762" y="30"/>
                  </a:lnTo>
                  <a:lnTo>
                    <a:pt x="762" y="11"/>
                  </a:lnTo>
                  <a:lnTo>
                    <a:pt x="744" y="0"/>
                  </a:lnTo>
                  <a:lnTo>
                    <a:pt x="0" y="430"/>
                  </a:lnTo>
                  <a:lnTo>
                    <a:pt x="0" y="45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6" name="Google Shape;496;p72"/>
            <p:cNvSpPr/>
            <p:nvPr/>
          </p:nvSpPr>
          <p:spPr>
            <a:xfrm>
              <a:off x="6618288" y="3014663"/>
              <a:ext cx="1093788" cy="661988"/>
            </a:xfrm>
            <a:custGeom>
              <a:avLst/>
              <a:gdLst/>
              <a:ahLst/>
              <a:cxnLst/>
              <a:rect l="l" t="t" r="r" b="b"/>
              <a:pathLst>
                <a:path w="689" h="417" extrusionOk="0">
                  <a:moveTo>
                    <a:pt x="35" y="417"/>
                  </a:moveTo>
                  <a:lnTo>
                    <a:pt x="689" y="41"/>
                  </a:lnTo>
                  <a:lnTo>
                    <a:pt x="689" y="0"/>
                  </a:lnTo>
                  <a:lnTo>
                    <a:pt x="0" y="397"/>
                  </a:lnTo>
                  <a:lnTo>
                    <a:pt x="35" y="41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7" name="Google Shape;497;p72"/>
            <p:cNvSpPr/>
            <p:nvPr/>
          </p:nvSpPr>
          <p:spPr>
            <a:xfrm>
              <a:off x="6762750" y="3179763"/>
              <a:ext cx="949325" cy="582613"/>
            </a:xfrm>
            <a:custGeom>
              <a:avLst/>
              <a:gdLst/>
              <a:ahLst/>
              <a:cxnLst/>
              <a:rect l="l" t="t" r="r" b="b"/>
              <a:pathLst>
                <a:path w="598" h="367" extrusionOk="0">
                  <a:moveTo>
                    <a:pt x="35" y="367"/>
                  </a:moveTo>
                  <a:lnTo>
                    <a:pt x="598" y="41"/>
                  </a:lnTo>
                  <a:lnTo>
                    <a:pt x="598" y="0"/>
                  </a:lnTo>
                  <a:lnTo>
                    <a:pt x="0" y="345"/>
                  </a:lnTo>
                  <a:lnTo>
                    <a:pt x="35" y="36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8" name="Google Shape;498;p72"/>
            <p:cNvSpPr/>
            <p:nvPr/>
          </p:nvSpPr>
          <p:spPr>
            <a:xfrm>
              <a:off x="6907213" y="3344863"/>
              <a:ext cx="804863" cy="500063"/>
            </a:xfrm>
            <a:custGeom>
              <a:avLst/>
              <a:gdLst/>
              <a:ahLst/>
              <a:cxnLst/>
              <a:rect l="l" t="t" r="r" b="b"/>
              <a:pathLst>
                <a:path w="507" h="315" extrusionOk="0">
                  <a:moveTo>
                    <a:pt x="34" y="315"/>
                  </a:moveTo>
                  <a:lnTo>
                    <a:pt x="507" y="41"/>
                  </a:lnTo>
                  <a:lnTo>
                    <a:pt x="507" y="0"/>
                  </a:lnTo>
                  <a:lnTo>
                    <a:pt x="0" y="293"/>
                  </a:lnTo>
                  <a:lnTo>
                    <a:pt x="34" y="31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9" name="Google Shape;499;p72"/>
            <p:cNvSpPr/>
            <p:nvPr/>
          </p:nvSpPr>
          <p:spPr>
            <a:xfrm>
              <a:off x="7050088" y="3513138"/>
              <a:ext cx="661988" cy="414338"/>
            </a:xfrm>
            <a:custGeom>
              <a:avLst/>
              <a:gdLst/>
              <a:ahLst/>
              <a:cxnLst/>
              <a:rect l="l" t="t" r="r" b="b"/>
              <a:pathLst>
                <a:path w="417" h="261" extrusionOk="0">
                  <a:moveTo>
                    <a:pt x="35" y="261"/>
                  </a:moveTo>
                  <a:lnTo>
                    <a:pt x="417" y="41"/>
                  </a:lnTo>
                  <a:lnTo>
                    <a:pt x="417" y="0"/>
                  </a:lnTo>
                  <a:lnTo>
                    <a:pt x="0" y="240"/>
                  </a:lnTo>
                  <a:lnTo>
                    <a:pt x="35" y="26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0" name="Google Shape;500;p72"/>
            <p:cNvSpPr/>
            <p:nvPr/>
          </p:nvSpPr>
          <p:spPr>
            <a:xfrm>
              <a:off x="6160655" y="-5475"/>
              <a:ext cx="1897417" cy="814823"/>
            </a:xfrm>
            <a:custGeom>
              <a:avLst/>
              <a:gdLst/>
              <a:ahLst/>
              <a:cxnLst/>
              <a:rect l="l" t="t" r="r" b="b"/>
              <a:pathLst>
                <a:path w="1117" h="421" extrusionOk="0">
                  <a:moveTo>
                    <a:pt x="0" y="0"/>
                  </a:moveTo>
                  <a:lnTo>
                    <a:pt x="0" y="98"/>
                  </a:lnTo>
                  <a:lnTo>
                    <a:pt x="558" y="421"/>
                  </a:lnTo>
                  <a:lnTo>
                    <a:pt x="1117" y="98"/>
                  </a:lnTo>
                  <a:lnTo>
                    <a:pt x="1117" y="0"/>
                  </a:lnTo>
                  <a:lnTo>
                    <a:pt x="0"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1" name="Google Shape;501;p72"/>
            <p:cNvSpPr/>
            <p:nvPr/>
          </p:nvSpPr>
          <p:spPr>
            <a:xfrm>
              <a:off x="7232517" y="-5475"/>
              <a:ext cx="341434" cy="135481"/>
            </a:xfrm>
            <a:custGeom>
              <a:avLst/>
              <a:gdLst/>
              <a:ahLst/>
              <a:cxnLst/>
              <a:rect l="l" t="t" r="r" b="b"/>
              <a:pathLst>
                <a:path w="201" h="70" extrusionOk="0">
                  <a:moveTo>
                    <a:pt x="46" y="0"/>
                  </a:moveTo>
                  <a:lnTo>
                    <a:pt x="0" y="23"/>
                  </a:lnTo>
                  <a:lnTo>
                    <a:pt x="69" y="70"/>
                  </a:lnTo>
                  <a:lnTo>
                    <a:pt x="201" y="0"/>
                  </a:lnTo>
                  <a:lnTo>
                    <a:pt x="46"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2" name="Google Shape;502;p72"/>
            <p:cNvSpPr/>
            <p:nvPr/>
          </p:nvSpPr>
          <p:spPr>
            <a:xfrm>
              <a:off x="8457261" y="536450"/>
              <a:ext cx="655688" cy="470314"/>
            </a:xfrm>
            <a:custGeom>
              <a:avLst/>
              <a:gdLst/>
              <a:ahLst/>
              <a:cxnLst/>
              <a:rect l="l" t="t" r="r" b="b"/>
              <a:pathLst>
                <a:path w="386" h="243" extrusionOk="0">
                  <a:moveTo>
                    <a:pt x="0" y="202"/>
                  </a:moveTo>
                  <a:lnTo>
                    <a:pt x="64" y="243"/>
                  </a:lnTo>
                  <a:lnTo>
                    <a:pt x="382" y="75"/>
                  </a:lnTo>
                  <a:lnTo>
                    <a:pt x="386" y="0"/>
                  </a:lnTo>
                  <a:lnTo>
                    <a:pt x="0" y="20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3" name="Google Shape;503;p72"/>
            <p:cNvSpPr/>
            <p:nvPr/>
          </p:nvSpPr>
          <p:spPr>
            <a:xfrm>
              <a:off x="8251721" y="259682"/>
              <a:ext cx="871420" cy="603859"/>
            </a:xfrm>
            <a:custGeom>
              <a:avLst/>
              <a:gdLst/>
              <a:ahLst/>
              <a:cxnLst/>
              <a:rect l="l" t="t" r="r" b="b"/>
              <a:pathLst>
                <a:path w="513" h="312" extrusionOk="0">
                  <a:moveTo>
                    <a:pt x="0" y="268"/>
                  </a:moveTo>
                  <a:lnTo>
                    <a:pt x="71" y="312"/>
                  </a:lnTo>
                  <a:lnTo>
                    <a:pt x="509" y="85"/>
                  </a:lnTo>
                  <a:lnTo>
                    <a:pt x="513" y="0"/>
                  </a:lnTo>
                  <a:lnTo>
                    <a:pt x="0" y="268"/>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4" name="Google Shape;504;p72"/>
            <p:cNvSpPr/>
            <p:nvPr/>
          </p:nvSpPr>
          <p:spPr>
            <a:xfrm>
              <a:off x="7638501" y="-5475"/>
              <a:ext cx="842542" cy="429669"/>
            </a:xfrm>
            <a:custGeom>
              <a:avLst/>
              <a:gdLst/>
              <a:ahLst/>
              <a:cxnLst/>
              <a:rect l="l" t="t" r="r" b="b"/>
              <a:pathLst>
                <a:path w="496" h="222" extrusionOk="0">
                  <a:moveTo>
                    <a:pt x="340" y="0"/>
                  </a:moveTo>
                  <a:lnTo>
                    <a:pt x="0" y="178"/>
                  </a:lnTo>
                  <a:lnTo>
                    <a:pt x="72" y="222"/>
                  </a:lnTo>
                  <a:lnTo>
                    <a:pt x="496" y="0"/>
                  </a:lnTo>
                  <a:lnTo>
                    <a:pt x="340"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5" name="Google Shape;505;p72"/>
            <p:cNvSpPr/>
            <p:nvPr/>
          </p:nvSpPr>
          <p:spPr>
            <a:xfrm>
              <a:off x="7845739" y="-5475"/>
              <a:ext cx="1087150" cy="574828"/>
            </a:xfrm>
            <a:custGeom>
              <a:avLst/>
              <a:gdLst/>
              <a:ahLst/>
              <a:cxnLst/>
              <a:rect l="l" t="t" r="r" b="b"/>
              <a:pathLst>
                <a:path w="640" h="297" extrusionOk="0">
                  <a:moveTo>
                    <a:pt x="484" y="0"/>
                  </a:moveTo>
                  <a:lnTo>
                    <a:pt x="0" y="253"/>
                  </a:lnTo>
                  <a:lnTo>
                    <a:pt x="69" y="297"/>
                  </a:lnTo>
                  <a:lnTo>
                    <a:pt x="640" y="0"/>
                  </a:lnTo>
                  <a:lnTo>
                    <a:pt x="484"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6" name="Google Shape;506;p72"/>
            <p:cNvSpPr/>
            <p:nvPr/>
          </p:nvSpPr>
          <p:spPr>
            <a:xfrm>
              <a:off x="7436358" y="-5475"/>
              <a:ext cx="592837" cy="280640"/>
            </a:xfrm>
            <a:custGeom>
              <a:avLst/>
              <a:gdLst/>
              <a:ahLst/>
              <a:cxnLst/>
              <a:rect l="l" t="t" r="r" b="b"/>
              <a:pathLst>
                <a:path w="349" h="145" extrusionOk="0">
                  <a:moveTo>
                    <a:pt x="192" y="0"/>
                  </a:moveTo>
                  <a:lnTo>
                    <a:pt x="0" y="100"/>
                  </a:lnTo>
                  <a:lnTo>
                    <a:pt x="71" y="145"/>
                  </a:lnTo>
                  <a:lnTo>
                    <a:pt x="349" y="0"/>
                  </a:lnTo>
                  <a:lnTo>
                    <a:pt x="192"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7" name="Google Shape;507;p72"/>
            <p:cNvSpPr/>
            <p:nvPr/>
          </p:nvSpPr>
          <p:spPr>
            <a:xfrm>
              <a:off x="8047880" y="-5475"/>
              <a:ext cx="1078659" cy="723857"/>
            </a:xfrm>
            <a:custGeom>
              <a:avLst/>
              <a:gdLst/>
              <a:ahLst/>
              <a:cxnLst/>
              <a:rect l="l" t="t" r="r" b="b"/>
              <a:pathLst>
                <a:path w="635" h="374" extrusionOk="0">
                  <a:moveTo>
                    <a:pt x="631" y="0"/>
                  </a:moveTo>
                  <a:lnTo>
                    <a:pt x="0" y="330"/>
                  </a:lnTo>
                  <a:lnTo>
                    <a:pt x="72" y="374"/>
                  </a:lnTo>
                  <a:lnTo>
                    <a:pt x="635" y="79"/>
                  </a:lnTo>
                  <a:lnTo>
                    <a:pt x="635" y="0"/>
                  </a:lnTo>
                  <a:lnTo>
                    <a:pt x="631"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8" name="Google Shape;508;p72"/>
            <p:cNvSpPr/>
            <p:nvPr/>
          </p:nvSpPr>
          <p:spPr>
            <a:xfrm>
              <a:off x="5476875" y="4702175"/>
              <a:ext cx="1689100" cy="485775"/>
            </a:xfrm>
            <a:custGeom>
              <a:avLst/>
              <a:gdLst/>
              <a:ahLst/>
              <a:cxnLst/>
              <a:rect l="l" t="t" r="r" b="b"/>
              <a:pathLst>
                <a:path w="1064" h="306" extrusionOk="0">
                  <a:moveTo>
                    <a:pt x="0" y="306"/>
                  </a:moveTo>
                  <a:lnTo>
                    <a:pt x="1064" y="306"/>
                  </a:lnTo>
                  <a:lnTo>
                    <a:pt x="532" y="0"/>
                  </a:lnTo>
                  <a:lnTo>
                    <a:pt x="0" y="306"/>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9" name="Google Shape;509;p72"/>
            <p:cNvSpPr/>
            <p:nvPr/>
          </p:nvSpPr>
          <p:spPr>
            <a:xfrm>
              <a:off x="5192713" y="3598863"/>
              <a:ext cx="1079500" cy="677863"/>
            </a:xfrm>
            <a:custGeom>
              <a:avLst/>
              <a:gdLst/>
              <a:ahLst/>
              <a:cxnLst/>
              <a:rect l="l" t="t" r="r" b="b"/>
              <a:pathLst>
                <a:path w="680" h="427" extrusionOk="0">
                  <a:moveTo>
                    <a:pt x="623" y="0"/>
                  </a:moveTo>
                  <a:lnTo>
                    <a:pt x="0" y="361"/>
                  </a:lnTo>
                  <a:lnTo>
                    <a:pt x="0" y="427"/>
                  </a:lnTo>
                  <a:lnTo>
                    <a:pt x="680" y="33"/>
                  </a:lnTo>
                  <a:lnTo>
                    <a:pt x="6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0" name="Google Shape;510;p72"/>
            <p:cNvSpPr/>
            <p:nvPr/>
          </p:nvSpPr>
          <p:spPr>
            <a:xfrm>
              <a:off x="5192713" y="3736975"/>
              <a:ext cx="1316038" cy="811213"/>
            </a:xfrm>
            <a:custGeom>
              <a:avLst/>
              <a:gdLst/>
              <a:ahLst/>
              <a:cxnLst/>
              <a:rect l="l" t="t" r="r" b="b"/>
              <a:pathLst>
                <a:path w="829" h="511" extrusionOk="0">
                  <a:moveTo>
                    <a:pt x="0" y="511"/>
                  </a:moveTo>
                  <a:lnTo>
                    <a:pt x="829" y="33"/>
                  </a:lnTo>
                  <a:lnTo>
                    <a:pt x="771" y="0"/>
                  </a:lnTo>
                  <a:lnTo>
                    <a:pt x="0" y="444"/>
                  </a:lnTo>
                  <a:lnTo>
                    <a:pt x="0" y="51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1" name="Google Shape;511;p72"/>
            <p:cNvSpPr/>
            <p:nvPr/>
          </p:nvSpPr>
          <p:spPr>
            <a:xfrm>
              <a:off x="5192713" y="3871913"/>
              <a:ext cx="1550988" cy="949325"/>
            </a:xfrm>
            <a:custGeom>
              <a:avLst/>
              <a:gdLst/>
              <a:ahLst/>
              <a:cxnLst/>
              <a:rect l="l" t="t" r="r" b="b"/>
              <a:pathLst>
                <a:path w="977" h="598" extrusionOk="0">
                  <a:moveTo>
                    <a:pt x="0" y="598"/>
                  </a:moveTo>
                  <a:lnTo>
                    <a:pt x="977" y="33"/>
                  </a:lnTo>
                  <a:lnTo>
                    <a:pt x="920" y="0"/>
                  </a:lnTo>
                  <a:lnTo>
                    <a:pt x="0" y="530"/>
                  </a:lnTo>
                  <a:lnTo>
                    <a:pt x="0" y="598"/>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2" name="Google Shape;512;p72"/>
            <p:cNvSpPr/>
            <p:nvPr/>
          </p:nvSpPr>
          <p:spPr>
            <a:xfrm>
              <a:off x="5192713" y="4006850"/>
              <a:ext cx="1787525" cy="1087438"/>
            </a:xfrm>
            <a:custGeom>
              <a:avLst/>
              <a:gdLst/>
              <a:ahLst/>
              <a:cxnLst/>
              <a:rect l="l" t="t" r="r" b="b"/>
              <a:pathLst>
                <a:path w="1126" h="685" extrusionOk="0">
                  <a:moveTo>
                    <a:pt x="0" y="685"/>
                  </a:moveTo>
                  <a:lnTo>
                    <a:pt x="1126" y="35"/>
                  </a:lnTo>
                  <a:lnTo>
                    <a:pt x="1068" y="0"/>
                  </a:lnTo>
                  <a:lnTo>
                    <a:pt x="0" y="617"/>
                  </a:lnTo>
                  <a:lnTo>
                    <a:pt x="0" y="68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3" name="Google Shape;513;p72"/>
            <p:cNvSpPr/>
            <p:nvPr/>
          </p:nvSpPr>
          <p:spPr>
            <a:xfrm>
              <a:off x="5314950" y="4144963"/>
              <a:ext cx="1854200" cy="1042988"/>
            </a:xfrm>
            <a:custGeom>
              <a:avLst/>
              <a:gdLst/>
              <a:ahLst/>
              <a:cxnLst/>
              <a:rect l="l" t="t" r="r" b="b"/>
              <a:pathLst>
                <a:path w="1168" h="657" extrusionOk="0">
                  <a:moveTo>
                    <a:pt x="0" y="657"/>
                  </a:moveTo>
                  <a:lnTo>
                    <a:pt x="114" y="657"/>
                  </a:lnTo>
                  <a:lnTo>
                    <a:pt x="1168" y="50"/>
                  </a:lnTo>
                  <a:lnTo>
                    <a:pt x="1168" y="17"/>
                  </a:lnTo>
                  <a:lnTo>
                    <a:pt x="1139" y="0"/>
                  </a:lnTo>
                  <a:lnTo>
                    <a:pt x="0" y="657"/>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4" name="Google Shape;514;p72"/>
            <p:cNvSpPr/>
            <p:nvPr/>
          </p:nvSpPr>
          <p:spPr>
            <a:xfrm>
              <a:off x="5786438" y="4389438"/>
              <a:ext cx="1382713" cy="798513"/>
            </a:xfrm>
            <a:custGeom>
              <a:avLst/>
              <a:gdLst/>
              <a:ahLst/>
              <a:cxnLst/>
              <a:rect l="l" t="t" r="r" b="b"/>
              <a:pathLst>
                <a:path w="871" h="503" extrusionOk="0">
                  <a:moveTo>
                    <a:pt x="0" y="503"/>
                  </a:moveTo>
                  <a:lnTo>
                    <a:pt x="114" y="503"/>
                  </a:lnTo>
                  <a:lnTo>
                    <a:pt x="871" y="67"/>
                  </a:lnTo>
                  <a:lnTo>
                    <a:pt x="871" y="0"/>
                  </a:lnTo>
                  <a:lnTo>
                    <a:pt x="0" y="50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5" name="Google Shape;515;p72"/>
            <p:cNvSpPr/>
            <p:nvPr/>
          </p:nvSpPr>
          <p:spPr>
            <a:xfrm>
              <a:off x="6257925" y="4662488"/>
              <a:ext cx="911225" cy="525463"/>
            </a:xfrm>
            <a:custGeom>
              <a:avLst/>
              <a:gdLst/>
              <a:ahLst/>
              <a:cxnLst/>
              <a:rect l="l" t="t" r="r" b="b"/>
              <a:pathLst>
                <a:path w="574" h="331" extrusionOk="0">
                  <a:moveTo>
                    <a:pt x="0" y="331"/>
                  </a:moveTo>
                  <a:lnTo>
                    <a:pt x="114" y="331"/>
                  </a:lnTo>
                  <a:lnTo>
                    <a:pt x="574" y="67"/>
                  </a:lnTo>
                  <a:lnTo>
                    <a:pt x="574" y="0"/>
                  </a:lnTo>
                  <a:lnTo>
                    <a:pt x="0" y="33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6" name="Google Shape;516;p72"/>
            <p:cNvSpPr/>
            <p:nvPr/>
          </p:nvSpPr>
          <p:spPr>
            <a:xfrm>
              <a:off x="6729413" y="4933950"/>
              <a:ext cx="439738" cy="254000"/>
            </a:xfrm>
            <a:custGeom>
              <a:avLst/>
              <a:gdLst/>
              <a:ahLst/>
              <a:cxnLst/>
              <a:rect l="l" t="t" r="r" b="b"/>
              <a:pathLst>
                <a:path w="277" h="160" extrusionOk="0">
                  <a:moveTo>
                    <a:pt x="0" y="160"/>
                  </a:moveTo>
                  <a:lnTo>
                    <a:pt x="113" y="160"/>
                  </a:lnTo>
                  <a:lnTo>
                    <a:pt x="277" y="66"/>
                  </a:lnTo>
                  <a:lnTo>
                    <a:pt x="277" y="0"/>
                  </a:lnTo>
                  <a:lnTo>
                    <a:pt x="0" y="16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pic>
        <p:nvPicPr>
          <p:cNvPr id="517" name="Google Shape;517;p72"/>
          <p:cNvPicPr preferRelativeResize="0"/>
          <p:nvPr/>
        </p:nvPicPr>
        <p:blipFill rotWithShape="1">
          <a:blip r:embed="rId2">
            <a:alphaModFix/>
          </a:blip>
          <a:srcRect/>
          <a:stretch/>
        </p:blipFill>
        <p:spPr>
          <a:xfrm>
            <a:off x="185140" y="5330952"/>
            <a:ext cx="1636777" cy="1351184"/>
          </a:xfrm>
          <a:prstGeom prst="rect">
            <a:avLst/>
          </a:prstGeom>
          <a:noFill/>
          <a:ln>
            <a:noFill/>
          </a:ln>
        </p:spPr>
      </p:pic>
    </p:spTree>
    <p:extLst>
      <p:ext uri="{BB962C8B-B14F-4D97-AF65-F5344CB8AC3E}">
        <p14:creationId xmlns:p14="http://schemas.microsoft.com/office/powerpoint/2010/main" val="12767462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matchingName="Basic style 3 - colour">
  <p:cSld name="Basic style 3 - colour">
    <p:bg>
      <p:bgPr>
        <a:solidFill>
          <a:schemeClr val="accent6"/>
        </a:solidFill>
        <a:effectLst/>
      </p:bgPr>
    </p:bg>
    <p:spTree>
      <p:nvGrpSpPr>
        <p:cNvPr id="1" name="Shape 518"/>
        <p:cNvGrpSpPr/>
        <p:nvPr/>
      </p:nvGrpSpPr>
      <p:grpSpPr>
        <a:xfrm>
          <a:off x="0" y="0"/>
          <a:ext cx="0" cy="0"/>
          <a:chOff x="0" y="0"/>
          <a:chExt cx="0" cy="0"/>
        </a:xfrm>
      </p:grpSpPr>
      <p:sp>
        <p:nvSpPr>
          <p:cNvPr id="519" name="Google Shape;519;p73"/>
          <p:cNvSpPr txBox="1">
            <a:spLocks noGrp="1"/>
          </p:cNvSpPr>
          <p:nvPr>
            <p:ph type="title"/>
          </p:nvPr>
        </p:nvSpPr>
        <p:spPr>
          <a:xfrm>
            <a:off x="540003" y="432001"/>
            <a:ext cx="11112000" cy="5872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lt1"/>
              </a:buClr>
              <a:buSzPts val="2700"/>
              <a:buFont typeface="Georgia"/>
              <a:buNone/>
              <a:defRPr>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20" name="Google Shape;520;p73"/>
          <p:cNvSpPr txBox="1">
            <a:spLocks noGrp="1"/>
          </p:cNvSpPr>
          <p:nvPr>
            <p:ph type="sldNum" idx="12"/>
          </p:nvPr>
        </p:nvSpPr>
        <p:spPr>
          <a:xfrm>
            <a:off x="9887208" y="6492240"/>
            <a:ext cx="1764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a:p>
        </p:txBody>
      </p:sp>
      <p:sp>
        <p:nvSpPr>
          <p:cNvPr id="521" name="Google Shape;521;p73"/>
          <p:cNvSpPr txBox="1">
            <a:spLocks noGrp="1"/>
          </p:cNvSpPr>
          <p:nvPr>
            <p:ph type="ftr" idx="11"/>
          </p:nvPr>
        </p:nvSpPr>
        <p:spPr>
          <a:xfrm>
            <a:off x="3359151" y="6492240"/>
            <a:ext cx="5473600" cy="137200"/>
          </a:xfrm>
          <a:prstGeom prst="rect">
            <a:avLst/>
          </a:prstGeom>
          <a:noFill/>
          <a:ln>
            <a:noFill/>
          </a:ln>
        </p:spPr>
        <p:txBody>
          <a:bodyPr spcFirstLastPara="1" wrap="square" lIns="0" tIns="0" rIns="0" bIns="0" anchor="b" anchorCtr="0">
            <a:noAutofit/>
          </a:bodyPr>
          <a:lstStyle>
            <a:lvl1pPr lvl="0" algn="ctr" rtl="0">
              <a:lnSpc>
                <a:spcPct val="100000"/>
              </a:lnSpc>
              <a:spcBef>
                <a:spcPts val="0"/>
              </a:spcBef>
              <a:spcAft>
                <a:spcPts val="0"/>
              </a:spcAft>
              <a:buSzPts val="1100"/>
              <a:buNone/>
              <a:defRPr sz="800">
                <a:solidFill>
                  <a:schemeClr val="lt1"/>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22" name="Google Shape;522;p73"/>
          <p:cNvSpPr txBox="1"/>
          <p:nvPr/>
        </p:nvSpPr>
        <p:spPr>
          <a:xfrm>
            <a:off x="448311" y="6506289"/>
            <a:ext cx="540000" cy="122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600"/>
              <a:buFont typeface="Arial"/>
              <a:buNone/>
            </a:pPr>
            <a:r>
              <a:rPr lang="en" sz="800" b="0" i="0" u="none" strike="noStrike" cap="none">
                <a:solidFill>
                  <a:schemeClr val="lt1"/>
                </a:solidFill>
                <a:latin typeface="Arial"/>
                <a:ea typeface="Arial"/>
                <a:cs typeface="Arial"/>
                <a:sym typeface="Arial"/>
              </a:rPr>
              <a:t>PwC</a:t>
            </a:r>
            <a:endParaRPr sz="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5248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23"/>
        <p:cNvGrpSpPr/>
        <p:nvPr/>
      </p:nvGrpSpPr>
      <p:grpSpPr>
        <a:xfrm>
          <a:off x="0" y="0"/>
          <a:ext cx="0" cy="0"/>
          <a:chOff x="0" y="0"/>
          <a:chExt cx="0" cy="0"/>
        </a:xfrm>
      </p:grpSpPr>
      <p:sp>
        <p:nvSpPr>
          <p:cNvPr id="524" name="Google Shape;524;p74"/>
          <p:cNvSpPr txBox="1">
            <a:spLocks noGrp="1"/>
          </p:cNvSpPr>
          <p:nvPr>
            <p:ph type="title"/>
          </p:nvPr>
        </p:nvSpPr>
        <p:spPr>
          <a:xfrm>
            <a:off x="415600" y="593367"/>
            <a:ext cx="11360800" cy="763600"/>
          </a:xfrm>
          <a:prstGeom prst="rect">
            <a:avLst/>
          </a:prstGeom>
        </p:spPr>
        <p:txBody>
          <a:bodyPr spcFirstLastPara="1" wrap="square" lIns="0" tIns="0" rIns="0" bIns="0" anchor="t" anchorCtr="0">
            <a:noAutofit/>
          </a:bodyPr>
          <a:lstStyle>
            <a:lvl1pPr lvl="0" rtl="0">
              <a:spcBef>
                <a:spcPts val="0"/>
              </a:spcBef>
              <a:spcAft>
                <a:spcPts val="0"/>
              </a:spcAft>
              <a:buSzPts val="2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25" name="Google Shape;525;p74"/>
          <p:cNvSpPr txBox="1">
            <a:spLocks noGrp="1"/>
          </p:cNvSpPr>
          <p:nvPr>
            <p:ph type="body" idx="1"/>
          </p:nvPr>
        </p:nvSpPr>
        <p:spPr>
          <a:xfrm>
            <a:off x="415600" y="1536633"/>
            <a:ext cx="11360800" cy="4555200"/>
          </a:xfrm>
          <a:prstGeom prst="rect">
            <a:avLst/>
          </a:prstGeom>
        </p:spPr>
        <p:txBody>
          <a:bodyPr spcFirstLastPara="1" wrap="square" lIns="0" tIns="0" rIns="0" bIns="0" anchor="t" anchorCtr="0">
            <a:noAutofit/>
          </a:bodyPr>
          <a:lstStyle>
            <a:lvl1pPr marL="609585" lvl="0" indent="-406390" rtl="0">
              <a:spcBef>
                <a:spcPts val="0"/>
              </a:spcBef>
              <a:spcAft>
                <a:spcPts val="0"/>
              </a:spcAft>
              <a:buSzPts val="1200"/>
              <a:buChar char="•"/>
              <a:defRPr/>
            </a:lvl1pPr>
            <a:lvl2pPr marL="1219170" lvl="1" indent="-406390" rtl="0">
              <a:spcBef>
                <a:spcPts val="667"/>
              </a:spcBef>
              <a:spcAft>
                <a:spcPts val="0"/>
              </a:spcAft>
              <a:buSzPts val="1200"/>
              <a:buChar char="–"/>
              <a:defRPr/>
            </a:lvl2pPr>
            <a:lvl3pPr marL="1828754" lvl="2" indent="-406390" rtl="0">
              <a:spcBef>
                <a:spcPts val="667"/>
              </a:spcBef>
              <a:spcAft>
                <a:spcPts val="0"/>
              </a:spcAft>
              <a:buSzPts val="1200"/>
              <a:buChar char="•"/>
              <a:defRPr/>
            </a:lvl3pPr>
            <a:lvl4pPr marL="2438339" lvl="3" indent="-406390" rtl="0">
              <a:spcBef>
                <a:spcPts val="667"/>
              </a:spcBef>
              <a:spcAft>
                <a:spcPts val="0"/>
              </a:spcAft>
              <a:buSzPts val="1200"/>
              <a:buChar char="–"/>
              <a:defRPr/>
            </a:lvl4pPr>
            <a:lvl5pPr marL="3047924" lvl="4" indent="-406390" rtl="0">
              <a:spcBef>
                <a:spcPts val="667"/>
              </a:spcBef>
              <a:spcAft>
                <a:spcPts val="0"/>
              </a:spcAft>
              <a:buSzPts val="1200"/>
              <a:buChar char="•"/>
              <a:defRPr/>
            </a:lvl5pPr>
            <a:lvl6pPr marL="3657509" lvl="5" indent="-406390" rtl="0">
              <a:spcBef>
                <a:spcPts val="667"/>
              </a:spcBef>
              <a:spcAft>
                <a:spcPts val="0"/>
              </a:spcAft>
              <a:buSzPts val="1200"/>
              <a:buChar char="–"/>
              <a:defRPr/>
            </a:lvl6pPr>
            <a:lvl7pPr marL="4267093" lvl="6" indent="-406390" rtl="0">
              <a:spcBef>
                <a:spcPts val="667"/>
              </a:spcBef>
              <a:spcAft>
                <a:spcPts val="0"/>
              </a:spcAft>
              <a:buSzPts val="1200"/>
              <a:buChar char="•"/>
              <a:defRPr/>
            </a:lvl7pPr>
            <a:lvl8pPr marL="4876678" lvl="7" indent="-406390" rtl="0">
              <a:spcBef>
                <a:spcPts val="667"/>
              </a:spcBef>
              <a:spcAft>
                <a:spcPts val="0"/>
              </a:spcAft>
              <a:buSzPts val="1200"/>
              <a:buChar char="–"/>
              <a:defRPr/>
            </a:lvl8pPr>
            <a:lvl9pPr marL="5486263" lvl="8" indent="-406390" rtl="0">
              <a:spcBef>
                <a:spcPts val="667"/>
              </a:spcBef>
              <a:spcAft>
                <a:spcPts val="667"/>
              </a:spcAft>
              <a:buSzPts val="1200"/>
              <a:buChar char="•"/>
              <a:defRPr/>
            </a:lvl9pPr>
          </a:lstStyle>
          <a:p>
            <a:endParaRPr/>
          </a:p>
        </p:txBody>
      </p:sp>
      <p:sp>
        <p:nvSpPr>
          <p:cNvPr id="526" name="Google Shape;526;p74"/>
          <p:cNvSpPr txBox="1">
            <a:spLocks noGrp="1"/>
          </p:cNvSpPr>
          <p:nvPr>
            <p:ph type="sldNum" idx="12"/>
          </p:nvPr>
        </p:nvSpPr>
        <p:spPr>
          <a:xfrm>
            <a:off x="11296611" y="6217623"/>
            <a:ext cx="731600" cy="524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602946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Agenda 1">
  <p:cSld name="Agenda 1">
    <p:spTree>
      <p:nvGrpSpPr>
        <p:cNvPr id="1" name="Shape 527"/>
        <p:cNvGrpSpPr/>
        <p:nvPr/>
      </p:nvGrpSpPr>
      <p:grpSpPr>
        <a:xfrm>
          <a:off x="0" y="0"/>
          <a:ext cx="0" cy="0"/>
          <a:chOff x="0" y="0"/>
          <a:chExt cx="0" cy="0"/>
        </a:xfrm>
      </p:grpSpPr>
      <p:sp>
        <p:nvSpPr>
          <p:cNvPr id="528" name="Google Shape;528;p75"/>
          <p:cNvSpPr/>
          <p:nvPr/>
        </p:nvSpPr>
        <p:spPr>
          <a:xfrm>
            <a:off x="0" y="0"/>
            <a:ext cx="12192000" cy="1296000"/>
          </a:xfrm>
          <a:prstGeom prst="rect">
            <a:avLst/>
          </a:prstGeom>
          <a:solidFill>
            <a:schemeClr val="accent6"/>
          </a:solidFill>
          <a:ln>
            <a:noFill/>
          </a:ln>
        </p:spPr>
        <p:txBody>
          <a:bodyPr spcFirstLastPara="1" wrap="square" lIns="121900" tIns="60933" rIns="121900" bIns="60933" anchor="ctr" anchorCtr="0">
            <a:noAutofit/>
          </a:bodyPr>
          <a:lstStyle/>
          <a:p>
            <a:pPr marL="0" marR="0" lvl="0" indent="0" algn="ctr"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sp>
        <p:nvSpPr>
          <p:cNvPr id="529" name="Google Shape;529;p75"/>
          <p:cNvSpPr txBox="1">
            <a:spLocks noGrp="1"/>
          </p:cNvSpPr>
          <p:nvPr>
            <p:ph type="title"/>
          </p:nvPr>
        </p:nvSpPr>
        <p:spPr>
          <a:xfrm>
            <a:off x="442913" y="432000"/>
            <a:ext cx="10091200" cy="8160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lt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
        <p:nvSpPr>
          <p:cNvPr id="530" name="Google Shape;530;p75"/>
          <p:cNvSpPr txBox="1">
            <a:spLocks noGrp="1"/>
          </p:cNvSpPr>
          <p:nvPr>
            <p:ph type="dt" idx="10"/>
          </p:nvPr>
        </p:nvSpPr>
        <p:spPr>
          <a:xfrm>
            <a:off x="9005713" y="6356351"/>
            <a:ext cx="2743200" cy="1200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sz="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1" name="Google Shape;531;p75"/>
          <p:cNvSpPr txBox="1">
            <a:spLocks noGrp="1"/>
          </p:cNvSpPr>
          <p:nvPr>
            <p:ph type="ftr" idx="11"/>
          </p:nvPr>
        </p:nvSpPr>
        <p:spPr>
          <a:xfrm>
            <a:off x="442913" y="6356351"/>
            <a:ext cx="4114800" cy="1200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sz="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2" name="Google Shape;532;p75"/>
          <p:cNvSpPr txBox="1">
            <a:spLocks noGrp="1"/>
          </p:cNvSpPr>
          <p:nvPr>
            <p:ph type="sldNum" idx="12"/>
          </p:nvPr>
        </p:nvSpPr>
        <p:spPr>
          <a:xfrm>
            <a:off x="9005713" y="6476351"/>
            <a:ext cx="2743200" cy="1200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grpSp>
        <p:nvGrpSpPr>
          <p:cNvPr id="533" name="Google Shape;533;p75"/>
          <p:cNvGrpSpPr/>
          <p:nvPr/>
        </p:nvGrpSpPr>
        <p:grpSpPr>
          <a:xfrm>
            <a:off x="10468336" y="-576521"/>
            <a:ext cx="1723665" cy="1872521"/>
            <a:chOff x="7851251" y="-432391"/>
            <a:chExt cx="1292749" cy="1404391"/>
          </a:xfrm>
        </p:grpSpPr>
        <p:sp>
          <p:nvSpPr>
            <p:cNvPr id="534" name="Google Shape;534;p75"/>
            <p:cNvSpPr/>
            <p:nvPr/>
          </p:nvSpPr>
          <p:spPr>
            <a:xfrm>
              <a:off x="8413633" y="-394308"/>
              <a:ext cx="730366" cy="940085"/>
            </a:xfrm>
            <a:custGeom>
              <a:avLst/>
              <a:gdLst/>
              <a:ahLst/>
              <a:cxnLst/>
              <a:rect l="l" t="t" r="r" b="b"/>
              <a:pathLst>
                <a:path w="1400" h="1802" extrusionOk="0">
                  <a:moveTo>
                    <a:pt x="1400" y="357"/>
                  </a:moveTo>
                  <a:lnTo>
                    <a:pt x="1400" y="1451"/>
                  </a:lnTo>
                  <a:lnTo>
                    <a:pt x="792" y="1802"/>
                  </a:lnTo>
                  <a:lnTo>
                    <a:pt x="773" y="1802"/>
                  </a:lnTo>
                  <a:lnTo>
                    <a:pt x="0" y="1356"/>
                  </a:lnTo>
                  <a:lnTo>
                    <a:pt x="0" y="452"/>
                  </a:lnTo>
                  <a:lnTo>
                    <a:pt x="783" y="0"/>
                  </a:lnTo>
                  <a:lnTo>
                    <a:pt x="1400" y="35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5" name="Google Shape;535;p75"/>
            <p:cNvSpPr/>
            <p:nvPr/>
          </p:nvSpPr>
          <p:spPr>
            <a:xfrm>
              <a:off x="8848201" y="-179893"/>
              <a:ext cx="218067" cy="251455"/>
            </a:xfrm>
            <a:custGeom>
              <a:avLst/>
              <a:gdLst/>
              <a:ahLst/>
              <a:cxnLst/>
              <a:rect l="l" t="t" r="r" b="b"/>
              <a:pathLst>
                <a:path w="418" h="482" extrusionOk="0">
                  <a:moveTo>
                    <a:pt x="210" y="482"/>
                  </a:moveTo>
                  <a:lnTo>
                    <a:pt x="418" y="361"/>
                  </a:lnTo>
                  <a:lnTo>
                    <a:pt x="418" y="120"/>
                  </a:lnTo>
                  <a:lnTo>
                    <a:pt x="210" y="0"/>
                  </a:lnTo>
                  <a:lnTo>
                    <a:pt x="0" y="120"/>
                  </a:lnTo>
                  <a:lnTo>
                    <a:pt x="0" y="361"/>
                  </a:lnTo>
                  <a:lnTo>
                    <a:pt x="210" y="48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6" name="Google Shape;536;p75"/>
            <p:cNvSpPr/>
            <p:nvPr/>
          </p:nvSpPr>
          <p:spPr>
            <a:xfrm>
              <a:off x="8575358" y="-432391"/>
              <a:ext cx="142943" cy="89731"/>
            </a:xfrm>
            <a:custGeom>
              <a:avLst/>
              <a:gdLst/>
              <a:ahLst/>
              <a:cxnLst/>
              <a:rect l="l" t="t" r="r" b="b"/>
              <a:pathLst>
                <a:path w="274" h="172" extrusionOk="0">
                  <a:moveTo>
                    <a:pt x="23" y="0"/>
                  </a:moveTo>
                  <a:lnTo>
                    <a:pt x="274" y="145"/>
                  </a:lnTo>
                  <a:lnTo>
                    <a:pt x="274" y="172"/>
                  </a:lnTo>
                  <a:lnTo>
                    <a:pt x="0" y="14"/>
                  </a:lnTo>
                  <a:lnTo>
                    <a:pt x="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7" name="Google Shape;537;p75"/>
            <p:cNvSpPr/>
            <p:nvPr/>
          </p:nvSpPr>
          <p:spPr>
            <a:xfrm>
              <a:off x="8544056" y="-414132"/>
              <a:ext cx="174245" cy="107468"/>
            </a:xfrm>
            <a:custGeom>
              <a:avLst/>
              <a:gdLst/>
              <a:ahLst/>
              <a:cxnLst/>
              <a:rect l="l" t="t" r="r" b="b"/>
              <a:pathLst>
                <a:path w="334" h="206" extrusionOk="0">
                  <a:moveTo>
                    <a:pt x="334" y="206"/>
                  </a:moveTo>
                  <a:lnTo>
                    <a:pt x="0" y="13"/>
                  </a:lnTo>
                  <a:lnTo>
                    <a:pt x="23" y="0"/>
                  </a:lnTo>
                  <a:lnTo>
                    <a:pt x="334" y="179"/>
                  </a:lnTo>
                  <a:lnTo>
                    <a:pt x="334" y="206"/>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8" name="Google Shape;538;p75"/>
            <p:cNvSpPr/>
            <p:nvPr/>
          </p:nvSpPr>
          <p:spPr>
            <a:xfrm>
              <a:off x="8513276" y="-396394"/>
              <a:ext cx="205024" cy="126249"/>
            </a:xfrm>
            <a:custGeom>
              <a:avLst/>
              <a:gdLst/>
              <a:ahLst/>
              <a:cxnLst/>
              <a:rect l="l" t="t" r="r" b="b"/>
              <a:pathLst>
                <a:path w="393" h="242" extrusionOk="0">
                  <a:moveTo>
                    <a:pt x="393" y="242"/>
                  </a:moveTo>
                  <a:lnTo>
                    <a:pt x="0" y="14"/>
                  </a:lnTo>
                  <a:lnTo>
                    <a:pt x="23" y="0"/>
                  </a:lnTo>
                  <a:lnTo>
                    <a:pt x="393" y="215"/>
                  </a:lnTo>
                  <a:lnTo>
                    <a:pt x="393" y="24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39" name="Google Shape;539;p75"/>
            <p:cNvSpPr/>
            <p:nvPr/>
          </p:nvSpPr>
          <p:spPr>
            <a:xfrm>
              <a:off x="8481975" y="-378135"/>
              <a:ext cx="236326" cy="142943"/>
            </a:xfrm>
            <a:custGeom>
              <a:avLst/>
              <a:gdLst/>
              <a:ahLst/>
              <a:cxnLst/>
              <a:rect l="l" t="t" r="r" b="b"/>
              <a:pathLst>
                <a:path w="453" h="274" extrusionOk="0">
                  <a:moveTo>
                    <a:pt x="453" y="274"/>
                  </a:moveTo>
                  <a:lnTo>
                    <a:pt x="0" y="14"/>
                  </a:lnTo>
                  <a:lnTo>
                    <a:pt x="23" y="0"/>
                  </a:lnTo>
                  <a:lnTo>
                    <a:pt x="453" y="249"/>
                  </a:lnTo>
                  <a:lnTo>
                    <a:pt x="453" y="274"/>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0" name="Google Shape;540;p75"/>
            <p:cNvSpPr/>
            <p:nvPr/>
          </p:nvSpPr>
          <p:spPr>
            <a:xfrm>
              <a:off x="8456934" y="-359876"/>
              <a:ext cx="261367" cy="158072"/>
            </a:xfrm>
            <a:custGeom>
              <a:avLst/>
              <a:gdLst/>
              <a:ahLst/>
              <a:cxnLst/>
              <a:rect l="l" t="t" r="r" b="b"/>
              <a:pathLst>
                <a:path w="501" h="303" extrusionOk="0">
                  <a:moveTo>
                    <a:pt x="501" y="295"/>
                  </a:moveTo>
                  <a:lnTo>
                    <a:pt x="489" y="303"/>
                  </a:lnTo>
                  <a:lnTo>
                    <a:pt x="0" y="19"/>
                  </a:lnTo>
                  <a:lnTo>
                    <a:pt x="0" y="6"/>
                  </a:lnTo>
                  <a:lnTo>
                    <a:pt x="11" y="0"/>
                  </a:lnTo>
                  <a:lnTo>
                    <a:pt x="501" y="281"/>
                  </a:lnTo>
                  <a:lnTo>
                    <a:pt x="501" y="29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1" name="Google Shape;541;p75"/>
            <p:cNvSpPr/>
            <p:nvPr/>
          </p:nvSpPr>
          <p:spPr>
            <a:xfrm>
              <a:off x="8456934" y="-327531"/>
              <a:ext cx="236326" cy="143465"/>
            </a:xfrm>
            <a:custGeom>
              <a:avLst/>
              <a:gdLst/>
              <a:ahLst/>
              <a:cxnLst/>
              <a:rect l="l" t="t" r="r" b="b"/>
              <a:pathLst>
                <a:path w="453" h="275" extrusionOk="0">
                  <a:moveTo>
                    <a:pt x="430" y="275"/>
                  </a:moveTo>
                  <a:lnTo>
                    <a:pt x="0" y="27"/>
                  </a:lnTo>
                  <a:lnTo>
                    <a:pt x="0" y="0"/>
                  </a:lnTo>
                  <a:lnTo>
                    <a:pt x="453" y="262"/>
                  </a:lnTo>
                  <a:lnTo>
                    <a:pt x="430" y="27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2" name="Google Shape;542;p75"/>
            <p:cNvSpPr/>
            <p:nvPr/>
          </p:nvSpPr>
          <p:spPr>
            <a:xfrm>
              <a:off x="8456934" y="-291535"/>
              <a:ext cx="205024" cy="124684"/>
            </a:xfrm>
            <a:custGeom>
              <a:avLst/>
              <a:gdLst/>
              <a:ahLst/>
              <a:cxnLst/>
              <a:rect l="l" t="t" r="r" b="b"/>
              <a:pathLst>
                <a:path w="393" h="239" extrusionOk="0">
                  <a:moveTo>
                    <a:pt x="370" y="239"/>
                  </a:moveTo>
                  <a:lnTo>
                    <a:pt x="0" y="27"/>
                  </a:lnTo>
                  <a:lnTo>
                    <a:pt x="0" y="0"/>
                  </a:lnTo>
                  <a:lnTo>
                    <a:pt x="393" y="228"/>
                  </a:lnTo>
                  <a:lnTo>
                    <a:pt x="370" y="239"/>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3" name="Google Shape;543;p75"/>
            <p:cNvSpPr/>
            <p:nvPr/>
          </p:nvSpPr>
          <p:spPr>
            <a:xfrm>
              <a:off x="8456934" y="-255538"/>
              <a:ext cx="173723" cy="106947"/>
            </a:xfrm>
            <a:custGeom>
              <a:avLst/>
              <a:gdLst/>
              <a:ahLst/>
              <a:cxnLst/>
              <a:rect l="l" t="t" r="r" b="b"/>
              <a:pathLst>
                <a:path w="333" h="205" extrusionOk="0">
                  <a:moveTo>
                    <a:pt x="310" y="205"/>
                  </a:moveTo>
                  <a:lnTo>
                    <a:pt x="0" y="26"/>
                  </a:lnTo>
                  <a:lnTo>
                    <a:pt x="0" y="0"/>
                  </a:lnTo>
                  <a:lnTo>
                    <a:pt x="333" y="191"/>
                  </a:lnTo>
                  <a:lnTo>
                    <a:pt x="310" y="20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4" name="Google Shape;544;p75"/>
            <p:cNvSpPr/>
            <p:nvPr/>
          </p:nvSpPr>
          <p:spPr>
            <a:xfrm>
              <a:off x="8456934" y="-220063"/>
              <a:ext cx="142422" cy="89731"/>
            </a:xfrm>
            <a:custGeom>
              <a:avLst/>
              <a:gdLst/>
              <a:ahLst/>
              <a:cxnLst/>
              <a:rect l="l" t="t" r="r" b="b"/>
              <a:pathLst>
                <a:path w="273" h="172" extrusionOk="0">
                  <a:moveTo>
                    <a:pt x="250" y="172"/>
                  </a:moveTo>
                  <a:lnTo>
                    <a:pt x="0" y="27"/>
                  </a:lnTo>
                  <a:lnTo>
                    <a:pt x="0" y="0"/>
                  </a:lnTo>
                  <a:lnTo>
                    <a:pt x="273" y="158"/>
                  </a:lnTo>
                  <a:lnTo>
                    <a:pt x="250" y="17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5" name="Google Shape;545;p75"/>
            <p:cNvSpPr/>
            <p:nvPr/>
          </p:nvSpPr>
          <p:spPr>
            <a:xfrm>
              <a:off x="8708388" y="404922"/>
              <a:ext cx="231109" cy="267627"/>
            </a:xfrm>
            <a:custGeom>
              <a:avLst/>
              <a:gdLst/>
              <a:ahLst/>
              <a:cxnLst/>
              <a:rect l="l" t="t" r="r" b="b"/>
              <a:pathLst>
                <a:path w="443" h="513" extrusionOk="0">
                  <a:moveTo>
                    <a:pt x="221" y="513"/>
                  </a:moveTo>
                  <a:lnTo>
                    <a:pt x="0" y="385"/>
                  </a:lnTo>
                  <a:lnTo>
                    <a:pt x="0" y="129"/>
                  </a:lnTo>
                  <a:lnTo>
                    <a:pt x="221" y="0"/>
                  </a:lnTo>
                  <a:lnTo>
                    <a:pt x="443" y="129"/>
                  </a:lnTo>
                  <a:lnTo>
                    <a:pt x="443" y="385"/>
                  </a:lnTo>
                  <a:lnTo>
                    <a:pt x="221" y="51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6" name="Google Shape;546;p75"/>
            <p:cNvSpPr/>
            <p:nvPr/>
          </p:nvSpPr>
          <p:spPr>
            <a:xfrm>
              <a:off x="8716214" y="677245"/>
              <a:ext cx="427786" cy="294755"/>
            </a:xfrm>
            <a:custGeom>
              <a:avLst/>
              <a:gdLst/>
              <a:ahLst/>
              <a:cxnLst/>
              <a:rect l="l" t="t" r="r" b="b"/>
              <a:pathLst>
                <a:path w="820" h="565" extrusionOk="0">
                  <a:moveTo>
                    <a:pt x="0" y="237"/>
                  </a:moveTo>
                  <a:lnTo>
                    <a:pt x="0" y="565"/>
                  </a:lnTo>
                  <a:lnTo>
                    <a:pt x="820" y="565"/>
                  </a:lnTo>
                  <a:lnTo>
                    <a:pt x="820" y="237"/>
                  </a:lnTo>
                  <a:lnTo>
                    <a:pt x="409" y="0"/>
                  </a:lnTo>
                  <a:lnTo>
                    <a:pt x="0" y="237"/>
                  </a:lnTo>
                  <a:close/>
                </a:path>
              </a:pathLst>
            </a:custGeom>
            <a:solidFill>
              <a:srgbClr val="36302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7" name="Google Shape;547;p75"/>
            <p:cNvSpPr/>
            <p:nvPr/>
          </p:nvSpPr>
          <p:spPr>
            <a:xfrm>
              <a:off x="8281646" y="97646"/>
              <a:ext cx="217545" cy="137205"/>
            </a:xfrm>
            <a:custGeom>
              <a:avLst/>
              <a:gdLst/>
              <a:ahLst/>
              <a:cxnLst/>
              <a:rect l="l" t="t" r="r" b="b"/>
              <a:pathLst>
                <a:path w="417" h="263" extrusionOk="0">
                  <a:moveTo>
                    <a:pt x="380" y="0"/>
                  </a:moveTo>
                  <a:lnTo>
                    <a:pt x="0" y="222"/>
                  </a:lnTo>
                  <a:lnTo>
                    <a:pt x="0" y="263"/>
                  </a:lnTo>
                  <a:lnTo>
                    <a:pt x="417" y="22"/>
                  </a:lnTo>
                  <a:lnTo>
                    <a:pt x="380" y="0"/>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8" name="Google Shape;548;p75"/>
            <p:cNvSpPr/>
            <p:nvPr/>
          </p:nvSpPr>
          <p:spPr>
            <a:xfrm>
              <a:off x="8281646" y="125818"/>
              <a:ext cx="264497" cy="163289"/>
            </a:xfrm>
            <a:custGeom>
              <a:avLst/>
              <a:gdLst/>
              <a:ahLst/>
              <a:cxnLst/>
              <a:rect l="l" t="t" r="r" b="b"/>
              <a:pathLst>
                <a:path w="507" h="313" extrusionOk="0">
                  <a:moveTo>
                    <a:pt x="0" y="313"/>
                  </a:moveTo>
                  <a:lnTo>
                    <a:pt x="507" y="20"/>
                  </a:lnTo>
                  <a:lnTo>
                    <a:pt x="472" y="0"/>
                  </a:lnTo>
                  <a:lnTo>
                    <a:pt x="0" y="272"/>
                  </a:lnTo>
                  <a:lnTo>
                    <a:pt x="0" y="313"/>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49" name="Google Shape;549;p75"/>
            <p:cNvSpPr/>
            <p:nvPr/>
          </p:nvSpPr>
          <p:spPr>
            <a:xfrm>
              <a:off x="8281646" y="152946"/>
              <a:ext cx="311971" cy="190417"/>
            </a:xfrm>
            <a:custGeom>
              <a:avLst/>
              <a:gdLst/>
              <a:ahLst/>
              <a:cxnLst/>
              <a:rect l="l" t="t" r="r" b="b"/>
              <a:pathLst>
                <a:path w="598" h="365" extrusionOk="0">
                  <a:moveTo>
                    <a:pt x="0" y="365"/>
                  </a:moveTo>
                  <a:lnTo>
                    <a:pt x="598" y="20"/>
                  </a:lnTo>
                  <a:lnTo>
                    <a:pt x="563" y="0"/>
                  </a:lnTo>
                  <a:lnTo>
                    <a:pt x="0" y="324"/>
                  </a:lnTo>
                  <a:lnTo>
                    <a:pt x="0" y="36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0" name="Google Shape;550;p75"/>
            <p:cNvSpPr/>
            <p:nvPr/>
          </p:nvSpPr>
          <p:spPr>
            <a:xfrm>
              <a:off x="8281646" y="180595"/>
              <a:ext cx="358923" cy="218067"/>
            </a:xfrm>
            <a:custGeom>
              <a:avLst/>
              <a:gdLst/>
              <a:ahLst/>
              <a:cxnLst/>
              <a:rect l="l" t="t" r="r" b="b"/>
              <a:pathLst>
                <a:path w="688" h="418" extrusionOk="0">
                  <a:moveTo>
                    <a:pt x="0" y="418"/>
                  </a:moveTo>
                  <a:lnTo>
                    <a:pt x="688" y="21"/>
                  </a:lnTo>
                  <a:lnTo>
                    <a:pt x="654" y="0"/>
                  </a:lnTo>
                  <a:lnTo>
                    <a:pt x="0" y="378"/>
                  </a:lnTo>
                  <a:lnTo>
                    <a:pt x="0" y="418"/>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1" name="Google Shape;551;p75"/>
            <p:cNvSpPr/>
            <p:nvPr/>
          </p:nvSpPr>
          <p:spPr>
            <a:xfrm>
              <a:off x="8281646" y="207723"/>
              <a:ext cx="397528" cy="240499"/>
            </a:xfrm>
            <a:custGeom>
              <a:avLst/>
              <a:gdLst/>
              <a:ahLst/>
              <a:cxnLst/>
              <a:rect l="l" t="t" r="r" b="b"/>
              <a:pathLst>
                <a:path w="762" h="461" extrusionOk="0">
                  <a:moveTo>
                    <a:pt x="0" y="451"/>
                  </a:moveTo>
                  <a:lnTo>
                    <a:pt x="17" y="461"/>
                  </a:lnTo>
                  <a:lnTo>
                    <a:pt x="762" y="30"/>
                  </a:lnTo>
                  <a:lnTo>
                    <a:pt x="762" y="11"/>
                  </a:lnTo>
                  <a:lnTo>
                    <a:pt x="744" y="0"/>
                  </a:lnTo>
                  <a:lnTo>
                    <a:pt x="0" y="430"/>
                  </a:lnTo>
                  <a:lnTo>
                    <a:pt x="0" y="45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2" name="Google Shape;552;p75"/>
            <p:cNvSpPr/>
            <p:nvPr/>
          </p:nvSpPr>
          <p:spPr>
            <a:xfrm>
              <a:off x="8319729" y="257806"/>
              <a:ext cx="359444" cy="217545"/>
            </a:xfrm>
            <a:custGeom>
              <a:avLst/>
              <a:gdLst/>
              <a:ahLst/>
              <a:cxnLst/>
              <a:rect l="l" t="t" r="r" b="b"/>
              <a:pathLst>
                <a:path w="689" h="417" extrusionOk="0">
                  <a:moveTo>
                    <a:pt x="35" y="417"/>
                  </a:moveTo>
                  <a:lnTo>
                    <a:pt x="689" y="41"/>
                  </a:lnTo>
                  <a:lnTo>
                    <a:pt x="689" y="0"/>
                  </a:lnTo>
                  <a:lnTo>
                    <a:pt x="0" y="397"/>
                  </a:lnTo>
                  <a:lnTo>
                    <a:pt x="35" y="41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3" name="Google Shape;553;p75"/>
            <p:cNvSpPr/>
            <p:nvPr/>
          </p:nvSpPr>
          <p:spPr>
            <a:xfrm>
              <a:off x="8367203" y="312061"/>
              <a:ext cx="311971" cy="191461"/>
            </a:xfrm>
            <a:custGeom>
              <a:avLst/>
              <a:gdLst/>
              <a:ahLst/>
              <a:cxnLst/>
              <a:rect l="l" t="t" r="r" b="b"/>
              <a:pathLst>
                <a:path w="598" h="367" extrusionOk="0">
                  <a:moveTo>
                    <a:pt x="35" y="367"/>
                  </a:moveTo>
                  <a:lnTo>
                    <a:pt x="598" y="41"/>
                  </a:lnTo>
                  <a:lnTo>
                    <a:pt x="598" y="0"/>
                  </a:lnTo>
                  <a:lnTo>
                    <a:pt x="0" y="345"/>
                  </a:lnTo>
                  <a:lnTo>
                    <a:pt x="35" y="36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4" name="Google Shape;554;p75"/>
            <p:cNvSpPr/>
            <p:nvPr/>
          </p:nvSpPr>
          <p:spPr>
            <a:xfrm>
              <a:off x="8414677" y="366317"/>
              <a:ext cx="264497" cy="164333"/>
            </a:xfrm>
            <a:custGeom>
              <a:avLst/>
              <a:gdLst/>
              <a:ahLst/>
              <a:cxnLst/>
              <a:rect l="l" t="t" r="r" b="b"/>
              <a:pathLst>
                <a:path w="507" h="315" extrusionOk="0">
                  <a:moveTo>
                    <a:pt x="34" y="315"/>
                  </a:moveTo>
                  <a:lnTo>
                    <a:pt x="507" y="41"/>
                  </a:lnTo>
                  <a:lnTo>
                    <a:pt x="507" y="0"/>
                  </a:lnTo>
                  <a:lnTo>
                    <a:pt x="0" y="293"/>
                  </a:lnTo>
                  <a:lnTo>
                    <a:pt x="34" y="31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5" name="Google Shape;555;p75"/>
            <p:cNvSpPr/>
            <p:nvPr/>
          </p:nvSpPr>
          <p:spPr>
            <a:xfrm>
              <a:off x="8461629" y="421616"/>
              <a:ext cx="217545" cy="136161"/>
            </a:xfrm>
            <a:custGeom>
              <a:avLst/>
              <a:gdLst/>
              <a:ahLst/>
              <a:cxnLst/>
              <a:rect l="l" t="t" r="r" b="b"/>
              <a:pathLst>
                <a:path w="417" h="261" extrusionOk="0">
                  <a:moveTo>
                    <a:pt x="35" y="261"/>
                  </a:moveTo>
                  <a:lnTo>
                    <a:pt x="417" y="41"/>
                  </a:lnTo>
                  <a:lnTo>
                    <a:pt x="417" y="0"/>
                  </a:lnTo>
                  <a:lnTo>
                    <a:pt x="0" y="240"/>
                  </a:lnTo>
                  <a:lnTo>
                    <a:pt x="35" y="26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6" name="Google Shape;556;p75"/>
            <p:cNvSpPr/>
            <p:nvPr/>
          </p:nvSpPr>
          <p:spPr>
            <a:xfrm>
              <a:off x="7944634" y="812362"/>
              <a:ext cx="555078" cy="159637"/>
            </a:xfrm>
            <a:custGeom>
              <a:avLst/>
              <a:gdLst/>
              <a:ahLst/>
              <a:cxnLst/>
              <a:rect l="l" t="t" r="r" b="b"/>
              <a:pathLst>
                <a:path w="1064" h="306" extrusionOk="0">
                  <a:moveTo>
                    <a:pt x="0" y="306"/>
                  </a:moveTo>
                  <a:lnTo>
                    <a:pt x="1064" y="306"/>
                  </a:lnTo>
                  <a:lnTo>
                    <a:pt x="532" y="0"/>
                  </a:lnTo>
                  <a:lnTo>
                    <a:pt x="0" y="306"/>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7" name="Google Shape;557;p75"/>
            <p:cNvSpPr/>
            <p:nvPr/>
          </p:nvSpPr>
          <p:spPr>
            <a:xfrm>
              <a:off x="7851251" y="449788"/>
              <a:ext cx="354749" cy="222762"/>
            </a:xfrm>
            <a:custGeom>
              <a:avLst/>
              <a:gdLst/>
              <a:ahLst/>
              <a:cxnLst/>
              <a:rect l="l" t="t" r="r" b="b"/>
              <a:pathLst>
                <a:path w="680" h="427" extrusionOk="0">
                  <a:moveTo>
                    <a:pt x="623" y="0"/>
                  </a:moveTo>
                  <a:lnTo>
                    <a:pt x="0" y="361"/>
                  </a:lnTo>
                  <a:lnTo>
                    <a:pt x="0" y="427"/>
                  </a:lnTo>
                  <a:lnTo>
                    <a:pt x="680" y="33"/>
                  </a:lnTo>
                  <a:lnTo>
                    <a:pt x="6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8" name="Google Shape;558;p75"/>
            <p:cNvSpPr/>
            <p:nvPr/>
          </p:nvSpPr>
          <p:spPr>
            <a:xfrm>
              <a:off x="7851251" y="495175"/>
              <a:ext cx="432481" cy="266584"/>
            </a:xfrm>
            <a:custGeom>
              <a:avLst/>
              <a:gdLst/>
              <a:ahLst/>
              <a:cxnLst/>
              <a:rect l="l" t="t" r="r" b="b"/>
              <a:pathLst>
                <a:path w="829" h="511" extrusionOk="0">
                  <a:moveTo>
                    <a:pt x="0" y="511"/>
                  </a:moveTo>
                  <a:lnTo>
                    <a:pt x="829" y="33"/>
                  </a:lnTo>
                  <a:lnTo>
                    <a:pt x="771" y="0"/>
                  </a:lnTo>
                  <a:lnTo>
                    <a:pt x="0" y="444"/>
                  </a:lnTo>
                  <a:lnTo>
                    <a:pt x="0" y="51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59" name="Google Shape;559;p75"/>
            <p:cNvSpPr/>
            <p:nvPr/>
          </p:nvSpPr>
          <p:spPr>
            <a:xfrm>
              <a:off x="7851251" y="539518"/>
              <a:ext cx="509691" cy="311971"/>
            </a:xfrm>
            <a:custGeom>
              <a:avLst/>
              <a:gdLst/>
              <a:ahLst/>
              <a:cxnLst/>
              <a:rect l="l" t="t" r="r" b="b"/>
              <a:pathLst>
                <a:path w="977" h="598" extrusionOk="0">
                  <a:moveTo>
                    <a:pt x="0" y="598"/>
                  </a:moveTo>
                  <a:lnTo>
                    <a:pt x="977" y="33"/>
                  </a:lnTo>
                  <a:lnTo>
                    <a:pt x="920" y="0"/>
                  </a:lnTo>
                  <a:lnTo>
                    <a:pt x="0" y="530"/>
                  </a:lnTo>
                  <a:lnTo>
                    <a:pt x="0" y="598"/>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0" name="Google Shape;560;p75"/>
            <p:cNvSpPr/>
            <p:nvPr/>
          </p:nvSpPr>
          <p:spPr>
            <a:xfrm>
              <a:off x="7851251" y="583862"/>
              <a:ext cx="587423" cy="357358"/>
            </a:xfrm>
            <a:custGeom>
              <a:avLst/>
              <a:gdLst/>
              <a:ahLst/>
              <a:cxnLst/>
              <a:rect l="l" t="t" r="r" b="b"/>
              <a:pathLst>
                <a:path w="1126" h="685" extrusionOk="0">
                  <a:moveTo>
                    <a:pt x="0" y="685"/>
                  </a:moveTo>
                  <a:lnTo>
                    <a:pt x="1126" y="35"/>
                  </a:lnTo>
                  <a:lnTo>
                    <a:pt x="1068" y="0"/>
                  </a:lnTo>
                  <a:lnTo>
                    <a:pt x="0" y="617"/>
                  </a:lnTo>
                  <a:lnTo>
                    <a:pt x="0" y="68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1" name="Google Shape;561;p75"/>
            <p:cNvSpPr/>
            <p:nvPr/>
          </p:nvSpPr>
          <p:spPr>
            <a:xfrm>
              <a:off x="7891421" y="629249"/>
              <a:ext cx="609334" cy="342750"/>
            </a:xfrm>
            <a:custGeom>
              <a:avLst/>
              <a:gdLst/>
              <a:ahLst/>
              <a:cxnLst/>
              <a:rect l="l" t="t" r="r" b="b"/>
              <a:pathLst>
                <a:path w="1168" h="657" extrusionOk="0">
                  <a:moveTo>
                    <a:pt x="0" y="657"/>
                  </a:moveTo>
                  <a:lnTo>
                    <a:pt x="114" y="657"/>
                  </a:lnTo>
                  <a:lnTo>
                    <a:pt x="1168" y="50"/>
                  </a:lnTo>
                  <a:lnTo>
                    <a:pt x="1168" y="17"/>
                  </a:lnTo>
                  <a:lnTo>
                    <a:pt x="1139" y="0"/>
                  </a:lnTo>
                  <a:lnTo>
                    <a:pt x="0" y="657"/>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2" name="Google Shape;562;p75"/>
            <p:cNvSpPr/>
            <p:nvPr/>
          </p:nvSpPr>
          <p:spPr>
            <a:xfrm>
              <a:off x="8046363" y="709590"/>
              <a:ext cx="454392" cy="262410"/>
            </a:xfrm>
            <a:custGeom>
              <a:avLst/>
              <a:gdLst/>
              <a:ahLst/>
              <a:cxnLst/>
              <a:rect l="l" t="t" r="r" b="b"/>
              <a:pathLst>
                <a:path w="871" h="503" extrusionOk="0">
                  <a:moveTo>
                    <a:pt x="0" y="503"/>
                  </a:moveTo>
                  <a:lnTo>
                    <a:pt x="114" y="503"/>
                  </a:lnTo>
                  <a:lnTo>
                    <a:pt x="871" y="67"/>
                  </a:lnTo>
                  <a:lnTo>
                    <a:pt x="871" y="0"/>
                  </a:lnTo>
                  <a:lnTo>
                    <a:pt x="0" y="50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3" name="Google Shape;563;p75"/>
            <p:cNvSpPr/>
            <p:nvPr/>
          </p:nvSpPr>
          <p:spPr>
            <a:xfrm>
              <a:off x="8201305" y="799320"/>
              <a:ext cx="299450" cy="172680"/>
            </a:xfrm>
            <a:custGeom>
              <a:avLst/>
              <a:gdLst/>
              <a:ahLst/>
              <a:cxnLst/>
              <a:rect l="l" t="t" r="r" b="b"/>
              <a:pathLst>
                <a:path w="574" h="331" extrusionOk="0">
                  <a:moveTo>
                    <a:pt x="0" y="331"/>
                  </a:moveTo>
                  <a:lnTo>
                    <a:pt x="114" y="331"/>
                  </a:lnTo>
                  <a:lnTo>
                    <a:pt x="574" y="67"/>
                  </a:lnTo>
                  <a:lnTo>
                    <a:pt x="574" y="0"/>
                  </a:lnTo>
                  <a:lnTo>
                    <a:pt x="0" y="33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4" name="Google Shape;564;p75"/>
            <p:cNvSpPr/>
            <p:nvPr/>
          </p:nvSpPr>
          <p:spPr>
            <a:xfrm>
              <a:off x="8356248" y="888529"/>
              <a:ext cx="144508" cy="83470"/>
            </a:xfrm>
            <a:custGeom>
              <a:avLst/>
              <a:gdLst/>
              <a:ahLst/>
              <a:cxnLst/>
              <a:rect l="l" t="t" r="r" b="b"/>
              <a:pathLst>
                <a:path w="277" h="160" extrusionOk="0">
                  <a:moveTo>
                    <a:pt x="0" y="160"/>
                  </a:moveTo>
                  <a:lnTo>
                    <a:pt x="113" y="160"/>
                  </a:lnTo>
                  <a:lnTo>
                    <a:pt x="277" y="66"/>
                  </a:lnTo>
                  <a:lnTo>
                    <a:pt x="277" y="0"/>
                  </a:lnTo>
                  <a:lnTo>
                    <a:pt x="0" y="16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6449232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hank You Dark 1">
  <p:cSld name="Thank You Dark 1">
    <p:bg>
      <p:bgPr>
        <a:solidFill>
          <a:srgbClr val="464646"/>
        </a:solidFill>
        <a:effectLst/>
      </p:bgPr>
    </p:bg>
    <p:spTree>
      <p:nvGrpSpPr>
        <p:cNvPr id="1" name="Shape 565"/>
        <p:cNvGrpSpPr/>
        <p:nvPr/>
      </p:nvGrpSpPr>
      <p:grpSpPr>
        <a:xfrm>
          <a:off x="0" y="0"/>
          <a:ext cx="0" cy="0"/>
          <a:chOff x="0" y="0"/>
          <a:chExt cx="0" cy="0"/>
        </a:xfrm>
      </p:grpSpPr>
      <p:sp>
        <p:nvSpPr>
          <p:cNvPr id="566" name="Google Shape;566;p76"/>
          <p:cNvSpPr/>
          <p:nvPr/>
        </p:nvSpPr>
        <p:spPr>
          <a:xfrm>
            <a:off x="5334000" y="0"/>
            <a:ext cx="6858000" cy="6858000"/>
          </a:xfrm>
          <a:prstGeom prst="rect">
            <a:avLst/>
          </a:prstGeom>
          <a:no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567" name="Google Shape;567;p76"/>
          <p:cNvSpPr txBox="1">
            <a:spLocks noGrp="1"/>
          </p:cNvSpPr>
          <p:nvPr>
            <p:ph type="body" idx="1"/>
          </p:nvPr>
        </p:nvSpPr>
        <p:spPr>
          <a:xfrm>
            <a:off x="442911" y="3405295"/>
            <a:ext cx="7418400" cy="1238000"/>
          </a:xfrm>
          <a:prstGeom prst="rect">
            <a:avLst/>
          </a:prstGeom>
          <a:noFill/>
          <a:ln>
            <a:noFill/>
          </a:ln>
        </p:spPr>
        <p:txBody>
          <a:bodyPr spcFirstLastPara="1" wrap="square" lIns="0" tIns="0" rIns="0" bIns="0" anchor="t" anchorCtr="0">
            <a:noAutofit/>
          </a:bodyPr>
          <a:lstStyle>
            <a:lvl1pPr marL="609585" marR="0" lvl="0" indent="-304792" algn="l" rtl="0">
              <a:lnSpc>
                <a:spcPct val="100000"/>
              </a:lnSpc>
              <a:spcBef>
                <a:spcPts val="0"/>
              </a:spcBef>
              <a:spcAft>
                <a:spcPts val="0"/>
              </a:spcAft>
              <a:buClr>
                <a:schemeClr val="lt1"/>
              </a:buClr>
              <a:buSzPts val="900"/>
              <a:buFont typeface="Arial"/>
              <a:buNone/>
              <a:defRPr sz="1333" b="0" i="0" u="none" strike="noStrike" cap="none">
                <a:solidFill>
                  <a:schemeClr val="lt1"/>
                </a:solidFill>
                <a:latin typeface="Arial"/>
                <a:ea typeface="Arial"/>
                <a:cs typeface="Arial"/>
                <a:sym typeface="Arial"/>
              </a:defRPr>
            </a:lvl1pPr>
            <a:lvl2pPr marL="1219170" marR="0" lvl="1"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2pPr>
            <a:lvl3pPr marL="1828754" marR="0" lvl="2"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3pPr>
            <a:lvl4pPr marL="2438339" marR="0" lvl="3"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4pPr>
            <a:lvl5pPr marL="3047924" marR="0" lvl="4"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5pPr>
            <a:lvl6pPr marL="3657509" marR="0" lvl="5"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6pPr>
            <a:lvl7pPr marL="4267093" marR="0" lvl="6"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7pPr>
            <a:lvl8pPr marL="4876678" marR="0" lvl="7"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8pPr>
            <a:lvl9pPr marL="5486263" marR="0" lvl="8" indent="-304792" algn="l"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9pPr>
          </a:lstStyle>
          <a:p>
            <a:endParaRPr/>
          </a:p>
        </p:txBody>
      </p:sp>
      <p:sp>
        <p:nvSpPr>
          <p:cNvPr id="568" name="Google Shape;568;p76"/>
          <p:cNvSpPr/>
          <p:nvPr/>
        </p:nvSpPr>
        <p:spPr>
          <a:xfrm>
            <a:off x="5334000" y="0"/>
            <a:ext cx="6858000" cy="6858000"/>
          </a:xfrm>
          <a:prstGeom prst="rect">
            <a:avLst/>
          </a:prstGeom>
          <a:noFill/>
          <a:ln>
            <a:noFill/>
          </a:ln>
        </p:spPr>
        <p:txBody>
          <a:bodyPr spcFirstLastPara="1" wrap="square" lIns="91433" tIns="45700" rIns="91433"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chemeClr val="dk1"/>
              </a:solidFill>
              <a:latin typeface="Arial"/>
              <a:ea typeface="Arial"/>
              <a:cs typeface="Arial"/>
              <a:sym typeface="Arial"/>
            </a:endParaRPr>
          </a:p>
        </p:txBody>
      </p:sp>
      <p:sp>
        <p:nvSpPr>
          <p:cNvPr id="569" name="Google Shape;569;p76"/>
          <p:cNvSpPr txBox="1"/>
          <p:nvPr/>
        </p:nvSpPr>
        <p:spPr>
          <a:xfrm>
            <a:off x="442912" y="2492039"/>
            <a:ext cx="4085200" cy="28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867" b="0" i="0" u="none" strike="noStrike" cap="none">
                <a:solidFill>
                  <a:schemeClr val="lt1"/>
                </a:solidFill>
                <a:latin typeface="Arial"/>
                <a:ea typeface="Arial"/>
                <a:cs typeface="Arial"/>
                <a:sym typeface="Arial"/>
              </a:rPr>
              <a:t>www.pwc.com.au</a:t>
            </a:r>
            <a:endParaRPr sz="1867" b="0" i="0" u="none" strike="noStrike" cap="none">
              <a:solidFill>
                <a:schemeClr val="lt1"/>
              </a:solidFill>
              <a:latin typeface="Arial"/>
              <a:ea typeface="Arial"/>
              <a:cs typeface="Arial"/>
              <a:sym typeface="Arial"/>
            </a:endParaRPr>
          </a:p>
        </p:txBody>
      </p:sp>
      <p:grpSp>
        <p:nvGrpSpPr>
          <p:cNvPr id="570" name="Google Shape;570;p76"/>
          <p:cNvGrpSpPr/>
          <p:nvPr/>
        </p:nvGrpSpPr>
        <p:grpSpPr>
          <a:xfrm>
            <a:off x="4432301" y="-7300"/>
            <a:ext cx="7759700" cy="6924568"/>
            <a:chOff x="3336925" y="-5475"/>
            <a:chExt cx="5819775" cy="5193426"/>
          </a:xfrm>
        </p:grpSpPr>
        <p:sp>
          <p:nvSpPr>
            <p:cNvPr id="571" name="Google Shape;571;p76"/>
            <p:cNvSpPr/>
            <p:nvPr/>
          </p:nvSpPr>
          <p:spPr>
            <a:xfrm>
              <a:off x="6904038" y="1030288"/>
              <a:ext cx="2222500" cy="2860675"/>
            </a:xfrm>
            <a:custGeom>
              <a:avLst/>
              <a:gdLst/>
              <a:ahLst/>
              <a:cxnLst/>
              <a:rect l="l" t="t" r="r" b="b"/>
              <a:pathLst>
                <a:path w="1400" h="1802" extrusionOk="0">
                  <a:moveTo>
                    <a:pt x="1400" y="357"/>
                  </a:moveTo>
                  <a:lnTo>
                    <a:pt x="1400" y="1451"/>
                  </a:lnTo>
                  <a:lnTo>
                    <a:pt x="792" y="1802"/>
                  </a:lnTo>
                  <a:lnTo>
                    <a:pt x="773" y="1802"/>
                  </a:lnTo>
                  <a:lnTo>
                    <a:pt x="0" y="1356"/>
                  </a:lnTo>
                  <a:lnTo>
                    <a:pt x="0" y="452"/>
                  </a:lnTo>
                  <a:lnTo>
                    <a:pt x="783" y="0"/>
                  </a:lnTo>
                  <a:lnTo>
                    <a:pt x="1400" y="35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2" name="Google Shape;572;p76"/>
            <p:cNvSpPr/>
            <p:nvPr/>
          </p:nvSpPr>
          <p:spPr>
            <a:xfrm>
              <a:off x="8226425" y="1682750"/>
              <a:ext cx="663575" cy="765175"/>
            </a:xfrm>
            <a:custGeom>
              <a:avLst/>
              <a:gdLst/>
              <a:ahLst/>
              <a:cxnLst/>
              <a:rect l="l" t="t" r="r" b="b"/>
              <a:pathLst>
                <a:path w="418" h="482" extrusionOk="0">
                  <a:moveTo>
                    <a:pt x="210" y="482"/>
                  </a:moveTo>
                  <a:lnTo>
                    <a:pt x="418" y="361"/>
                  </a:lnTo>
                  <a:lnTo>
                    <a:pt x="418" y="120"/>
                  </a:lnTo>
                  <a:lnTo>
                    <a:pt x="210" y="0"/>
                  </a:lnTo>
                  <a:lnTo>
                    <a:pt x="0" y="120"/>
                  </a:lnTo>
                  <a:lnTo>
                    <a:pt x="0" y="361"/>
                  </a:lnTo>
                  <a:lnTo>
                    <a:pt x="210" y="48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3" name="Google Shape;573;p76"/>
            <p:cNvSpPr/>
            <p:nvPr/>
          </p:nvSpPr>
          <p:spPr>
            <a:xfrm>
              <a:off x="7396163" y="914400"/>
              <a:ext cx="434975" cy="273050"/>
            </a:xfrm>
            <a:custGeom>
              <a:avLst/>
              <a:gdLst/>
              <a:ahLst/>
              <a:cxnLst/>
              <a:rect l="l" t="t" r="r" b="b"/>
              <a:pathLst>
                <a:path w="274" h="172" extrusionOk="0">
                  <a:moveTo>
                    <a:pt x="23" y="0"/>
                  </a:moveTo>
                  <a:lnTo>
                    <a:pt x="274" y="145"/>
                  </a:lnTo>
                  <a:lnTo>
                    <a:pt x="274" y="172"/>
                  </a:lnTo>
                  <a:lnTo>
                    <a:pt x="0" y="14"/>
                  </a:lnTo>
                  <a:lnTo>
                    <a:pt x="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4" name="Google Shape;574;p76"/>
            <p:cNvSpPr/>
            <p:nvPr/>
          </p:nvSpPr>
          <p:spPr>
            <a:xfrm>
              <a:off x="7300913" y="969963"/>
              <a:ext cx="530225" cy="327025"/>
            </a:xfrm>
            <a:custGeom>
              <a:avLst/>
              <a:gdLst/>
              <a:ahLst/>
              <a:cxnLst/>
              <a:rect l="l" t="t" r="r" b="b"/>
              <a:pathLst>
                <a:path w="334" h="206" extrusionOk="0">
                  <a:moveTo>
                    <a:pt x="334" y="206"/>
                  </a:moveTo>
                  <a:lnTo>
                    <a:pt x="0" y="13"/>
                  </a:lnTo>
                  <a:lnTo>
                    <a:pt x="23" y="0"/>
                  </a:lnTo>
                  <a:lnTo>
                    <a:pt x="334" y="179"/>
                  </a:lnTo>
                  <a:lnTo>
                    <a:pt x="334" y="206"/>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5" name="Google Shape;575;p76"/>
            <p:cNvSpPr/>
            <p:nvPr/>
          </p:nvSpPr>
          <p:spPr>
            <a:xfrm>
              <a:off x="7207250" y="1023938"/>
              <a:ext cx="623888" cy="384175"/>
            </a:xfrm>
            <a:custGeom>
              <a:avLst/>
              <a:gdLst/>
              <a:ahLst/>
              <a:cxnLst/>
              <a:rect l="l" t="t" r="r" b="b"/>
              <a:pathLst>
                <a:path w="393" h="242" extrusionOk="0">
                  <a:moveTo>
                    <a:pt x="393" y="242"/>
                  </a:moveTo>
                  <a:lnTo>
                    <a:pt x="0" y="14"/>
                  </a:lnTo>
                  <a:lnTo>
                    <a:pt x="23" y="0"/>
                  </a:lnTo>
                  <a:lnTo>
                    <a:pt x="393" y="215"/>
                  </a:lnTo>
                  <a:lnTo>
                    <a:pt x="393" y="24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6" name="Google Shape;576;p76"/>
            <p:cNvSpPr/>
            <p:nvPr/>
          </p:nvSpPr>
          <p:spPr>
            <a:xfrm>
              <a:off x="7112000" y="1079500"/>
              <a:ext cx="719138" cy="434975"/>
            </a:xfrm>
            <a:custGeom>
              <a:avLst/>
              <a:gdLst/>
              <a:ahLst/>
              <a:cxnLst/>
              <a:rect l="l" t="t" r="r" b="b"/>
              <a:pathLst>
                <a:path w="453" h="274" extrusionOk="0">
                  <a:moveTo>
                    <a:pt x="453" y="274"/>
                  </a:moveTo>
                  <a:lnTo>
                    <a:pt x="0" y="14"/>
                  </a:lnTo>
                  <a:lnTo>
                    <a:pt x="23" y="0"/>
                  </a:lnTo>
                  <a:lnTo>
                    <a:pt x="453" y="249"/>
                  </a:lnTo>
                  <a:lnTo>
                    <a:pt x="453" y="274"/>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7" name="Google Shape;577;p76"/>
            <p:cNvSpPr/>
            <p:nvPr/>
          </p:nvSpPr>
          <p:spPr>
            <a:xfrm>
              <a:off x="7035800" y="1135063"/>
              <a:ext cx="795338" cy="481013"/>
            </a:xfrm>
            <a:custGeom>
              <a:avLst/>
              <a:gdLst/>
              <a:ahLst/>
              <a:cxnLst/>
              <a:rect l="l" t="t" r="r" b="b"/>
              <a:pathLst>
                <a:path w="501" h="303" extrusionOk="0">
                  <a:moveTo>
                    <a:pt x="501" y="295"/>
                  </a:moveTo>
                  <a:lnTo>
                    <a:pt x="489" y="303"/>
                  </a:lnTo>
                  <a:lnTo>
                    <a:pt x="0" y="19"/>
                  </a:lnTo>
                  <a:lnTo>
                    <a:pt x="0" y="6"/>
                  </a:lnTo>
                  <a:lnTo>
                    <a:pt x="11" y="0"/>
                  </a:lnTo>
                  <a:lnTo>
                    <a:pt x="501" y="281"/>
                  </a:lnTo>
                  <a:lnTo>
                    <a:pt x="501" y="29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8" name="Google Shape;578;p76"/>
            <p:cNvSpPr/>
            <p:nvPr/>
          </p:nvSpPr>
          <p:spPr>
            <a:xfrm>
              <a:off x="7035800" y="1233488"/>
              <a:ext cx="719138" cy="436563"/>
            </a:xfrm>
            <a:custGeom>
              <a:avLst/>
              <a:gdLst/>
              <a:ahLst/>
              <a:cxnLst/>
              <a:rect l="l" t="t" r="r" b="b"/>
              <a:pathLst>
                <a:path w="453" h="275" extrusionOk="0">
                  <a:moveTo>
                    <a:pt x="430" y="275"/>
                  </a:moveTo>
                  <a:lnTo>
                    <a:pt x="0" y="27"/>
                  </a:lnTo>
                  <a:lnTo>
                    <a:pt x="0" y="0"/>
                  </a:lnTo>
                  <a:lnTo>
                    <a:pt x="453" y="262"/>
                  </a:lnTo>
                  <a:lnTo>
                    <a:pt x="430" y="27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9" name="Google Shape;579;p76"/>
            <p:cNvSpPr/>
            <p:nvPr/>
          </p:nvSpPr>
          <p:spPr>
            <a:xfrm>
              <a:off x="7035800" y="1343025"/>
              <a:ext cx="623888" cy="379413"/>
            </a:xfrm>
            <a:custGeom>
              <a:avLst/>
              <a:gdLst/>
              <a:ahLst/>
              <a:cxnLst/>
              <a:rect l="l" t="t" r="r" b="b"/>
              <a:pathLst>
                <a:path w="393" h="239" extrusionOk="0">
                  <a:moveTo>
                    <a:pt x="370" y="239"/>
                  </a:moveTo>
                  <a:lnTo>
                    <a:pt x="0" y="27"/>
                  </a:lnTo>
                  <a:lnTo>
                    <a:pt x="0" y="0"/>
                  </a:lnTo>
                  <a:lnTo>
                    <a:pt x="393" y="228"/>
                  </a:lnTo>
                  <a:lnTo>
                    <a:pt x="370" y="239"/>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0" name="Google Shape;580;p76"/>
            <p:cNvSpPr/>
            <p:nvPr/>
          </p:nvSpPr>
          <p:spPr>
            <a:xfrm>
              <a:off x="7035800" y="1452563"/>
              <a:ext cx="528638" cy="325438"/>
            </a:xfrm>
            <a:custGeom>
              <a:avLst/>
              <a:gdLst/>
              <a:ahLst/>
              <a:cxnLst/>
              <a:rect l="l" t="t" r="r" b="b"/>
              <a:pathLst>
                <a:path w="333" h="205" extrusionOk="0">
                  <a:moveTo>
                    <a:pt x="310" y="205"/>
                  </a:moveTo>
                  <a:lnTo>
                    <a:pt x="0" y="26"/>
                  </a:lnTo>
                  <a:lnTo>
                    <a:pt x="0" y="0"/>
                  </a:lnTo>
                  <a:lnTo>
                    <a:pt x="333" y="191"/>
                  </a:lnTo>
                  <a:lnTo>
                    <a:pt x="310" y="20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1" name="Google Shape;581;p76"/>
            <p:cNvSpPr/>
            <p:nvPr/>
          </p:nvSpPr>
          <p:spPr>
            <a:xfrm>
              <a:off x="7035800" y="1560513"/>
              <a:ext cx="433388" cy="273050"/>
            </a:xfrm>
            <a:custGeom>
              <a:avLst/>
              <a:gdLst/>
              <a:ahLst/>
              <a:cxnLst/>
              <a:rect l="l" t="t" r="r" b="b"/>
              <a:pathLst>
                <a:path w="273" h="172" extrusionOk="0">
                  <a:moveTo>
                    <a:pt x="250" y="172"/>
                  </a:moveTo>
                  <a:lnTo>
                    <a:pt x="0" y="27"/>
                  </a:lnTo>
                  <a:lnTo>
                    <a:pt x="0" y="0"/>
                  </a:lnTo>
                  <a:lnTo>
                    <a:pt x="273" y="158"/>
                  </a:lnTo>
                  <a:lnTo>
                    <a:pt x="250" y="17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2" name="Google Shape;582;p76"/>
            <p:cNvSpPr/>
            <p:nvPr/>
          </p:nvSpPr>
          <p:spPr>
            <a:xfrm>
              <a:off x="4138613" y="5045075"/>
              <a:ext cx="134938" cy="76200"/>
            </a:xfrm>
            <a:custGeom>
              <a:avLst/>
              <a:gdLst/>
              <a:ahLst/>
              <a:cxnLst/>
              <a:rect l="l" t="t" r="r" b="b"/>
              <a:pathLst>
                <a:path w="85" h="48" extrusionOk="0">
                  <a:moveTo>
                    <a:pt x="45" y="0"/>
                  </a:moveTo>
                  <a:lnTo>
                    <a:pt x="0" y="25"/>
                  </a:lnTo>
                  <a:lnTo>
                    <a:pt x="41" y="48"/>
                  </a:lnTo>
                  <a:lnTo>
                    <a:pt x="85" y="23"/>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3" name="Google Shape;583;p76"/>
            <p:cNvSpPr/>
            <p:nvPr/>
          </p:nvSpPr>
          <p:spPr>
            <a:xfrm>
              <a:off x="3621088" y="4748213"/>
              <a:ext cx="134938" cy="76200"/>
            </a:xfrm>
            <a:custGeom>
              <a:avLst/>
              <a:gdLst/>
              <a:ahLst/>
              <a:cxnLst/>
              <a:rect l="l" t="t" r="r" b="b"/>
              <a:pathLst>
                <a:path w="85" h="48" extrusionOk="0">
                  <a:moveTo>
                    <a:pt x="85" y="23"/>
                  </a:moveTo>
                  <a:lnTo>
                    <a:pt x="45"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4" name="Google Shape;584;p76"/>
            <p:cNvSpPr/>
            <p:nvPr/>
          </p:nvSpPr>
          <p:spPr>
            <a:xfrm>
              <a:off x="3878263" y="4894263"/>
              <a:ext cx="138113" cy="79375"/>
            </a:xfrm>
            <a:custGeom>
              <a:avLst/>
              <a:gdLst/>
              <a:ahLst/>
              <a:cxnLst/>
              <a:rect l="l" t="t" r="r" b="b"/>
              <a:pathLst>
                <a:path w="87" h="50" extrusionOk="0">
                  <a:moveTo>
                    <a:pt x="47" y="0"/>
                  </a:moveTo>
                  <a:lnTo>
                    <a:pt x="0" y="27"/>
                  </a:lnTo>
                  <a:lnTo>
                    <a:pt x="41" y="50"/>
                  </a:lnTo>
                  <a:lnTo>
                    <a:pt x="87" y="23"/>
                  </a:lnTo>
                  <a:lnTo>
                    <a:pt x="47"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5" name="Google Shape;585;p76"/>
            <p:cNvSpPr/>
            <p:nvPr/>
          </p:nvSpPr>
          <p:spPr>
            <a:xfrm>
              <a:off x="3749675" y="4821238"/>
              <a:ext cx="134938" cy="76200"/>
            </a:xfrm>
            <a:custGeom>
              <a:avLst/>
              <a:gdLst/>
              <a:ahLst/>
              <a:cxnLst/>
              <a:rect l="l" t="t" r="r" b="b"/>
              <a:pathLst>
                <a:path w="85" h="48" extrusionOk="0">
                  <a:moveTo>
                    <a:pt x="85" y="23"/>
                  </a:moveTo>
                  <a:lnTo>
                    <a:pt x="45"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6" name="Google Shape;586;p76"/>
            <p:cNvSpPr/>
            <p:nvPr/>
          </p:nvSpPr>
          <p:spPr>
            <a:xfrm>
              <a:off x="4006850" y="4970463"/>
              <a:ext cx="138113" cy="77788"/>
            </a:xfrm>
            <a:custGeom>
              <a:avLst/>
              <a:gdLst/>
              <a:ahLst/>
              <a:cxnLst/>
              <a:rect l="l" t="t" r="r" b="b"/>
              <a:pathLst>
                <a:path w="87" h="49" extrusionOk="0">
                  <a:moveTo>
                    <a:pt x="87" y="24"/>
                  </a:moveTo>
                  <a:lnTo>
                    <a:pt x="47" y="0"/>
                  </a:lnTo>
                  <a:lnTo>
                    <a:pt x="0" y="25"/>
                  </a:lnTo>
                  <a:lnTo>
                    <a:pt x="43" y="49"/>
                  </a:lnTo>
                  <a:lnTo>
                    <a:pt x="87" y="24"/>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7" name="Google Shape;587;p76"/>
            <p:cNvSpPr/>
            <p:nvPr/>
          </p:nvSpPr>
          <p:spPr>
            <a:xfrm>
              <a:off x="3484563" y="4665663"/>
              <a:ext cx="142875" cy="85725"/>
            </a:xfrm>
            <a:custGeom>
              <a:avLst/>
              <a:gdLst/>
              <a:ahLst/>
              <a:cxnLst/>
              <a:rect l="l" t="t" r="r" b="b"/>
              <a:pathLst>
                <a:path w="90" h="54" extrusionOk="0">
                  <a:moveTo>
                    <a:pt x="44" y="0"/>
                  </a:moveTo>
                  <a:lnTo>
                    <a:pt x="0" y="27"/>
                  </a:lnTo>
                  <a:lnTo>
                    <a:pt x="46" y="54"/>
                  </a:lnTo>
                  <a:lnTo>
                    <a:pt x="90"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8" name="Google Shape;588;p76"/>
            <p:cNvSpPr/>
            <p:nvPr/>
          </p:nvSpPr>
          <p:spPr>
            <a:xfrm>
              <a:off x="3360738" y="4735513"/>
              <a:ext cx="147638" cy="85725"/>
            </a:xfrm>
            <a:custGeom>
              <a:avLst/>
              <a:gdLst/>
              <a:ahLst/>
              <a:cxnLst/>
              <a:rect l="l" t="t" r="r" b="b"/>
              <a:pathLst>
                <a:path w="93" h="54" extrusionOk="0">
                  <a:moveTo>
                    <a:pt x="45" y="0"/>
                  </a:moveTo>
                  <a:lnTo>
                    <a:pt x="0" y="27"/>
                  </a:lnTo>
                  <a:lnTo>
                    <a:pt x="47" y="54"/>
                  </a:lnTo>
                  <a:lnTo>
                    <a:pt x="93" y="27"/>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9" name="Google Shape;589;p76"/>
            <p:cNvSpPr/>
            <p:nvPr/>
          </p:nvSpPr>
          <p:spPr>
            <a:xfrm>
              <a:off x="3759200" y="4965700"/>
              <a:ext cx="134938" cy="79375"/>
            </a:xfrm>
            <a:custGeom>
              <a:avLst/>
              <a:gdLst/>
              <a:ahLst/>
              <a:cxnLst/>
              <a:rect l="l" t="t" r="r" b="b"/>
              <a:pathLst>
                <a:path w="85" h="50" extrusionOk="0">
                  <a:moveTo>
                    <a:pt x="85" y="23"/>
                  </a:moveTo>
                  <a:lnTo>
                    <a:pt x="45" y="0"/>
                  </a:lnTo>
                  <a:lnTo>
                    <a:pt x="0" y="27"/>
                  </a:lnTo>
                  <a:lnTo>
                    <a:pt x="41"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0" name="Google Shape;590;p76"/>
            <p:cNvSpPr/>
            <p:nvPr/>
          </p:nvSpPr>
          <p:spPr>
            <a:xfrm>
              <a:off x="3887788" y="5038725"/>
              <a:ext cx="134938" cy="79375"/>
            </a:xfrm>
            <a:custGeom>
              <a:avLst/>
              <a:gdLst/>
              <a:ahLst/>
              <a:cxnLst/>
              <a:rect l="l" t="t" r="r" b="b"/>
              <a:pathLst>
                <a:path w="85" h="50" extrusionOk="0">
                  <a:moveTo>
                    <a:pt x="45" y="0"/>
                  </a:moveTo>
                  <a:lnTo>
                    <a:pt x="0" y="27"/>
                  </a:lnTo>
                  <a:lnTo>
                    <a:pt x="41" y="50"/>
                  </a:lnTo>
                  <a:lnTo>
                    <a:pt x="85" y="25"/>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1" name="Google Shape;591;p76"/>
            <p:cNvSpPr/>
            <p:nvPr/>
          </p:nvSpPr>
          <p:spPr>
            <a:xfrm>
              <a:off x="3630613" y="4891088"/>
              <a:ext cx="134938" cy="76200"/>
            </a:xfrm>
            <a:custGeom>
              <a:avLst/>
              <a:gdLst/>
              <a:ahLst/>
              <a:cxnLst/>
              <a:rect l="l" t="t" r="r" b="b"/>
              <a:pathLst>
                <a:path w="85" h="48" extrusionOk="0">
                  <a:moveTo>
                    <a:pt x="45" y="0"/>
                  </a:moveTo>
                  <a:lnTo>
                    <a:pt x="0" y="25"/>
                  </a:lnTo>
                  <a:lnTo>
                    <a:pt x="41" y="48"/>
                  </a:lnTo>
                  <a:lnTo>
                    <a:pt x="85" y="23"/>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2" name="Google Shape;592;p76"/>
            <p:cNvSpPr/>
            <p:nvPr/>
          </p:nvSpPr>
          <p:spPr>
            <a:xfrm>
              <a:off x="3498850" y="4814888"/>
              <a:ext cx="138113" cy="79375"/>
            </a:xfrm>
            <a:custGeom>
              <a:avLst/>
              <a:gdLst/>
              <a:ahLst/>
              <a:cxnLst/>
              <a:rect l="l" t="t" r="r" b="b"/>
              <a:pathLst>
                <a:path w="87" h="50" extrusionOk="0">
                  <a:moveTo>
                    <a:pt x="87" y="25"/>
                  </a:moveTo>
                  <a:lnTo>
                    <a:pt x="47" y="0"/>
                  </a:lnTo>
                  <a:lnTo>
                    <a:pt x="0" y="27"/>
                  </a:lnTo>
                  <a:lnTo>
                    <a:pt x="41" y="50"/>
                  </a:lnTo>
                  <a:lnTo>
                    <a:pt x="87"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3" name="Google Shape;593;p76"/>
            <p:cNvSpPr/>
            <p:nvPr/>
          </p:nvSpPr>
          <p:spPr>
            <a:xfrm>
              <a:off x="3508375" y="4962525"/>
              <a:ext cx="134938" cy="76200"/>
            </a:xfrm>
            <a:custGeom>
              <a:avLst/>
              <a:gdLst/>
              <a:ahLst/>
              <a:cxnLst/>
              <a:rect l="l" t="t" r="r" b="b"/>
              <a:pathLst>
                <a:path w="85" h="48" extrusionOk="0">
                  <a:moveTo>
                    <a:pt x="85" y="23"/>
                  </a:moveTo>
                  <a:lnTo>
                    <a:pt x="44" y="0"/>
                  </a:lnTo>
                  <a:lnTo>
                    <a:pt x="0" y="25"/>
                  </a:lnTo>
                  <a:lnTo>
                    <a:pt x="41"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4" name="Google Shape;594;p76"/>
            <p:cNvSpPr/>
            <p:nvPr/>
          </p:nvSpPr>
          <p:spPr>
            <a:xfrm>
              <a:off x="3636963" y="5035550"/>
              <a:ext cx="134938" cy="79375"/>
            </a:xfrm>
            <a:custGeom>
              <a:avLst/>
              <a:gdLst/>
              <a:ahLst/>
              <a:cxnLst/>
              <a:rect l="l" t="t" r="r" b="b"/>
              <a:pathLst>
                <a:path w="85" h="50" extrusionOk="0">
                  <a:moveTo>
                    <a:pt x="44" y="0"/>
                  </a:moveTo>
                  <a:lnTo>
                    <a:pt x="0" y="25"/>
                  </a:lnTo>
                  <a:lnTo>
                    <a:pt x="41" y="50"/>
                  </a:lnTo>
                  <a:lnTo>
                    <a:pt x="85" y="23"/>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5" name="Google Shape;595;p76"/>
            <p:cNvSpPr/>
            <p:nvPr/>
          </p:nvSpPr>
          <p:spPr>
            <a:xfrm>
              <a:off x="3336925" y="4821238"/>
              <a:ext cx="49213" cy="55563"/>
            </a:xfrm>
            <a:custGeom>
              <a:avLst/>
              <a:gdLst/>
              <a:ahLst/>
              <a:cxnLst/>
              <a:rect l="l" t="t" r="r" b="b"/>
              <a:pathLst>
                <a:path w="31" h="35" extrusionOk="0">
                  <a:moveTo>
                    <a:pt x="0" y="35"/>
                  </a:moveTo>
                  <a:lnTo>
                    <a:pt x="31" y="17"/>
                  </a:lnTo>
                  <a:lnTo>
                    <a:pt x="0" y="0"/>
                  </a:lnTo>
                  <a:lnTo>
                    <a:pt x="0" y="3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6" name="Google Shape;596;p76"/>
            <p:cNvSpPr/>
            <p:nvPr/>
          </p:nvSpPr>
          <p:spPr>
            <a:xfrm>
              <a:off x="3379788" y="4884738"/>
              <a:ext cx="134938" cy="80963"/>
            </a:xfrm>
            <a:custGeom>
              <a:avLst/>
              <a:gdLst/>
              <a:ahLst/>
              <a:cxnLst/>
              <a:rect l="l" t="t" r="r" b="b"/>
              <a:pathLst>
                <a:path w="85" h="51" extrusionOk="0">
                  <a:moveTo>
                    <a:pt x="44" y="0"/>
                  </a:moveTo>
                  <a:lnTo>
                    <a:pt x="0" y="27"/>
                  </a:lnTo>
                  <a:lnTo>
                    <a:pt x="41" y="51"/>
                  </a:lnTo>
                  <a:lnTo>
                    <a:pt x="85" y="24"/>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7" name="Google Shape;597;p76"/>
            <p:cNvSpPr/>
            <p:nvPr/>
          </p:nvSpPr>
          <p:spPr>
            <a:xfrm>
              <a:off x="3386138" y="5029200"/>
              <a:ext cx="138113" cy="79375"/>
            </a:xfrm>
            <a:custGeom>
              <a:avLst/>
              <a:gdLst/>
              <a:ahLst/>
              <a:cxnLst/>
              <a:rect l="l" t="t" r="r" b="b"/>
              <a:pathLst>
                <a:path w="87" h="50" extrusionOk="0">
                  <a:moveTo>
                    <a:pt x="46" y="0"/>
                  </a:moveTo>
                  <a:lnTo>
                    <a:pt x="0" y="27"/>
                  </a:lnTo>
                  <a:lnTo>
                    <a:pt x="40" y="50"/>
                  </a:lnTo>
                  <a:lnTo>
                    <a:pt x="87" y="25"/>
                  </a:lnTo>
                  <a:lnTo>
                    <a:pt x="46"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8" name="Google Shape;598;p76"/>
            <p:cNvSpPr/>
            <p:nvPr/>
          </p:nvSpPr>
          <p:spPr>
            <a:xfrm>
              <a:off x="3336925" y="4962525"/>
              <a:ext cx="55563" cy="63500"/>
            </a:xfrm>
            <a:custGeom>
              <a:avLst/>
              <a:gdLst/>
              <a:ahLst/>
              <a:cxnLst/>
              <a:rect l="l" t="t" r="r" b="b"/>
              <a:pathLst>
                <a:path w="35" h="40" extrusionOk="0">
                  <a:moveTo>
                    <a:pt x="0" y="40"/>
                  </a:moveTo>
                  <a:lnTo>
                    <a:pt x="35" y="19"/>
                  </a:lnTo>
                  <a:lnTo>
                    <a:pt x="0" y="0"/>
                  </a:lnTo>
                  <a:lnTo>
                    <a:pt x="0" y="4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99" name="Google Shape;599;p76"/>
            <p:cNvSpPr/>
            <p:nvPr/>
          </p:nvSpPr>
          <p:spPr>
            <a:xfrm>
              <a:off x="5124450" y="4778375"/>
              <a:ext cx="88900" cy="73025"/>
            </a:xfrm>
            <a:custGeom>
              <a:avLst/>
              <a:gdLst/>
              <a:ahLst/>
              <a:cxnLst/>
              <a:rect l="l" t="t" r="r" b="b"/>
              <a:pathLst>
                <a:path w="56" h="46" extrusionOk="0">
                  <a:moveTo>
                    <a:pt x="41" y="46"/>
                  </a:moveTo>
                  <a:lnTo>
                    <a:pt x="56" y="37"/>
                  </a:lnTo>
                  <a:lnTo>
                    <a:pt x="56" y="8"/>
                  </a:lnTo>
                  <a:lnTo>
                    <a:pt x="39"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0" name="Google Shape;600;p76"/>
            <p:cNvSpPr/>
            <p:nvPr/>
          </p:nvSpPr>
          <p:spPr>
            <a:xfrm>
              <a:off x="4992688" y="4702175"/>
              <a:ext cx="128588" cy="76200"/>
            </a:xfrm>
            <a:custGeom>
              <a:avLst/>
              <a:gdLst/>
              <a:ahLst/>
              <a:cxnLst/>
              <a:rect l="l" t="t" r="r" b="b"/>
              <a:pathLst>
                <a:path w="81" h="48" extrusionOk="0">
                  <a:moveTo>
                    <a:pt x="43" y="48"/>
                  </a:moveTo>
                  <a:lnTo>
                    <a:pt x="81" y="25"/>
                  </a:lnTo>
                  <a:lnTo>
                    <a:pt x="41" y="0"/>
                  </a:lnTo>
                  <a:lnTo>
                    <a:pt x="0" y="23"/>
                  </a:lnTo>
                  <a:lnTo>
                    <a:pt x="43"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1" name="Google Shape;601;p76"/>
            <p:cNvSpPr/>
            <p:nvPr/>
          </p:nvSpPr>
          <p:spPr>
            <a:xfrm>
              <a:off x="4864100" y="4627563"/>
              <a:ext cx="128588" cy="74613"/>
            </a:xfrm>
            <a:custGeom>
              <a:avLst/>
              <a:gdLst/>
              <a:ahLst/>
              <a:cxnLst/>
              <a:rect l="l" t="t" r="r" b="b"/>
              <a:pathLst>
                <a:path w="81" h="47" extrusionOk="0">
                  <a:moveTo>
                    <a:pt x="41" y="47"/>
                  </a:moveTo>
                  <a:lnTo>
                    <a:pt x="81" y="24"/>
                  </a:lnTo>
                  <a:lnTo>
                    <a:pt x="41" y="0"/>
                  </a:lnTo>
                  <a:lnTo>
                    <a:pt x="0" y="24"/>
                  </a:lnTo>
                  <a:lnTo>
                    <a:pt x="41" y="4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2" name="Google Shape;602;p76"/>
            <p:cNvSpPr/>
            <p:nvPr/>
          </p:nvSpPr>
          <p:spPr>
            <a:xfrm>
              <a:off x="4213225" y="4251325"/>
              <a:ext cx="133350" cy="79375"/>
            </a:xfrm>
            <a:custGeom>
              <a:avLst/>
              <a:gdLst/>
              <a:ahLst/>
              <a:cxnLst/>
              <a:rect l="l" t="t" r="r" b="b"/>
              <a:pathLst>
                <a:path w="84" h="50" extrusionOk="0">
                  <a:moveTo>
                    <a:pt x="38" y="0"/>
                  </a:moveTo>
                  <a:lnTo>
                    <a:pt x="0" y="23"/>
                  </a:lnTo>
                  <a:lnTo>
                    <a:pt x="46" y="50"/>
                  </a:lnTo>
                  <a:lnTo>
                    <a:pt x="84" y="27"/>
                  </a:lnTo>
                  <a:lnTo>
                    <a:pt x="38"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3" name="Google Shape;603;p76"/>
            <p:cNvSpPr/>
            <p:nvPr/>
          </p:nvSpPr>
          <p:spPr>
            <a:xfrm>
              <a:off x="4606925" y="4478338"/>
              <a:ext cx="128588" cy="76200"/>
            </a:xfrm>
            <a:custGeom>
              <a:avLst/>
              <a:gdLst/>
              <a:ahLst/>
              <a:cxnLst/>
              <a:rect l="l" t="t" r="r" b="b"/>
              <a:pathLst>
                <a:path w="81" h="48" extrusionOk="0">
                  <a:moveTo>
                    <a:pt x="41" y="48"/>
                  </a:moveTo>
                  <a:lnTo>
                    <a:pt x="81" y="25"/>
                  </a:lnTo>
                  <a:lnTo>
                    <a:pt x="41" y="0"/>
                  </a:lnTo>
                  <a:lnTo>
                    <a:pt x="0" y="23"/>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4" name="Google Shape;604;p76"/>
            <p:cNvSpPr/>
            <p:nvPr/>
          </p:nvSpPr>
          <p:spPr>
            <a:xfrm>
              <a:off x="4735513" y="4554538"/>
              <a:ext cx="128588" cy="73025"/>
            </a:xfrm>
            <a:custGeom>
              <a:avLst/>
              <a:gdLst/>
              <a:ahLst/>
              <a:cxnLst/>
              <a:rect l="l" t="t" r="r" b="b"/>
              <a:pathLst>
                <a:path w="81" h="46" extrusionOk="0">
                  <a:moveTo>
                    <a:pt x="41" y="46"/>
                  </a:moveTo>
                  <a:lnTo>
                    <a:pt x="81" y="23"/>
                  </a:lnTo>
                  <a:lnTo>
                    <a:pt x="41"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5" name="Google Shape;605;p76"/>
            <p:cNvSpPr/>
            <p:nvPr/>
          </p:nvSpPr>
          <p:spPr>
            <a:xfrm>
              <a:off x="4478338" y="4405313"/>
              <a:ext cx="128588" cy="73025"/>
            </a:xfrm>
            <a:custGeom>
              <a:avLst/>
              <a:gdLst/>
              <a:ahLst/>
              <a:cxnLst/>
              <a:rect l="l" t="t" r="r" b="b"/>
              <a:pathLst>
                <a:path w="81" h="46" extrusionOk="0">
                  <a:moveTo>
                    <a:pt x="41" y="46"/>
                  </a:moveTo>
                  <a:lnTo>
                    <a:pt x="81" y="23"/>
                  </a:lnTo>
                  <a:lnTo>
                    <a:pt x="41" y="0"/>
                  </a:lnTo>
                  <a:lnTo>
                    <a:pt x="0" y="23"/>
                  </a:lnTo>
                  <a:lnTo>
                    <a:pt x="41" y="4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6" name="Google Shape;606;p76"/>
            <p:cNvSpPr/>
            <p:nvPr/>
          </p:nvSpPr>
          <p:spPr>
            <a:xfrm>
              <a:off x="4349750" y="4330700"/>
              <a:ext cx="128588" cy="74613"/>
            </a:xfrm>
            <a:custGeom>
              <a:avLst/>
              <a:gdLst/>
              <a:ahLst/>
              <a:cxnLst/>
              <a:rect l="l" t="t" r="r" b="b"/>
              <a:pathLst>
                <a:path w="81" h="47" extrusionOk="0">
                  <a:moveTo>
                    <a:pt x="41" y="47"/>
                  </a:moveTo>
                  <a:lnTo>
                    <a:pt x="81" y="23"/>
                  </a:lnTo>
                  <a:lnTo>
                    <a:pt x="41" y="0"/>
                  </a:lnTo>
                  <a:lnTo>
                    <a:pt x="0" y="23"/>
                  </a:lnTo>
                  <a:lnTo>
                    <a:pt x="41" y="4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7" name="Google Shape;607;p76"/>
            <p:cNvSpPr/>
            <p:nvPr/>
          </p:nvSpPr>
          <p:spPr>
            <a:xfrm>
              <a:off x="4089400" y="4316413"/>
              <a:ext cx="144463" cy="82550"/>
            </a:xfrm>
            <a:custGeom>
              <a:avLst/>
              <a:gdLst/>
              <a:ahLst/>
              <a:cxnLst/>
              <a:rect l="l" t="t" r="r" b="b"/>
              <a:pathLst>
                <a:path w="91" h="52" extrusionOk="0">
                  <a:moveTo>
                    <a:pt x="45" y="0"/>
                  </a:moveTo>
                  <a:lnTo>
                    <a:pt x="0" y="25"/>
                  </a:lnTo>
                  <a:lnTo>
                    <a:pt x="47" y="52"/>
                  </a:lnTo>
                  <a:lnTo>
                    <a:pt x="91" y="27"/>
                  </a:lnTo>
                  <a:lnTo>
                    <a:pt x="45"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8" name="Google Shape;608;p76"/>
            <p:cNvSpPr/>
            <p:nvPr/>
          </p:nvSpPr>
          <p:spPr>
            <a:xfrm>
              <a:off x="4745038" y="4695825"/>
              <a:ext cx="134938" cy="76200"/>
            </a:xfrm>
            <a:custGeom>
              <a:avLst/>
              <a:gdLst/>
              <a:ahLst/>
              <a:cxnLst/>
              <a:rect l="l" t="t" r="r" b="b"/>
              <a:pathLst>
                <a:path w="85" h="48" extrusionOk="0">
                  <a:moveTo>
                    <a:pt x="41" y="48"/>
                  </a:moveTo>
                  <a:lnTo>
                    <a:pt x="85" y="23"/>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09" name="Google Shape;609;p76"/>
            <p:cNvSpPr/>
            <p:nvPr/>
          </p:nvSpPr>
          <p:spPr>
            <a:xfrm>
              <a:off x="4227513" y="4395788"/>
              <a:ext cx="134938" cy="79375"/>
            </a:xfrm>
            <a:custGeom>
              <a:avLst/>
              <a:gdLst/>
              <a:ahLst/>
              <a:cxnLst/>
              <a:rect l="l" t="t" r="r" b="b"/>
              <a:pathLst>
                <a:path w="85" h="50" extrusionOk="0">
                  <a:moveTo>
                    <a:pt x="85" y="23"/>
                  </a:moveTo>
                  <a:lnTo>
                    <a:pt x="45" y="0"/>
                  </a:lnTo>
                  <a:lnTo>
                    <a:pt x="0" y="27"/>
                  </a:lnTo>
                  <a:lnTo>
                    <a:pt x="41"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0" name="Google Shape;610;p76"/>
            <p:cNvSpPr/>
            <p:nvPr/>
          </p:nvSpPr>
          <p:spPr>
            <a:xfrm>
              <a:off x="4616450" y="4619625"/>
              <a:ext cx="134938" cy="79375"/>
            </a:xfrm>
            <a:custGeom>
              <a:avLst/>
              <a:gdLst/>
              <a:ahLst/>
              <a:cxnLst/>
              <a:rect l="l" t="t" r="r" b="b"/>
              <a:pathLst>
                <a:path w="85" h="50" extrusionOk="0">
                  <a:moveTo>
                    <a:pt x="41" y="50"/>
                  </a:moveTo>
                  <a:lnTo>
                    <a:pt x="85" y="23"/>
                  </a:lnTo>
                  <a:lnTo>
                    <a:pt x="44" y="0"/>
                  </a:lnTo>
                  <a:lnTo>
                    <a:pt x="0" y="27"/>
                  </a:lnTo>
                  <a:lnTo>
                    <a:pt x="41"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1" name="Google Shape;611;p76"/>
            <p:cNvSpPr/>
            <p:nvPr/>
          </p:nvSpPr>
          <p:spPr>
            <a:xfrm>
              <a:off x="4873625" y="4768850"/>
              <a:ext cx="134938" cy="76200"/>
            </a:xfrm>
            <a:custGeom>
              <a:avLst/>
              <a:gdLst/>
              <a:ahLst/>
              <a:cxnLst/>
              <a:rect l="l" t="t" r="r" b="b"/>
              <a:pathLst>
                <a:path w="85" h="48" extrusionOk="0">
                  <a:moveTo>
                    <a:pt x="41" y="48"/>
                  </a:moveTo>
                  <a:lnTo>
                    <a:pt x="85" y="23"/>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2" name="Google Shape;612;p76"/>
            <p:cNvSpPr/>
            <p:nvPr/>
          </p:nvSpPr>
          <p:spPr>
            <a:xfrm>
              <a:off x="4356100" y="4471988"/>
              <a:ext cx="138113" cy="76200"/>
            </a:xfrm>
            <a:custGeom>
              <a:avLst/>
              <a:gdLst/>
              <a:ahLst/>
              <a:cxnLst/>
              <a:rect l="l" t="t" r="r" b="b"/>
              <a:pathLst>
                <a:path w="87" h="48" extrusionOk="0">
                  <a:moveTo>
                    <a:pt x="41" y="48"/>
                  </a:moveTo>
                  <a:lnTo>
                    <a:pt x="87" y="23"/>
                  </a:lnTo>
                  <a:lnTo>
                    <a:pt x="45"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3" name="Google Shape;613;p76"/>
            <p:cNvSpPr/>
            <p:nvPr/>
          </p:nvSpPr>
          <p:spPr>
            <a:xfrm>
              <a:off x="4484688" y="4545013"/>
              <a:ext cx="138113" cy="77788"/>
            </a:xfrm>
            <a:custGeom>
              <a:avLst/>
              <a:gdLst/>
              <a:ahLst/>
              <a:cxnLst/>
              <a:rect l="l" t="t" r="r" b="b"/>
              <a:pathLst>
                <a:path w="87" h="49" extrusionOk="0">
                  <a:moveTo>
                    <a:pt x="41" y="49"/>
                  </a:moveTo>
                  <a:lnTo>
                    <a:pt x="87" y="23"/>
                  </a:lnTo>
                  <a:lnTo>
                    <a:pt x="46" y="0"/>
                  </a:lnTo>
                  <a:lnTo>
                    <a:pt x="0" y="25"/>
                  </a:lnTo>
                  <a:lnTo>
                    <a:pt x="41" y="49"/>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4" name="Google Shape;614;p76"/>
            <p:cNvSpPr/>
            <p:nvPr/>
          </p:nvSpPr>
          <p:spPr>
            <a:xfrm>
              <a:off x="5130800" y="4919663"/>
              <a:ext cx="82550" cy="76200"/>
            </a:xfrm>
            <a:custGeom>
              <a:avLst/>
              <a:gdLst/>
              <a:ahLst/>
              <a:cxnLst/>
              <a:rect l="l" t="t" r="r" b="b"/>
              <a:pathLst>
                <a:path w="52" h="48" extrusionOk="0">
                  <a:moveTo>
                    <a:pt x="41" y="48"/>
                  </a:moveTo>
                  <a:lnTo>
                    <a:pt x="52" y="42"/>
                  </a:lnTo>
                  <a:lnTo>
                    <a:pt x="52" y="2"/>
                  </a:lnTo>
                  <a:lnTo>
                    <a:pt x="44" y="0"/>
                  </a:lnTo>
                  <a:lnTo>
                    <a:pt x="0" y="25"/>
                  </a:lnTo>
                  <a:lnTo>
                    <a:pt x="41"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5" name="Google Shape;615;p76"/>
            <p:cNvSpPr/>
            <p:nvPr/>
          </p:nvSpPr>
          <p:spPr>
            <a:xfrm>
              <a:off x="5002213" y="4841875"/>
              <a:ext cx="134938" cy="80963"/>
            </a:xfrm>
            <a:custGeom>
              <a:avLst/>
              <a:gdLst/>
              <a:ahLst/>
              <a:cxnLst/>
              <a:rect l="l" t="t" r="r" b="b"/>
              <a:pathLst>
                <a:path w="85" h="51" extrusionOk="0">
                  <a:moveTo>
                    <a:pt x="0" y="27"/>
                  </a:moveTo>
                  <a:lnTo>
                    <a:pt x="41" y="51"/>
                  </a:lnTo>
                  <a:lnTo>
                    <a:pt x="85" y="24"/>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6" name="Google Shape;616;p76"/>
            <p:cNvSpPr/>
            <p:nvPr/>
          </p:nvSpPr>
          <p:spPr>
            <a:xfrm>
              <a:off x="4381500" y="4903788"/>
              <a:ext cx="133350" cy="79375"/>
            </a:xfrm>
            <a:custGeom>
              <a:avLst/>
              <a:gdLst/>
              <a:ahLst/>
              <a:cxnLst/>
              <a:rect l="l" t="t" r="r" b="b"/>
              <a:pathLst>
                <a:path w="84" h="50" extrusionOk="0">
                  <a:moveTo>
                    <a:pt x="40" y="50"/>
                  </a:moveTo>
                  <a:lnTo>
                    <a:pt x="84" y="23"/>
                  </a:lnTo>
                  <a:lnTo>
                    <a:pt x="44" y="0"/>
                  </a:lnTo>
                  <a:lnTo>
                    <a:pt x="0" y="27"/>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7" name="Google Shape;617;p76"/>
            <p:cNvSpPr/>
            <p:nvPr/>
          </p:nvSpPr>
          <p:spPr>
            <a:xfrm>
              <a:off x="4252913" y="4830763"/>
              <a:ext cx="133350" cy="76200"/>
            </a:xfrm>
            <a:custGeom>
              <a:avLst/>
              <a:gdLst/>
              <a:ahLst/>
              <a:cxnLst/>
              <a:rect l="l" t="t" r="r" b="b"/>
              <a:pathLst>
                <a:path w="84" h="48" extrusionOk="0">
                  <a:moveTo>
                    <a:pt x="0" y="25"/>
                  </a:moveTo>
                  <a:lnTo>
                    <a:pt x="40" y="48"/>
                  </a:lnTo>
                  <a:lnTo>
                    <a:pt x="84" y="23"/>
                  </a:lnTo>
                  <a:lnTo>
                    <a:pt x="44"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8" name="Google Shape;618;p76"/>
            <p:cNvSpPr/>
            <p:nvPr/>
          </p:nvSpPr>
          <p:spPr>
            <a:xfrm>
              <a:off x="3992563" y="4679950"/>
              <a:ext cx="138113" cy="79375"/>
            </a:xfrm>
            <a:custGeom>
              <a:avLst/>
              <a:gdLst/>
              <a:ahLst/>
              <a:cxnLst/>
              <a:rect l="l" t="t" r="r" b="b"/>
              <a:pathLst>
                <a:path w="87" h="50" extrusionOk="0">
                  <a:moveTo>
                    <a:pt x="87" y="23"/>
                  </a:moveTo>
                  <a:lnTo>
                    <a:pt x="46" y="0"/>
                  </a:lnTo>
                  <a:lnTo>
                    <a:pt x="0" y="27"/>
                  </a:lnTo>
                  <a:lnTo>
                    <a:pt x="40" y="50"/>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19" name="Google Shape;619;p76"/>
            <p:cNvSpPr/>
            <p:nvPr/>
          </p:nvSpPr>
          <p:spPr>
            <a:xfrm>
              <a:off x="3725863" y="4527550"/>
              <a:ext cx="144463" cy="82550"/>
            </a:xfrm>
            <a:custGeom>
              <a:avLst/>
              <a:gdLst/>
              <a:ahLst/>
              <a:cxnLst/>
              <a:rect l="l" t="t" r="r" b="b"/>
              <a:pathLst>
                <a:path w="91" h="52" extrusionOk="0">
                  <a:moveTo>
                    <a:pt x="44" y="0"/>
                  </a:moveTo>
                  <a:lnTo>
                    <a:pt x="0" y="25"/>
                  </a:lnTo>
                  <a:lnTo>
                    <a:pt x="46" y="52"/>
                  </a:lnTo>
                  <a:lnTo>
                    <a:pt x="91"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0" name="Google Shape;620;p76"/>
            <p:cNvSpPr/>
            <p:nvPr/>
          </p:nvSpPr>
          <p:spPr>
            <a:xfrm>
              <a:off x="3863975" y="4606925"/>
              <a:ext cx="138113" cy="76200"/>
            </a:xfrm>
            <a:custGeom>
              <a:avLst/>
              <a:gdLst/>
              <a:ahLst/>
              <a:cxnLst/>
              <a:rect l="l" t="t" r="r" b="b"/>
              <a:pathLst>
                <a:path w="87" h="48" extrusionOk="0">
                  <a:moveTo>
                    <a:pt x="87" y="23"/>
                  </a:moveTo>
                  <a:lnTo>
                    <a:pt x="44" y="0"/>
                  </a:lnTo>
                  <a:lnTo>
                    <a:pt x="0" y="25"/>
                  </a:lnTo>
                  <a:lnTo>
                    <a:pt x="40" y="48"/>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1" name="Google Shape;621;p76"/>
            <p:cNvSpPr/>
            <p:nvPr/>
          </p:nvSpPr>
          <p:spPr>
            <a:xfrm>
              <a:off x="4124325" y="4752975"/>
              <a:ext cx="133350" cy="80963"/>
            </a:xfrm>
            <a:custGeom>
              <a:avLst/>
              <a:gdLst/>
              <a:ahLst/>
              <a:cxnLst/>
              <a:rect l="l" t="t" r="r" b="b"/>
              <a:pathLst>
                <a:path w="84" h="51" extrusionOk="0">
                  <a:moveTo>
                    <a:pt x="84" y="26"/>
                  </a:moveTo>
                  <a:lnTo>
                    <a:pt x="44" y="0"/>
                  </a:lnTo>
                  <a:lnTo>
                    <a:pt x="0" y="27"/>
                  </a:lnTo>
                  <a:lnTo>
                    <a:pt x="40" y="51"/>
                  </a:lnTo>
                  <a:lnTo>
                    <a:pt x="84"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2" name="Google Shape;622;p76"/>
            <p:cNvSpPr/>
            <p:nvPr/>
          </p:nvSpPr>
          <p:spPr>
            <a:xfrm>
              <a:off x="4638675" y="5053013"/>
              <a:ext cx="133350" cy="77788"/>
            </a:xfrm>
            <a:custGeom>
              <a:avLst/>
              <a:gdLst/>
              <a:ahLst/>
              <a:cxnLst/>
              <a:rect l="l" t="t" r="r" b="b"/>
              <a:pathLst>
                <a:path w="84" h="49" extrusionOk="0">
                  <a:moveTo>
                    <a:pt x="40" y="49"/>
                  </a:moveTo>
                  <a:lnTo>
                    <a:pt x="84" y="24"/>
                  </a:lnTo>
                  <a:lnTo>
                    <a:pt x="44" y="0"/>
                  </a:lnTo>
                  <a:lnTo>
                    <a:pt x="0" y="26"/>
                  </a:lnTo>
                  <a:lnTo>
                    <a:pt x="40" y="49"/>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3" name="Google Shape;623;p76"/>
            <p:cNvSpPr/>
            <p:nvPr/>
          </p:nvSpPr>
          <p:spPr>
            <a:xfrm>
              <a:off x="4510088" y="4976813"/>
              <a:ext cx="133350" cy="79375"/>
            </a:xfrm>
            <a:custGeom>
              <a:avLst/>
              <a:gdLst/>
              <a:ahLst/>
              <a:cxnLst/>
              <a:rect l="l" t="t" r="r" b="b"/>
              <a:pathLst>
                <a:path w="84" h="50" extrusionOk="0">
                  <a:moveTo>
                    <a:pt x="0" y="27"/>
                  </a:moveTo>
                  <a:lnTo>
                    <a:pt x="40" y="50"/>
                  </a:lnTo>
                  <a:lnTo>
                    <a:pt x="84" y="25"/>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4" name="Google Shape;624;p76"/>
            <p:cNvSpPr/>
            <p:nvPr/>
          </p:nvSpPr>
          <p:spPr>
            <a:xfrm>
              <a:off x="3986213" y="4537075"/>
              <a:ext cx="134938" cy="79375"/>
            </a:xfrm>
            <a:custGeom>
              <a:avLst/>
              <a:gdLst/>
              <a:ahLst/>
              <a:cxnLst/>
              <a:rect l="l" t="t" r="r" b="b"/>
              <a:pathLst>
                <a:path w="85" h="50" extrusionOk="0">
                  <a:moveTo>
                    <a:pt x="85" y="23"/>
                  </a:moveTo>
                  <a:lnTo>
                    <a:pt x="44" y="0"/>
                  </a:lnTo>
                  <a:lnTo>
                    <a:pt x="0" y="25"/>
                  </a:lnTo>
                  <a:lnTo>
                    <a:pt x="40"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5" name="Google Shape;625;p76"/>
            <p:cNvSpPr/>
            <p:nvPr/>
          </p:nvSpPr>
          <p:spPr>
            <a:xfrm>
              <a:off x="3848100" y="4456113"/>
              <a:ext cx="144463" cy="82550"/>
            </a:xfrm>
            <a:custGeom>
              <a:avLst/>
              <a:gdLst/>
              <a:ahLst/>
              <a:cxnLst/>
              <a:rect l="l" t="t" r="r" b="b"/>
              <a:pathLst>
                <a:path w="91" h="52" extrusionOk="0">
                  <a:moveTo>
                    <a:pt x="44" y="0"/>
                  </a:moveTo>
                  <a:lnTo>
                    <a:pt x="0" y="25"/>
                  </a:lnTo>
                  <a:lnTo>
                    <a:pt x="46" y="52"/>
                  </a:lnTo>
                  <a:lnTo>
                    <a:pt x="91" y="27"/>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6" name="Google Shape;626;p76"/>
            <p:cNvSpPr/>
            <p:nvPr/>
          </p:nvSpPr>
          <p:spPr>
            <a:xfrm>
              <a:off x="4371975" y="4759325"/>
              <a:ext cx="138113" cy="79375"/>
            </a:xfrm>
            <a:custGeom>
              <a:avLst/>
              <a:gdLst/>
              <a:ahLst/>
              <a:cxnLst/>
              <a:rect l="l" t="t" r="r" b="b"/>
              <a:pathLst>
                <a:path w="87" h="50" extrusionOk="0">
                  <a:moveTo>
                    <a:pt x="40" y="50"/>
                  </a:moveTo>
                  <a:lnTo>
                    <a:pt x="87" y="23"/>
                  </a:lnTo>
                  <a:lnTo>
                    <a:pt x="46"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7" name="Google Shape;627;p76"/>
            <p:cNvSpPr/>
            <p:nvPr/>
          </p:nvSpPr>
          <p:spPr>
            <a:xfrm>
              <a:off x="4243388" y="4686300"/>
              <a:ext cx="134938" cy="76200"/>
            </a:xfrm>
            <a:custGeom>
              <a:avLst/>
              <a:gdLst/>
              <a:ahLst/>
              <a:cxnLst/>
              <a:rect l="l" t="t" r="r" b="b"/>
              <a:pathLst>
                <a:path w="85" h="48" extrusionOk="0">
                  <a:moveTo>
                    <a:pt x="85" y="23"/>
                  </a:moveTo>
                  <a:lnTo>
                    <a:pt x="44" y="0"/>
                  </a:lnTo>
                  <a:lnTo>
                    <a:pt x="0" y="25"/>
                  </a:lnTo>
                  <a:lnTo>
                    <a:pt x="40" y="48"/>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8" name="Google Shape;628;p76"/>
            <p:cNvSpPr/>
            <p:nvPr/>
          </p:nvSpPr>
          <p:spPr>
            <a:xfrm>
              <a:off x="4500563" y="4833938"/>
              <a:ext cx="138113" cy="79375"/>
            </a:xfrm>
            <a:custGeom>
              <a:avLst/>
              <a:gdLst/>
              <a:ahLst/>
              <a:cxnLst/>
              <a:rect l="l" t="t" r="r" b="b"/>
              <a:pathLst>
                <a:path w="87" h="50" extrusionOk="0">
                  <a:moveTo>
                    <a:pt x="0" y="27"/>
                  </a:moveTo>
                  <a:lnTo>
                    <a:pt x="42" y="50"/>
                  </a:lnTo>
                  <a:lnTo>
                    <a:pt x="87" y="23"/>
                  </a:lnTo>
                  <a:lnTo>
                    <a:pt x="46"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29" name="Google Shape;629;p76"/>
            <p:cNvSpPr/>
            <p:nvPr/>
          </p:nvSpPr>
          <p:spPr>
            <a:xfrm>
              <a:off x="4114800" y="4610100"/>
              <a:ext cx="134938" cy="79375"/>
            </a:xfrm>
            <a:custGeom>
              <a:avLst/>
              <a:gdLst/>
              <a:ahLst/>
              <a:cxnLst/>
              <a:rect l="l" t="t" r="r" b="b"/>
              <a:pathLst>
                <a:path w="85" h="50" extrusionOk="0">
                  <a:moveTo>
                    <a:pt x="85" y="23"/>
                  </a:moveTo>
                  <a:lnTo>
                    <a:pt x="44" y="0"/>
                  </a:lnTo>
                  <a:lnTo>
                    <a:pt x="0" y="27"/>
                  </a:lnTo>
                  <a:lnTo>
                    <a:pt x="40" y="50"/>
                  </a:lnTo>
                  <a:lnTo>
                    <a:pt x="85"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0" name="Google Shape;630;p76"/>
            <p:cNvSpPr/>
            <p:nvPr/>
          </p:nvSpPr>
          <p:spPr>
            <a:xfrm>
              <a:off x="4760913" y="4983163"/>
              <a:ext cx="134938" cy="79375"/>
            </a:xfrm>
            <a:custGeom>
              <a:avLst/>
              <a:gdLst/>
              <a:ahLst/>
              <a:cxnLst/>
              <a:rect l="l" t="t" r="r" b="b"/>
              <a:pathLst>
                <a:path w="85" h="50" extrusionOk="0">
                  <a:moveTo>
                    <a:pt x="0" y="25"/>
                  </a:moveTo>
                  <a:lnTo>
                    <a:pt x="40" y="50"/>
                  </a:lnTo>
                  <a:lnTo>
                    <a:pt x="85" y="23"/>
                  </a:lnTo>
                  <a:lnTo>
                    <a:pt x="44"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1" name="Google Shape;631;p76"/>
            <p:cNvSpPr/>
            <p:nvPr/>
          </p:nvSpPr>
          <p:spPr>
            <a:xfrm>
              <a:off x="4889500" y="5056188"/>
              <a:ext cx="134938" cy="80963"/>
            </a:xfrm>
            <a:custGeom>
              <a:avLst/>
              <a:gdLst/>
              <a:ahLst/>
              <a:cxnLst/>
              <a:rect l="l" t="t" r="r" b="b"/>
              <a:pathLst>
                <a:path w="85" h="51" extrusionOk="0">
                  <a:moveTo>
                    <a:pt x="40" y="51"/>
                  </a:moveTo>
                  <a:lnTo>
                    <a:pt x="85" y="24"/>
                  </a:lnTo>
                  <a:lnTo>
                    <a:pt x="44" y="0"/>
                  </a:lnTo>
                  <a:lnTo>
                    <a:pt x="0" y="27"/>
                  </a:lnTo>
                  <a:lnTo>
                    <a:pt x="40" y="51"/>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2" name="Google Shape;632;p76"/>
            <p:cNvSpPr/>
            <p:nvPr/>
          </p:nvSpPr>
          <p:spPr>
            <a:xfrm>
              <a:off x="4632325" y="4910138"/>
              <a:ext cx="134938" cy="76200"/>
            </a:xfrm>
            <a:custGeom>
              <a:avLst/>
              <a:gdLst/>
              <a:ahLst/>
              <a:cxnLst/>
              <a:rect l="l" t="t" r="r" b="b"/>
              <a:pathLst>
                <a:path w="85" h="48" extrusionOk="0">
                  <a:moveTo>
                    <a:pt x="40" y="48"/>
                  </a:moveTo>
                  <a:lnTo>
                    <a:pt x="85" y="23"/>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3" name="Google Shape;633;p76"/>
            <p:cNvSpPr/>
            <p:nvPr/>
          </p:nvSpPr>
          <p:spPr>
            <a:xfrm>
              <a:off x="3873500" y="4751388"/>
              <a:ext cx="133350" cy="79375"/>
            </a:xfrm>
            <a:custGeom>
              <a:avLst/>
              <a:gdLst/>
              <a:ahLst/>
              <a:cxnLst/>
              <a:rect l="l" t="t" r="r" b="b"/>
              <a:pathLst>
                <a:path w="84" h="50" extrusionOk="0">
                  <a:moveTo>
                    <a:pt x="84" y="23"/>
                  </a:moveTo>
                  <a:lnTo>
                    <a:pt x="44" y="0"/>
                  </a:lnTo>
                  <a:lnTo>
                    <a:pt x="0" y="25"/>
                  </a:lnTo>
                  <a:lnTo>
                    <a:pt x="40" y="50"/>
                  </a:lnTo>
                  <a:lnTo>
                    <a:pt x="84"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4" name="Google Shape;634;p76"/>
            <p:cNvSpPr/>
            <p:nvPr/>
          </p:nvSpPr>
          <p:spPr>
            <a:xfrm>
              <a:off x="4130675" y="4900613"/>
              <a:ext cx="133350" cy="76200"/>
            </a:xfrm>
            <a:custGeom>
              <a:avLst/>
              <a:gdLst/>
              <a:ahLst/>
              <a:cxnLst/>
              <a:rect l="l" t="t" r="r" b="b"/>
              <a:pathLst>
                <a:path w="84" h="48" extrusionOk="0">
                  <a:moveTo>
                    <a:pt x="44" y="0"/>
                  </a:moveTo>
                  <a:lnTo>
                    <a:pt x="0" y="25"/>
                  </a:lnTo>
                  <a:lnTo>
                    <a:pt x="40" y="48"/>
                  </a:lnTo>
                  <a:lnTo>
                    <a:pt x="84" y="23"/>
                  </a:lnTo>
                  <a:lnTo>
                    <a:pt x="44"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5" name="Google Shape;635;p76"/>
            <p:cNvSpPr/>
            <p:nvPr/>
          </p:nvSpPr>
          <p:spPr>
            <a:xfrm>
              <a:off x="4257675" y="4973638"/>
              <a:ext cx="138113" cy="79375"/>
            </a:xfrm>
            <a:custGeom>
              <a:avLst/>
              <a:gdLst/>
              <a:ahLst/>
              <a:cxnLst/>
              <a:rect l="l" t="t" r="r" b="b"/>
              <a:pathLst>
                <a:path w="87" h="50" extrusionOk="0">
                  <a:moveTo>
                    <a:pt x="0" y="25"/>
                  </a:moveTo>
                  <a:lnTo>
                    <a:pt x="41" y="50"/>
                  </a:lnTo>
                  <a:lnTo>
                    <a:pt x="87" y="23"/>
                  </a:lnTo>
                  <a:lnTo>
                    <a:pt x="45" y="0"/>
                  </a:lnTo>
                  <a:lnTo>
                    <a:pt x="0"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6" name="Google Shape;636;p76"/>
            <p:cNvSpPr/>
            <p:nvPr/>
          </p:nvSpPr>
          <p:spPr>
            <a:xfrm>
              <a:off x="4386263" y="5048250"/>
              <a:ext cx="138113" cy="79375"/>
            </a:xfrm>
            <a:custGeom>
              <a:avLst/>
              <a:gdLst/>
              <a:ahLst/>
              <a:cxnLst/>
              <a:rect l="l" t="t" r="r" b="b"/>
              <a:pathLst>
                <a:path w="87" h="50" extrusionOk="0">
                  <a:moveTo>
                    <a:pt x="41" y="50"/>
                  </a:moveTo>
                  <a:lnTo>
                    <a:pt x="87" y="25"/>
                  </a:lnTo>
                  <a:lnTo>
                    <a:pt x="47" y="0"/>
                  </a:lnTo>
                  <a:lnTo>
                    <a:pt x="0" y="27"/>
                  </a:lnTo>
                  <a:lnTo>
                    <a:pt x="41"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7" name="Google Shape;637;p76"/>
            <p:cNvSpPr/>
            <p:nvPr/>
          </p:nvSpPr>
          <p:spPr>
            <a:xfrm>
              <a:off x="3744913" y="4676775"/>
              <a:ext cx="133350" cy="76200"/>
            </a:xfrm>
            <a:custGeom>
              <a:avLst/>
              <a:gdLst/>
              <a:ahLst/>
              <a:cxnLst/>
              <a:rect l="l" t="t" r="r" b="b"/>
              <a:pathLst>
                <a:path w="84" h="48" extrusionOk="0">
                  <a:moveTo>
                    <a:pt x="84" y="23"/>
                  </a:moveTo>
                  <a:lnTo>
                    <a:pt x="44" y="0"/>
                  </a:lnTo>
                  <a:lnTo>
                    <a:pt x="0" y="25"/>
                  </a:lnTo>
                  <a:lnTo>
                    <a:pt x="40" y="48"/>
                  </a:lnTo>
                  <a:lnTo>
                    <a:pt x="84"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8" name="Google Shape;638;p76"/>
            <p:cNvSpPr/>
            <p:nvPr/>
          </p:nvSpPr>
          <p:spPr>
            <a:xfrm>
              <a:off x="3603625" y="4597400"/>
              <a:ext cx="146050" cy="82550"/>
            </a:xfrm>
            <a:custGeom>
              <a:avLst/>
              <a:gdLst/>
              <a:ahLst/>
              <a:cxnLst/>
              <a:rect l="l" t="t" r="r" b="b"/>
              <a:pathLst>
                <a:path w="92" h="52" extrusionOk="0">
                  <a:moveTo>
                    <a:pt x="46" y="0"/>
                  </a:moveTo>
                  <a:lnTo>
                    <a:pt x="0" y="25"/>
                  </a:lnTo>
                  <a:lnTo>
                    <a:pt x="48" y="52"/>
                  </a:lnTo>
                  <a:lnTo>
                    <a:pt x="92" y="27"/>
                  </a:lnTo>
                  <a:lnTo>
                    <a:pt x="46"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39" name="Google Shape;639;p76"/>
            <p:cNvSpPr/>
            <p:nvPr/>
          </p:nvSpPr>
          <p:spPr>
            <a:xfrm>
              <a:off x="4002088" y="4824413"/>
              <a:ext cx="133350" cy="79375"/>
            </a:xfrm>
            <a:custGeom>
              <a:avLst/>
              <a:gdLst/>
              <a:ahLst/>
              <a:cxnLst/>
              <a:rect l="l" t="t" r="r" b="b"/>
              <a:pathLst>
                <a:path w="84" h="50" extrusionOk="0">
                  <a:moveTo>
                    <a:pt x="84" y="25"/>
                  </a:moveTo>
                  <a:lnTo>
                    <a:pt x="44" y="0"/>
                  </a:lnTo>
                  <a:lnTo>
                    <a:pt x="0" y="27"/>
                  </a:lnTo>
                  <a:lnTo>
                    <a:pt x="40" y="50"/>
                  </a:lnTo>
                  <a:lnTo>
                    <a:pt x="84" y="25"/>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0" name="Google Shape;640;p76"/>
            <p:cNvSpPr/>
            <p:nvPr/>
          </p:nvSpPr>
          <p:spPr>
            <a:xfrm>
              <a:off x="5011738" y="4986338"/>
              <a:ext cx="134938" cy="79375"/>
            </a:xfrm>
            <a:custGeom>
              <a:avLst/>
              <a:gdLst/>
              <a:ahLst/>
              <a:cxnLst/>
              <a:rect l="l" t="t" r="r" b="b"/>
              <a:pathLst>
                <a:path w="85" h="50" extrusionOk="0">
                  <a:moveTo>
                    <a:pt x="0" y="27"/>
                  </a:moveTo>
                  <a:lnTo>
                    <a:pt x="40" y="50"/>
                  </a:lnTo>
                  <a:lnTo>
                    <a:pt x="85" y="25"/>
                  </a:lnTo>
                  <a:lnTo>
                    <a:pt x="44" y="0"/>
                  </a:lnTo>
                  <a:lnTo>
                    <a:pt x="0" y="27"/>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1" name="Google Shape;641;p76"/>
            <p:cNvSpPr/>
            <p:nvPr/>
          </p:nvSpPr>
          <p:spPr>
            <a:xfrm>
              <a:off x="5203825" y="5137150"/>
              <a:ext cx="9525" cy="7938"/>
            </a:xfrm>
            <a:custGeom>
              <a:avLst/>
              <a:gdLst/>
              <a:ahLst/>
              <a:cxnLst/>
              <a:rect l="l" t="t" r="r" b="b"/>
              <a:pathLst>
                <a:path w="6" h="5" extrusionOk="0">
                  <a:moveTo>
                    <a:pt x="0" y="1"/>
                  </a:moveTo>
                  <a:lnTo>
                    <a:pt x="6" y="5"/>
                  </a:lnTo>
                  <a:lnTo>
                    <a:pt x="6" y="0"/>
                  </a:lnTo>
                  <a:lnTo>
                    <a:pt x="0" y="1"/>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2" name="Google Shape;642;p76"/>
            <p:cNvSpPr/>
            <p:nvPr/>
          </p:nvSpPr>
          <p:spPr>
            <a:xfrm>
              <a:off x="5140325" y="5062538"/>
              <a:ext cx="73025" cy="76200"/>
            </a:xfrm>
            <a:custGeom>
              <a:avLst/>
              <a:gdLst/>
              <a:ahLst/>
              <a:cxnLst/>
              <a:rect l="l" t="t" r="r" b="b"/>
              <a:pathLst>
                <a:path w="46" h="48" extrusionOk="0">
                  <a:moveTo>
                    <a:pt x="40" y="48"/>
                  </a:moveTo>
                  <a:lnTo>
                    <a:pt x="46" y="47"/>
                  </a:lnTo>
                  <a:lnTo>
                    <a:pt x="46" y="0"/>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3" name="Google Shape;643;p76"/>
            <p:cNvSpPr/>
            <p:nvPr/>
          </p:nvSpPr>
          <p:spPr>
            <a:xfrm>
              <a:off x="4494213" y="4689475"/>
              <a:ext cx="134938" cy="79375"/>
            </a:xfrm>
            <a:custGeom>
              <a:avLst/>
              <a:gdLst/>
              <a:ahLst/>
              <a:cxnLst/>
              <a:rect l="l" t="t" r="r" b="b"/>
              <a:pathLst>
                <a:path w="85" h="50" extrusionOk="0">
                  <a:moveTo>
                    <a:pt x="40" y="50"/>
                  </a:moveTo>
                  <a:lnTo>
                    <a:pt x="85" y="23"/>
                  </a:lnTo>
                  <a:lnTo>
                    <a:pt x="44"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4" name="Google Shape;644;p76"/>
            <p:cNvSpPr/>
            <p:nvPr/>
          </p:nvSpPr>
          <p:spPr>
            <a:xfrm>
              <a:off x="3967163" y="4386263"/>
              <a:ext cx="147638" cy="82550"/>
            </a:xfrm>
            <a:custGeom>
              <a:avLst/>
              <a:gdLst/>
              <a:ahLst/>
              <a:cxnLst/>
              <a:rect l="l" t="t" r="r" b="b"/>
              <a:pathLst>
                <a:path w="93" h="52" extrusionOk="0">
                  <a:moveTo>
                    <a:pt x="47" y="0"/>
                  </a:moveTo>
                  <a:lnTo>
                    <a:pt x="0" y="25"/>
                  </a:lnTo>
                  <a:lnTo>
                    <a:pt x="47" y="52"/>
                  </a:lnTo>
                  <a:lnTo>
                    <a:pt x="93" y="27"/>
                  </a:lnTo>
                  <a:lnTo>
                    <a:pt x="47"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5" name="Google Shape;645;p76"/>
            <p:cNvSpPr/>
            <p:nvPr/>
          </p:nvSpPr>
          <p:spPr>
            <a:xfrm>
              <a:off x="4237038" y="4538663"/>
              <a:ext cx="134938" cy="80963"/>
            </a:xfrm>
            <a:custGeom>
              <a:avLst/>
              <a:gdLst/>
              <a:ahLst/>
              <a:cxnLst/>
              <a:rect l="l" t="t" r="r" b="b"/>
              <a:pathLst>
                <a:path w="85" h="51" extrusionOk="0">
                  <a:moveTo>
                    <a:pt x="85" y="26"/>
                  </a:moveTo>
                  <a:lnTo>
                    <a:pt x="44" y="0"/>
                  </a:lnTo>
                  <a:lnTo>
                    <a:pt x="0" y="27"/>
                  </a:lnTo>
                  <a:lnTo>
                    <a:pt x="40" y="51"/>
                  </a:lnTo>
                  <a:lnTo>
                    <a:pt x="85"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6" name="Google Shape;646;p76"/>
            <p:cNvSpPr/>
            <p:nvPr/>
          </p:nvSpPr>
          <p:spPr>
            <a:xfrm>
              <a:off x="4365625" y="4616450"/>
              <a:ext cx="134938" cy="76200"/>
            </a:xfrm>
            <a:custGeom>
              <a:avLst/>
              <a:gdLst/>
              <a:ahLst/>
              <a:cxnLst/>
              <a:rect l="l" t="t" r="r" b="b"/>
              <a:pathLst>
                <a:path w="85" h="48" extrusionOk="0">
                  <a:moveTo>
                    <a:pt x="40" y="48"/>
                  </a:moveTo>
                  <a:lnTo>
                    <a:pt x="85" y="23"/>
                  </a:lnTo>
                  <a:lnTo>
                    <a:pt x="44" y="0"/>
                  </a:lnTo>
                  <a:lnTo>
                    <a:pt x="0" y="25"/>
                  </a:lnTo>
                  <a:lnTo>
                    <a:pt x="40" y="48"/>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7" name="Google Shape;647;p76"/>
            <p:cNvSpPr/>
            <p:nvPr/>
          </p:nvSpPr>
          <p:spPr>
            <a:xfrm>
              <a:off x="4622800" y="4762500"/>
              <a:ext cx="134938" cy="79375"/>
            </a:xfrm>
            <a:custGeom>
              <a:avLst/>
              <a:gdLst/>
              <a:ahLst/>
              <a:cxnLst/>
              <a:rect l="l" t="t" r="r" b="b"/>
              <a:pathLst>
                <a:path w="85" h="50" extrusionOk="0">
                  <a:moveTo>
                    <a:pt x="40" y="50"/>
                  </a:moveTo>
                  <a:lnTo>
                    <a:pt x="85" y="25"/>
                  </a:lnTo>
                  <a:lnTo>
                    <a:pt x="44" y="0"/>
                  </a:lnTo>
                  <a:lnTo>
                    <a:pt x="0" y="27"/>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8" name="Google Shape;648;p76"/>
            <p:cNvSpPr/>
            <p:nvPr/>
          </p:nvSpPr>
          <p:spPr>
            <a:xfrm>
              <a:off x="4105275" y="4465638"/>
              <a:ext cx="138113" cy="79375"/>
            </a:xfrm>
            <a:custGeom>
              <a:avLst/>
              <a:gdLst/>
              <a:ahLst/>
              <a:cxnLst/>
              <a:rect l="l" t="t" r="r" b="b"/>
              <a:pathLst>
                <a:path w="87" h="50" extrusionOk="0">
                  <a:moveTo>
                    <a:pt x="87" y="23"/>
                  </a:moveTo>
                  <a:lnTo>
                    <a:pt x="46" y="0"/>
                  </a:lnTo>
                  <a:lnTo>
                    <a:pt x="0" y="25"/>
                  </a:lnTo>
                  <a:lnTo>
                    <a:pt x="42" y="50"/>
                  </a:lnTo>
                  <a:lnTo>
                    <a:pt x="87" y="23"/>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9" name="Google Shape;649;p76"/>
            <p:cNvSpPr/>
            <p:nvPr/>
          </p:nvSpPr>
          <p:spPr>
            <a:xfrm>
              <a:off x="4879975" y="4913313"/>
              <a:ext cx="138113" cy="79375"/>
            </a:xfrm>
            <a:custGeom>
              <a:avLst/>
              <a:gdLst/>
              <a:ahLst/>
              <a:cxnLst/>
              <a:rect l="l" t="t" r="r" b="b"/>
              <a:pathLst>
                <a:path w="87" h="50" extrusionOk="0">
                  <a:moveTo>
                    <a:pt x="40" y="50"/>
                  </a:moveTo>
                  <a:lnTo>
                    <a:pt x="87" y="23"/>
                  </a:lnTo>
                  <a:lnTo>
                    <a:pt x="46" y="0"/>
                  </a:lnTo>
                  <a:lnTo>
                    <a:pt x="0" y="25"/>
                  </a:lnTo>
                  <a:lnTo>
                    <a:pt x="40" y="5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0" name="Google Shape;650;p76"/>
            <p:cNvSpPr/>
            <p:nvPr/>
          </p:nvSpPr>
          <p:spPr>
            <a:xfrm>
              <a:off x="4751388" y="4838700"/>
              <a:ext cx="138113" cy="77788"/>
            </a:xfrm>
            <a:custGeom>
              <a:avLst/>
              <a:gdLst/>
              <a:ahLst/>
              <a:cxnLst/>
              <a:rect l="l" t="t" r="r" b="b"/>
              <a:pathLst>
                <a:path w="87" h="49" extrusionOk="0">
                  <a:moveTo>
                    <a:pt x="0" y="26"/>
                  </a:moveTo>
                  <a:lnTo>
                    <a:pt x="40" y="49"/>
                  </a:lnTo>
                  <a:lnTo>
                    <a:pt x="87" y="24"/>
                  </a:lnTo>
                  <a:lnTo>
                    <a:pt x="44" y="0"/>
                  </a:lnTo>
                  <a:lnTo>
                    <a:pt x="0" y="26"/>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1" name="Google Shape;651;p76"/>
            <p:cNvSpPr/>
            <p:nvPr/>
          </p:nvSpPr>
          <p:spPr>
            <a:xfrm>
              <a:off x="7800975" y="3462338"/>
              <a:ext cx="703263" cy="814388"/>
            </a:xfrm>
            <a:custGeom>
              <a:avLst/>
              <a:gdLst/>
              <a:ahLst/>
              <a:cxnLst/>
              <a:rect l="l" t="t" r="r" b="b"/>
              <a:pathLst>
                <a:path w="443" h="513" extrusionOk="0">
                  <a:moveTo>
                    <a:pt x="221" y="513"/>
                  </a:moveTo>
                  <a:lnTo>
                    <a:pt x="0" y="385"/>
                  </a:lnTo>
                  <a:lnTo>
                    <a:pt x="0" y="129"/>
                  </a:lnTo>
                  <a:lnTo>
                    <a:pt x="221" y="0"/>
                  </a:lnTo>
                  <a:lnTo>
                    <a:pt x="443" y="129"/>
                  </a:lnTo>
                  <a:lnTo>
                    <a:pt x="443" y="385"/>
                  </a:lnTo>
                  <a:lnTo>
                    <a:pt x="221" y="51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2" name="Google Shape;652;p76"/>
            <p:cNvSpPr/>
            <p:nvPr/>
          </p:nvSpPr>
          <p:spPr>
            <a:xfrm>
              <a:off x="7854950" y="4291013"/>
              <a:ext cx="1301750" cy="896938"/>
            </a:xfrm>
            <a:custGeom>
              <a:avLst/>
              <a:gdLst/>
              <a:ahLst/>
              <a:cxnLst/>
              <a:rect l="l" t="t" r="r" b="b"/>
              <a:pathLst>
                <a:path w="820" h="565" extrusionOk="0">
                  <a:moveTo>
                    <a:pt x="0" y="237"/>
                  </a:moveTo>
                  <a:lnTo>
                    <a:pt x="0" y="565"/>
                  </a:lnTo>
                  <a:lnTo>
                    <a:pt x="820" y="565"/>
                  </a:lnTo>
                  <a:lnTo>
                    <a:pt x="820" y="237"/>
                  </a:lnTo>
                  <a:lnTo>
                    <a:pt x="409" y="0"/>
                  </a:lnTo>
                  <a:lnTo>
                    <a:pt x="0" y="237"/>
                  </a:lnTo>
                  <a:close/>
                </a:path>
              </a:pathLst>
            </a:custGeom>
            <a:solidFill>
              <a:srgbClr val="36302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3" name="Google Shape;653;p76"/>
            <p:cNvSpPr/>
            <p:nvPr/>
          </p:nvSpPr>
          <p:spPr>
            <a:xfrm>
              <a:off x="6502400" y="2527300"/>
              <a:ext cx="661988" cy="417513"/>
            </a:xfrm>
            <a:custGeom>
              <a:avLst/>
              <a:gdLst/>
              <a:ahLst/>
              <a:cxnLst/>
              <a:rect l="l" t="t" r="r" b="b"/>
              <a:pathLst>
                <a:path w="417" h="263" extrusionOk="0">
                  <a:moveTo>
                    <a:pt x="380" y="0"/>
                  </a:moveTo>
                  <a:lnTo>
                    <a:pt x="0" y="222"/>
                  </a:lnTo>
                  <a:lnTo>
                    <a:pt x="0" y="263"/>
                  </a:lnTo>
                  <a:lnTo>
                    <a:pt x="417" y="22"/>
                  </a:lnTo>
                  <a:lnTo>
                    <a:pt x="380" y="0"/>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4" name="Google Shape;654;p76"/>
            <p:cNvSpPr/>
            <p:nvPr/>
          </p:nvSpPr>
          <p:spPr>
            <a:xfrm>
              <a:off x="6502400" y="2613025"/>
              <a:ext cx="804863" cy="496888"/>
            </a:xfrm>
            <a:custGeom>
              <a:avLst/>
              <a:gdLst/>
              <a:ahLst/>
              <a:cxnLst/>
              <a:rect l="l" t="t" r="r" b="b"/>
              <a:pathLst>
                <a:path w="507" h="313" extrusionOk="0">
                  <a:moveTo>
                    <a:pt x="0" y="313"/>
                  </a:moveTo>
                  <a:lnTo>
                    <a:pt x="507" y="20"/>
                  </a:lnTo>
                  <a:lnTo>
                    <a:pt x="472" y="0"/>
                  </a:lnTo>
                  <a:lnTo>
                    <a:pt x="0" y="272"/>
                  </a:lnTo>
                  <a:lnTo>
                    <a:pt x="0" y="313"/>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5" name="Google Shape;655;p76"/>
            <p:cNvSpPr/>
            <p:nvPr/>
          </p:nvSpPr>
          <p:spPr>
            <a:xfrm>
              <a:off x="6502400" y="2695575"/>
              <a:ext cx="949325" cy="579438"/>
            </a:xfrm>
            <a:custGeom>
              <a:avLst/>
              <a:gdLst/>
              <a:ahLst/>
              <a:cxnLst/>
              <a:rect l="l" t="t" r="r" b="b"/>
              <a:pathLst>
                <a:path w="598" h="365" extrusionOk="0">
                  <a:moveTo>
                    <a:pt x="0" y="365"/>
                  </a:moveTo>
                  <a:lnTo>
                    <a:pt x="598" y="20"/>
                  </a:lnTo>
                  <a:lnTo>
                    <a:pt x="563" y="0"/>
                  </a:lnTo>
                  <a:lnTo>
                    <a:pt x="0" y="324"/>
                  </a:lnTo>
                  <a:lnTo>
                    <a:pt x="0" y="36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6" name="Google Shape;656;p76"/>
            <p:cNvSpPr/>
            <p:nvPr/>
          </p:nvSpPr>
          <p:spPr>
            <a:xfrm>
              <a:off x="6502400" y="2779713"/>
              <a:ext cx="1092200" cy="663575"/>
            </a:xfrm>
            <a:custGeom>
              <a:avLst/>
              <a:gdLst/>
              <a:ahLst/>
              <a:cxnLst/>
              <a:rect l="l" t="t" r="r" b="b"/>
              <a:pathLst>
                <a:path w="688" h="418" extrusionOk="0">
                  <a:moveTo>
                    <a:pt x="0" y="418"/>
                  </a:moveTo>
                  <a:lnTo>
                    <a:pt x="688" y="21"/>
                  </a:lnTo>
                  <a:lnTo>
                    <a:pt x="654" y="0"/>
                  </a:lnTo>
                  <a:lnTo>
                    <a:pt x="0" y="378"/>
                  </a:lnTo>
                  <a:lnTo>
                    <a:pt x="0" y="418"/>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7" name="Google Shape;657;p76"/>
            <p:cNvSpPr/>
            <p:nvPr/>
          </p:nvSpPr>
          <p:spPr>
            <a:xfrm>
              <a:off x="6502400" y="2862263"/>
              <a:ext cx="1209675" cy="731838"/>
            </a:xfrm>
            <a:custGeom>
              <a:avLst/>
              <a:gdLst/>
              <a:ahLst/>
              <a:cxnLst/>
              <a:rect l="l" t="t" r="r" b="b"/>
              <a:pathLst>
                <a:path w="762" h="461" extrusionOk="0">
                  <a:moveTo>
                    <a:pt x="0" y="451"/>
                  </a:moveTo>
                  <a:lnTo>
                    <a:pt x="17" y="461"/>
                  </a:lnTo>
                  <a:lnTo>
                    <a:pt x="762" y="30"/>
                  </a:lnTo>
                  <a:lnTo>
                    <a:pt x="762" y="11"/>
                  </a:lnTo>
                  <a:lnTo>
                    <a:pt x="744" y="0"/>
                  </a:lnTo>
                  <a:lnTo>
                    <a:pt x="0" y="430"/>
                  </a:lnTo>
                  <a:lnTo>
                    <a:pt x="0" y="45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8" name="Google Shape;658;p76"/>
            <p:cNvSpPr/>
            <p:nvPr/>
          </p:nvSpPr>
          <p:spPr>
            <a:xfrm>
              <a:off x="6618288" y="3014663"/>
              <a:ext cx="1093788" cy="661988"/>
            </a:xfrm>
            <a:custGeom>
              <a:avLst/>
              <a:gdLst/>
              <a:ahLst/>
              <a:cxnLst/>
              <a:rect l="l" t="t" r="r" b="b"/>
              <a:pathLst>
                <a:path w="689" h="417" extrusionOk="0">
                  <a:moveTo>
                    <a:pt x="35" y="417"/>
                  </a:moveTo>
                  <a:lnTo>
                    <a:pt x="689" y="41"/>
                  </a:lnTo>
                  <a:lnTo>
                    <a:pt x="689" y="0"/>
                  </a:lnTo>
                  <a:lnTo>
                    <a:pt x="0" y="397"/>
                  </a:lnTo>
                  <a:lnTo>
                    <a:pt x="35" y="41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9" name="Google Shape;659;p76"/>
            <p:cNvSpPr/>
            <p:nvPr/>
          </p:nvSpPr>
          <p:spPr>
            <a:xfrm>
              <a:off x="6762750" y="3179763"/>
              <a:ext cx="949325" cy="582613"/>
            </a:xfrm>
            <a:custGeom>
              <a:avLst/>
              <a:gdLst/>
              <a:ahLst/>
              <a:cxnLst/>
              <a:rect l="l" t="t" r="r" b="b"/>
              <a:pathLst>
                <a:path w="598" h="367" extrusionOk="0">
                  <a:moveTo>
                    <a:pt x="35" y="367"/>
                  </a:moveTo>
                  <a:lnTo>
                    <a:pt x="598" y="41"/>
                  </a:lnTo>
                  <a:lnTo>
                    <a:pt x="598" y="0"/>
                  </a:lnTo>
                  <a:lnTo>
                    <a:pt x="0" y="345"/>
                  </a:lnTo>
                  <a:lnTo>
                    <a:pt x="35" y="367"/>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0" name="Google Shape;660;p76"/>
            <p:cNvSpPr/>
            <p:nvPr/>
          </p:nvSpPr>
          <p:spPr>
            <a:xfrm>
              <a:off x="6907213" y="3344863"/>
              <a:ext cx="804863" cy="500063"/>
            </a:xfrm>
            <a:custGeom>
              <a:avLst/>
              <a:gdLst/>
              <a:ahLst/>
              <a:cxnLst/>
              <a:rect l="l" t="t" r="r" b="b"/>
              <a:pathLst>
                <a:path w="507" h="315" extrusionOk="0">
                  <a:moveTo>
                    <a:pt x="34" y="315"/>
                  </a:moveTo>
                  <a:lnTo>
                    <a:pt x="507" y="41"/>
                  </a:lnTo>
                  <a:lnTo>
                    <a:pt x="507" y="0"/>
                  </a:lnTo>
                  <a:lnTo>
                    <a:pt x="0" y="293"/>
                  </a:lnTo>
                  <a:lnTo>
                    <a:pt x="34" y="315"/>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1" name="Google Shape;661;p76"/>
            <p:cNvSpPr/>
            <p:nvPr/>
          </p:nvSpPr>
          <p:spPr>
            <a:xfrm>
              <a:off x="7050088" y="3513138"/>
              <a:ext cx="661988" cy="414338"/>
            </a:xfrm>
            <a:custGeom>
              <a:avLst/>
              <a:gdLst/>
              <a:ahLst/>
              <a:cxnLst/>
              <a:rect l="l" t="t" r="r" b="b"/>
              <a:pathLst>
                <a:path w="417" h="261" extrusionOk="0">
                  <a:moveTo>
                    <a:pt x="35" y="261"/>
                  </a:moveTo>
                  <a:lnTo>
                    <a:pt x="417" y="41"/>
                  </a:lnTo>
                  <a:lnTo>
                    <a:pt x="417" y="0"/>
                  </a:lnTo>
                  <a:lnTo>
                    <a:pt x="0" y="240"/>
                  </a:lnTo>
                  <a:lnTo>
                    <a:pt x="35" y="261"/>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2" name="Google Shape;662;p76"/>
            <p:cNvSpPr/>
            <p:nvPr/>
          </p:nvSpPr>
          <p:spPr>
            <a:xfrm>
              <a:off x="6160655" y="-5475"/>
              <a:ext cx="1897417" cy="814823"/>
            </a:xfrm>
            <a:custGeom>
              <a:avLst/>
              <a:gdLst/>
              <a:ahLst/>
              <a:cxnLst/>
              <a:rect l="l" t="t" r="r" b="b"/>
              <a:pathLst>
                <a:path w="1117" h="421" extrusionOk="0">
                  <a:moveTo>
                    <a:pt x="0" y="0"/>
                  </a:moveTo>
                  <a:lnTo>
                    <a:pt x="0" y="98"/>
                  </a:lnTo>
                  <a:lnTo>
                    <a:pt x="558" y="421"/>
                  </a:lnTo>
                  <a:lnTo>
                    <a:pt x="1117" y="98"/>
                  </a:lnTo>
                  <a:lnTo>
                    <a:pt x="1117" y="0"/>
                  </a:lnTo>
                  <a:lnTo>
                    <a:pt x="0" y="0"/>
                  </a:lnTo>
                  <a:close/>
                </a:path>
              </a:pathLst>
            </a:custGeom>
            <a:solidFill>
              <a:srgbClr val="FAB5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3" name="Google Shape;663;p76"/>
            <p:cNvSpPr/>
            <p:nvPr/>
          </p:nvSpPr>
          <p:spPr>
            <a:xfrm>
              <a:off x="7232517" y="-5475"/>
              <a:ext cx="341434" cy="135481"/>
            </a:xfrm>
            <a:custGeom>
              <a:avLst/>
              <a:gdLst/>
              <a:ahLst/>
              <a:cxnLst/>
              <a:rect l="l" t="t" r="r" b="b"/>
              <a:pathLst>
                <a:path w="201" h="70" extrusionOk="0">
                  <a:moveTo>
                    <a:pt x="46" y="0"/>
                  </a:moveTo>
                  <a:lnTo>
                    <a:pt x="0" y="23"/>
                  </a:lnTo>
                  <a:lnTo>
                    <a:pt x="69" y="70"/>
                  </a:lnTo>
                  <a:lnTo>
                    <a:pt x="201" y="0"/>
                  </a:lnTo>
                  <a:lnTo>
                    <a:pt x="46"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4" name="Google Shape;664;p76"/>
            <p:cNvSpPr/>
            <p:nvPr/>
          </p:nvSpPr>
          <p:spPr>
            <a:xfrm>
              <a:off x="8457261" y="536450"/>
              <a:ext cx="655688" cy="470314"/>
            </a:xfrm>
            <a:custGeom>
              <a:avLst/>
              <a:gdLst/>
              <a:ahLst/>
              <a:cxnLst/>
              <a:rect l="l" t="t" r="r" b="b"/>
              <a:pathLst>
                <a:path w="386" h="243" extrusionOk="0">
                  <a:moveTo>
                    <a:pt x="0" y="202"/>
                  </a:moveTo>
                  <a:lnTo>
                    <a:pt x="64" y="243"/>
                  </a:lnTo>
                  <a:lnTo>
                    <a:pt x="382" y="75"/>
                  </a:lnTo>
                  <a:lnTo>
                    <a:pt x="386" y="0"/>
                  </a:lnTo>
                  <a:lnTo>
                    <a:pt x="0" y="202"/>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5" name="Google Shape;665;p76"/>
            <p:cNvSpPr/>
            <p:nvPr/>
          </p:nvSpPr>
          <p:spPr>
            <a:xfrm>
              <a:off x="8251721" y="259682"/>
              <a:ext cx="871420" cy="603859"/>
            </a:xfrm>
            <a:custGeom>
              <a:avLst/>
              <a:gdLst/>
              <a:ahLst/>
              <a:cxnLst/>
              <a:rect l="l" t="t" r="r" b="b"/>
              <a:pathLst>
                <a:path w="513" h="312" extrusionOk="0">
                  <a:moveTo>
                    <a:pt x="0" y="268"/>
                  </a:moveTo>
                  <a:lnTo>
                    <a:pt x="71" y="312"/>
                  </a:lnTo>
                  <a:lnTo>
                    <a:pt x="509" y="85"/>
                  </a:lnTo>
                  <a:lnTo>
                    <a:pt x="513" y="0"/>
                  </a:lnTo>
                  <a:lnTo>
                    <a:pt x="0" y="268"/>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6" name="Google Shape;666;p76"/>
            <p:cNvSpPr/>
            <p:nvPr/>
          </p:nvSpPr>
          <p:spPr>
            <a:xfrm>
              <a:off x="7638501" y="-5475"/>
              <a:ext cx="842542" cy="429669"/>
            </a:xfrm>
            <a:custGeom>
              <a:avLst/>
              <a:gdLst/>
              <a:ahLst/>
              <a:cxnLst/>
              <a:rect l="l" t="t" r="r" b="b"/>
              <a:pathLst>
                <a:path w="496" h="222" extrusionOk="0">
                  <a:moveTo>
                    <a:pt x="340" y="0"/>
                  </a:moveTo>
                  <a:lnTo>
                    <a:pt x="0" y="178"/>
                  </a:lnTo>
                  <a:lnTo>
                    <a:pt x="72" y="222"/>
                  </a:lnTo>
                  <a:lnTo>
                    <a:pt x="496" y="0"/>
                  </a:lnTo>
                  <a:lnTo>
                    <a:pt x="340"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7" name="Google Shape;667;p76"/>
            <p:cNvSpPr/>
            <p:nvPr/>
          </p:nvSpPr>
          <p:spPr>
            <a:xfrm>
              <a:off x="7845739" y="-5475"/>
              <a:ext cx="1087150" cy="574828"/>
            </a:xfrm>
            <a:custGeom>
              <a:avLst/>
              <a:gdLst/>
              <a:ahLst/>
              <a:cxnLst/>
              <a:rect l="l" t="t" r="r" b="b"/>
              <a:pathLst>
                <a:path w="640" h="297" extrusionOk="0">
                  <a:moveTo>
                    <a:pt x="484" y="0"/>
                  </a:moveTo>
                  <a:lnTo>
                    <a:pt x="0" y="253"/>
                  </a:lnTo>
                  <a:lnTo>
                    <a:pt x="69" y="297"/>
                  </a:lnTo>
                  <a:lnTo>
                    <a:pt x="640" y="0"/>
                  </a:lnTo>
                  <a:lnTo>
                    <a:pt x="484"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8" name="Google Shape;668;p76"/>
            <p:cNvSpPr/>
            <p:nvPr/>
          </p:nvSpPr>
          <p:spPr>
            <a:xfrm>
              <a:off x="7436358" y="-5475"/>
              <a:ext cx="592837" cy="280640"/>
            </a:xfrm>
            <a:custGeom>
              <a:avLst/>
              <a:gdLst/>
              <a:ahLst/>
              <a:cxnLst/>
              <a:rect l="l" t="t" r="r" b="b"/>
              <a:pathLst>
                <a:path w="349" h="145" extrusionOk="0">
                  <a:moveTo>
                    <a:pt x="192" y="0"/>
                  </a:moveTo>
                  <a:lnTo>
                    <a:pt x="0" y="100"/>
                  </a:lnTo>
                  <a:lnTo>
                    <a:pt x="71" y="145"/>
                  </a:lnTo>
                  <a:lnTo>
                    <a:pt x="349" y="0"/>
                  </a:lnTo>
                  <a:lnTo>
                    <a:pt x="192"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9" name="Google Shape;669;p76"/>
            <p:cNvSpPr/>
            <p:nvPr/>
          </p:nvSpPr>
          <p:spPr>
            <a:xfrm>
              <a:off x="8047880" y="-5475"/>
              <a:ext cx="1078659" cy="723857"/>
            </a:xfrm>
            <a:custGeom>
              <a:avLst/>
              <a:gdLst/>
              <a:ahLst/>
              <a:cxnLst/>
              <a:rect l="l" t="t" r="r" b="b"/>
              <a:pathLst>
                <a:path w="635" h="374" extrusionOk="0">
                  <a:moveTo>
                    <a:pt x="631" y="0"/>
                  </a:moveTo>
                  <a:lnTo>
                    <a:pt x="0" y="330"/>
                  </a:lnTo>
                  <a:lnTo>
                    <a:pt x="72" y="374"/>
                  </a:lnTo>
                  <a:lnTo>
                    <a:pt x="635" y="79"/>
                  </a:lnTo>
                  <a:lnTo>
                    <a:pt x="635" y="0"/>
                  </a:lnTo>
                  <a:lnTo>
                    <a:pt x="631"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0" name="Google Shape;670;p76"/>
            <p:cNvSpPr/>
            <p:nvPr/>
          </p:nvSpPr>
          <p:spPr>
            <a:xfrm>
              <a:off x="5476875" y="4702175"/>
              <a:ext cx="1689100" cy="485775"/>
            </a:xfrm>
            <a:custGeom>
              <a:avLst/>
              <a:gdLst/>
              <a:ahLst/>
              <a:cxnLst/>
              <a:rect l="l" t="t" r="r" b="b"/>
              <a:pathLst>
                <a:path w="1064" h="306" extrusionOk="0">
                  <a:moveTo>
                    <a:pt x="0" y="306"/>
                  </a:moveTo>
                  <a:lnTo>
                    <a:pt x="1064" y="306"/>
                  </a:lnTo>
                  <a:lnTo>
                    <a:pt x="532" y="0"/>
                  </a:lnTo>
                  <a:lnTo>
                    <a:pt x="0" y="306"/>
                  </a:lnTo>
                  <a:close/>
                </a:path>
              </a:pathLst>
            </a:custGeom>
            <a:solidFill>
              <a:srgbClr val="85828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1" name="Google Shape;671;p76"/>
            <p:cNvSpPr/>
            <p:nvPr/>
          </p:nvSpPr>
          <p:spPr>
            <a:xfrm>
              <a:off x="5192713" y="3598863"/>
              <a:ext cx="1079500" cy="677863"/>
            </a:xfrm>
            <a:custGeom>
              <a:avLst/>
              <a:gdLst/>
              <a:ahLst/>
              <a:cxnLst/>
              <a:rect l="l" t="t" r="r" b="b"/>
              <a:pathLst>
                <a:path w="680" h="427" extrusionOk="0">
                  <a:moveTo>
                    <a:pt x="623" y="0"/>
                  </a:moveTo>
                  <a:lnTo>
                    <a:pt x="0" y="361"/>
                  </a:lnTo>
                  <a:lnTo>
                    <a:pt x="0" y="427"/>
                  </a:lnTo>
                  <a:lnTo>
                    <a:pt x="680" y="33"/>
                  </a:lnTo>
                  <a:lnTo>
                    <a:pt x="623" y="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2" name="Google Shape;672;p76"/>
            <p:cNvSpPr/>
            <p:nvPr/>
          </p:nvSpPr>
          <p:spPr>
            <a:xfrm>
              <a:off x="5192713" y="3736975"/>
              <a:ext cx="1316038" cy="811213"/>
            </a:xfrm>
            <a:custGeom>
              <a:avLst/>
              <a:gdLst/>
              <a:ahLst/>
              <a:cxnLst/>
              <a:rect l="l" t="t" r="r" b="b"/>
              <a:pathLst>
                <a:path w="829" h="511" extrusionOk="0">
                  <a:moveTo>
                    <a:pt x="0" y="511"/>
                  </a:moveTo>
                  <a:lnTo>
                    <a:pt x="829" y="33"/>
                  </a:lnTo>
                  <a:lnTo>
                    <a:pt x="771" y="0"/>
                  </a:lnTo>
                  <a:lnTo>
                    <a:pt x="0" y="444"/>
                  </a:lnTo>
                  <a:lnTo>
                    <a:pt x="0" y="51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3" name="Google Shape;673;p76"/>
            <p:cNvSpPr/>
            <p:nvPr/>
          </p:nvSpPr>
          <p:spPr>
            <a:xfrm>
              <a:off x="5192713" y="3871913"/>
              <a:ext cx="1550988" cy="949325"/>
            </a:xfrm>
            <a:custGeom>
              <a:avLst/>
              <a:gdLst/>
              <a:ahLst/>
              <a:cxnLst/>
              <a:rect l="l" t="t" r="r" b="b"/>
              <a:pathLst>
                <a:path w="977" h="598" extrusionOk="0">
                  <a:moveTo>
                    <a:pt x="0" y="598"/>
                  </a:moveTo>
                  <a:lnTo>
                    <a:pt x="977" y="33"/>
                  </a:lnTo>
                  <a:lnTo>
                    <a:pt x="920" y="0"/>
                  </a:lnTo>
                  <a:lnTo>
                    <a:pt x="0" y="530"/>
                  </a:lnTo>
                  <a:lnTo>
                    <a:pt x="0" y="598"/>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4" name="Google Shape;674;p76"/>
            <p:cNvSpPr/>
            <p:nvPr/>
          </p:nvSpPr>
          <p:spPr>
            <a:xfrm>
              <a:off x="5192713" y="4006850"/>
              <a:ext cx="1787525" cy="1087438"/>
            </a:xfrm>
            <a:custGeom>
              <a:avLst/>
              <a:gdLst/>
              <a:ahLst/>
              <a:cxnLst/>
              <a:rect l="l" t="t" r="r" b="b"/>
              <a:pathLst>
                <a:path w="1126" h="685" extrusionOk="0">
                  <a:moveTo>
                    <a:pt x="0" y="685"/>
                  </a:moveTo>
                  <a:lnTo>
                    <a:pt x="1126" y="35"/>
                  </a:lnTo>
                  <a:lnTo>
                    <a:pt x="1068" y="0"/>
                  </a:lnTo>
                  <a:lnTo>
                    <a:pt x="0" y="617"/>
                  </a:lnTo>
                  <a:lnTo>
                    <a:pt x="0" y="685"/>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5" name="Google Shape;675;p76"/>
            <p:cNvSpPr/>
            <p:nvPr/>
          </p:nvSpPr>
          <p:spPr>
            <a:xfrm>
              <a:off x="5314950" y="4144963"/>
              <a:ext cx="1854200" cy="1042988"/>
            </a:xfrm>
            <a:custGeom>
              <a:avLst/>
              <a:gdLst/>
              <a:ahLst/>
              <a:cxnLst/>
              <a:rect l="l" t="t" r="r" b="b"/>
              <a:pathLst>
                <a:path w="1168" h="657" extrusionOk="0">
                  <a:moveTo>
                    <a:pt x="0" y="657"/>
                  </a:moveTo>
                  <a:lnTo>
                    <a:pt x="114" y="657"/>
                  </a:lnTo>
                  <a:lnTo>
                    <a:pt x="1168" y="50"/>
                  </a:lnTo>
                  <a:lnTo>
                    <a:pt x="1168" y="17"/>
                  </a:lnTo>
                  <a:lnTo>
                    <a:pt x="1139" y="0"/>
                  </a:lnTo>
                  <a:lnTo>
                    <a:pt x="0" y="657"/>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6" name="Google Shape;676;p76"/>
            <p:cNvSpPr/>
            <p:nvPr/>
          </p:nvSpPr>
          <p:spPr>
            <a:xfrm>
              <a:off x="5786438" y="4389438"/>
              <a:ext cx="1382713" cy="798513"/>
            </a:xfrm>
            <a:custGeom>
              <a:avLst/>
              <a:gdLst/>
              <a:ahLst/>
              <a:cxnLst/>
              <a:rect l="l" t="t" r="r" b="b"/>
              <a:pathLst>
                <a:path w="871" h="503" extrusionOk="0">
                  <a:moveTo>
                    <a:pt x="0" y="503"/>
                  </a:moveTo>
                  <a:lnTo>
                    <a:pt x="114" y="503"/>
                  </a:lnTo>
                  <a:lnTo>
                    <a:pt x="871" y="67"/>
                  </a:lnTo>
                  <a:lnTo>
                    <a:pt x="871" y="0"/>
                  </a:lnTo>
                  <a:lnTo>
                    <a:pt x="0" y="503"/>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7" name="Google Shape;677;p76"/>
            <p:cNvSpPr/>
            <p:nvPr/>
          </p:nvSpPr>
          <p:spPr>
            <a:xfrm>
              <a:off x="6257925" y="4662488"/>
              <a:ext cx="911225" cy="525463"/>
            </a:xfrm>
            <a:custGeom>
              <a:avLst/>
              <a:gdLst/>
              <a:ahLst/>
              <a:cxnLst/>
              <a:rect l="l" t="t" r="r" b="b"/>
              <a:pathLst>
                <a:path w="574" h="331" extrusionOk="0">
                  <a:moveTo>
                    <a:pt x="0" y="331"/>
                  </a:moveTo>
                  <a:lnTo>
                    <a:pt x="114" y="331"/>
                  </a:lnTo>
                  <a:lnTo>
                    <a:pt x="574" y="67"/>
                  </a:lnTo>
                  <a:lnTo>
                    <a:pt x="574" y="0"/>
                  </a:lnTo>
                  <a:lnTo>
                    <a:pt x="0" y="331"/>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8" name="Google Shape;678;p76"/>
            <p:cNvSpPr/>
            <p:nvPr/>
          </p:nvSpPr>
          <p:spPr>
            <a:xfrm>
              <a:off x="6729413" y="4933950"/>
              <a:ext cx="439738" cy="254000"/>
            </a:xfrm>
            <a:custGeom>
              <a:avLst/>
              <a:gdLst/>
              <a:ahLst/>
              <a:cxnLst/>
              <a:rect l="l" t="t" r="r" b="b"/>
              <a:pathLst>
                <a:path w="277" h="160" extrusionOk="0">
                  <a:moveTo>
                    <a:pt x="0" y="160"/>
                  </a:moveTo>
                  <a:lnTo>
                    <a:pt x="113" y="160"/>
                  </a:lnTo>
                  <a:lnTo>
                    <a:pt x="277" y="66"/>
                  </a:lnTo>
                  <a:lnTo>
                    <a:pt x="277" y="0"/>
                  </a:lnTo>
                  <a:lnTo>
                    <a:pt x="0" y="160"/>
                  </a:lnTo>
                  <a:close/>
                </a:path>
              </a:pathLst>
            </a:custGeom>
            <a:solidFill>
              <a:srgbClr val="D94A6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8080451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Upskilling Title 2">
  <p:cSld name="Upskilling Title 2">
    <p:bg>
      <p:bgPr>
        <a:solidFill>
          <a:schemeClr val="accent5"/>
        </a:solidFill>
        <a:effectLst/>
      </p:bgPr>
    </p:bg>
    <p:spTree>
      <p:nvGrpSpPr>
        <p:cNvPr id="1" name="Shape 679"/>
        <p:cNvGrpSpPr/>
        <p:nvPr/>
      </p:nvGrpSpPr>
      <p:grpSpPr>
        <a:xfrm>
          <a:off x="0" y="0"/>
          <a:ext cx="0" cy="0"/>
          <a:chOff x="0" y="0"/>
          <a:chExt cx="0" cy="0"/>
        </a:xfrm>
      </p:grpSpPr>
      <p:sp>
        <p:nvSpPr>
          <p:cNvPr id="680" name="Google Shape;680;p77"/>
          <p:cNvSpPr txBox="1">
            <a:spLocks noGrp="1"/>
          </p:cNvSpPr>
          <p:nvPr>
            <p:ph type="ctrTitle"/>
          </p:nvPr>
        </p:nvSpPr>
        <p:spPr>
          <a:xfrm>
            <a:off x="442915" y="1085263"/>
            <a:ext cx="4675200" cy="267800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rgbClr val="FFFFFF"/>
              </a:buClr>
              <a:buSzPts val="3300"/>
              <a:buFont typeface="Georgia"/>
              <a:buNone/>
              <a:defRPr sz="4400" b="0" i="0" strike="noStrike" cap="none">
                <a:solidFill>
                  <a:srgbClr val="FFFFFF"/>
                </a:solidFill>
                <a:latin typeface="Georgia"/>
                <a:ea typeface="Georgia"/>
                <a:cs typeface="Georgia"/>
                <a:sym typeface="Georgia"/>
              </a:defRPr>
            </a:lvl1pPr>
            <a:lvl2pPr lvl="1" algn="l" rtl="0">
              <a:lnSpc>
                <a:spcPct val="100000"/>
              </a:lnSpc>
              <a:spcBef>
                <a:spcPts val="0"/>
              </a:spcBef>
              <a:spcAft>
                <a:spcPts val="0"/>
              </a:spcAft>
              <a:buClr>
                <a:srgbClr val="FFFFFF"/>
              </a:buClr>
              <a:buSzPts val="1100"/>
              <a:buNone/>
              <a:defRPr sz="1867">
                <a:solidFill>
                  <a:srgbClr val="FFFFFF"/>
                </a:solidFill>
              </a:defRPr>
            </a:lvl2pPr>
            <a:lvl3pPr lvl="2" algn="l" rtl="0">
              <a:lnSpc>
                <a:spcPct val="100000"/>
              </a:lnSpc>
              <a:spcBef>
                <a:spcPts val="0"/>
              </a:spcBef>
              <a:spcAft>
                <a:spcPts val="0"/>
              </a:spcAft>
              <a:buClr>
                <a:srgbClr val="FFFFFF"/>
              </a:buClr>
              <a:buSzPts val="1100"/>
              <a:buNone/>
              <a:defRPr sz="1867">
                <a:solidFill>
                  <a:srgbClr val="FFFFFF"/>
                </a:solidFill>
              </a:defRPr>
            </a:lvl3pPr>
            <a:lvl4pPr lvl="3" algn="l" rtl="0">
              <a:lnSpc>
                <a:spcPct val="100000"/>
              </a:lnSpc>
              <a:spcBef>
                <a:spcPts val="0"/>
              </a:spcBef>
              <a:spcAft>
                <a:spcPts val="0"/>
              </a:spcAft>
              <a:buClr>
                <a:srgbClr val="FFFFFF"/>
              </a:buClr>
              <a:buSzPts val="1100"/>
              <a:buNone/>
              <a:defRPr sz="1867">
                <a:solidFill>
                  <a:srgbClr val="FFFFFF"/>
                </a:solidFill>
              </a:defRPr>
            </a:lvl4pPr>
            <a:lvl5pPr lvl="4" algn="l" rtl="0">
              <a:lnSpc>
                <a:spcPct val="100000"/>
              </a:lnSpc>
              <a:spcBef>
                <a:spcPts val="0"/>
              </a:spcBef>
              <a:spcAft>
                <a:spcPts val="0"/>
              </a:spcAft>
              <a:buClr>
                <a:srgbClr val="FFFFFF"/>
              </a:buClr>
              <a:buSzPts val="1100"/>
              <a:buNone/>
              <a:defRPr sz="1867">
                <a:solidFill>
                  <a:srgbClr val="FFFFFF"/>
                </a:solidFill>
              </a:defRPr>
            </a:lvl5pPr>
            <a:lvl6pPr lvl="5" algn="l" rtl="0">
              <a:lnSpc>
                <a:spcPct val="100000"/>
              </a:lnSpc>
              <a:spcBef>
                <a:spcPts val="0"/>
              </a:spcBef>
              <a:spcAft>
                <a:spcPts val="0"/>
              </a:spcAft>
              <a:buClr>
                <a:srgbClr val="FFFFFF"/>
              </a:buClr>
              <a:buSzPts val="1100"/>
              <a:buNone/>
              <a:defRPr sz="1867">
                <a:solidFill>
                  <a:srgbClr val="FFFFFF"/>
                </a:solidFill>
              </a:defRPr>
            </a:lvl6pPr>
            <a:lvl7pPr lvl="6" algn="l" rtl="0">
              <a:lnSpc>
                <a:spcPct val="100000"/>
              </a:lnSpc>
              <a:spcBef>
                <a:spcPts val="0"/>
              </a:spcBef>
              <a:spcAft>
                <a:spcPts val="0"/>
              </a:spcAft>
              <a:buClr>
                <a:srgbClr val="FFFFFF"/>
              </a:buClr>
              <a:buSzPts val="1100"/>
              <a:buNone/>
              <a:defRPr sz="1867">
                <a:solidFill>
                  <a:srgbClr val="FFFFFF"/>
                </a:solidFill>
              </a:defRPr>
            </a:lvl7pPr>
            <a:lvl8pPr lvl="7" algn="l" rtl="0">
              <a:lnSpc>
                <a:spcPct val="100000"/>
              </a:lnSpc>
              <a:spcBef>
                <a:spcPts val="0"/>
              </a:spcBef>
              <a:spcAft>
                <a:spcPts val="0"/>
              </a:spcAft>
              <a:buClr>
                <a:srgbClr val="FFFFFF"/>
              </a:buClr>
              <a:buSzPts val="1100"/>
              <a:buNone/>
              <a:defRPr sz="1867">
                <a:solidFill>
                  <a:srgbClr val="FFFFFF"/>
                </a:solidFill>
              </a:defRPr>
            </a:lvl8pPr>
            <a:lvl9pPr lvl="8" algn="l" rtl="0">
              <a:lnSpc>
                <a:spcPct val="100000"/>
              </a:lnSpc>
              <a:spcBef>
                <a:spcPts val="0"/>
              </a:spcBef>
              <a:spcAft>
                <a:spcPts val="0"/>
              </a:spcAft>
              <a:buClr>
                <a:srgbClr val="FFFFFF"/>
              </a:buClr>
              <a:buSzPts val="1100"/>
              <a:buNone/>
              <a:defRPr sz="1867">
                <a:solidFill>
                  <a:srgbClr val="FFFFFF"/>
                </a:solidFill>
              </a:defRPr>
            </a:lvl9pPr>
          </a:lstStyle>
          <a:p>
            <a:endParaRPr/>
          </a:p>
        </p:txBody>
      </p:sp>
      <p:sp>
        <p:nvSpPr>
          <p:cNvPr id="681" name="Google Shape;681;p77"/>
          <p:cNvSpPr txBox="1">
            <a:spLocks noGrp="1"/>
          </p:cNvSpPr>
          <p:nvPr>
            <p:ph type="subTitle" idx="1"/>
          </p:nvPr>
        </p:nvSpPr>
        <p:spPr>
          <a:xfrm>
            <a:off x="442913" y="4293727"/>
            <a:ext cx="4675200" cy="59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1200"/>
              <a:buFont typeface="Arial"/>
              <a:buNone/>
              <a:defRPr sz="1600" b="0" i="0" strike="noStrike" cap="none">
                <a:solidFill>
                  <a:srgbClr val="FFFFFF"/>
                </a:solidFill>
                <a:latin typeface="Arial"/>
                <a:ea typeface="Arial"/>
                <a:cs typeface="Arial"/>
                <a:sym typeface="Arial"/>
              </a:defRPr>
            </a:lvl9pPr>
          </a:lstStyle>
          <a:p>
            <a:endParaRPr/>
          </a:p>
        </p:txBody>
      </p:sp>
    </p:spTree>
    <p:extLst>
      <p:ext uri="{BB962C8B-B14F-4D97-AF65-F5344CB8AC3E}">
        <p14:creationId xmlns:p14="http://schemas.microsoft.com/office/powerpoint/2010/main" val="28405412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Agenda 1 1">
  <p:cSld name="Agenda 1 1">
    <p:spTree>
      <p:nvGrpSpPr>
        <p:cNvPr id="1" name="Shape 682"/>
        <p:cNvGrpSpPr/>
        <p:nvPr/>
      </p:nvGrpSpPr>
      <p:grpSpPr>
        <a:xfrm>
          <a:off x="0" y="0"/>
          <a:ext cx="0" cy="0"/>
          <a:chOff x="0" y="0"/>
          <a:chExt cx="0" cy="0"/>
        </a:xfrm>
      </p:grpSpPr>
      <p:sp>
        <p:nvSpPr>
          <p:cNvPr id="683" name="Google Shape;683;p78"/>
          <p:cNvSpPr txBox="1">
            <a:spLocks noGrp="1"/>
          </p:cNvSpPr>
          <p:nvPr>
            <p:ph type="body" idx="1"/>
          </p:nvPr>
        </p:nvSpPr>
        <p:spPr>
          <a:xfrm>
            <a:off x="442912" y="2103120"/>
            <a:ext cx="11306000" cy="4073600"/>
          </a:xfrm>
          <a:prstGeom prst="rect">
            <a:avLst/>
          </a:prstGeom>
          <a:noFill/>
          <a:ln>
            <a:noFill/>
          </a:ln>
        </p:spPr>
        <p:txBody>
          <a:bodyPr spcFirstLastPara="1" wrap="square" lIns="0" tIns="0" rIns="0" bIns="0" anchor="t" anchorCtr="0">
            <a:noAutofit/>
          </a:bodyPr>
          <a:lstStyle>
            <a:lvl1pPr marL="609585" lvl="0" indent="-482588" algn="l" rtl="0">
              <a:lnSpc>
                <a:spcPct val="90000"/>
              </a:lnSpc>
              <a:spcBef>
                <a:spcPts val="0"/>
              </a:spcBef>
              <a:spcAft>
                <a:spcPts val="0"/>
              </a:spcAft>
              <a:buClr>
                <a:schemeClr val="accent1"/>
              </a:buClr>
              <a:buSzPts val="2100"/>
              <a:buFont typeface="Georgia"/>
              <a:buAutoNum type="arabicPeriod"/>
              <a:defRPr sz="2800" b="0">
                <a:solidFill>
                  <a:schemeClr val="dk1"/>
                </a:solidFill>
              </a:defRPr>
            </a:lvl1pPr>
            <a:lvl2pPr marL="1219170" lvl="1" indent="-304792" algn="l" rtl="0">
              <a:lnSpc>
                <a:spcPct val="100000"/>
              </a:lnSpc>
              <a:spcBef>
                <a:spcPts val="667"/>
              </a:spcBef>
              <a:spcAft>
                <a:spcPts val="0"/>
              </a:spcAft>
              <a:buClr>
                <a:schemeClr val="accent4"/>
              </a:buClr>
              <a:buSzPts val="1200"/>
              <a:buFont typeface="Georgia"/>
              <a:buNone/>
              <a:defRPr sz="1600"/>
            </a:lvl2pPr>
            <a:lvl3pPr marL="1828754" lvl="2" indent="-406390" algn="l" rtl="0">
              <a:lnSpc>
                <a:spcPct val="100000"/>
              </a:lnSpc>
              <a:spcBef>
                <a:spcPts val="667"/>
              </a:spcBef>
              <a:spcAft>
                <a:spcPts val="0"/>
              </a:spcAft>
              <a:buClr>
                <a:schemeClr val="dk1"/>
              </a:buClr>
              <a:buSzPts val="1200"/>
              <a:buChar char="•"/>
              <a:defRPr/>
            </a:lvl3pPr>
            <a:lvl4pPr marL="2438339" lvl="3" indent="-406390" algn="l" rtl="0">
              <a:lnSpc>
                <a:spcPct val="100000"/>
              </a:lnSpc>
              <a:spcBef>
                <a:spcPts val="667"/>
              </a:spcBef>
              <a:spcAft>
                <a:spcPts val="0"/>
              </a:spcAft>
              <a:buClr>
                <a:schemeClr val="dk1"/>
              </a:buClr>
              <a:buSzPts val="1200"/>
              <a:buChar char="–"/>
              <a:defRPr/>
            </a:lvl4pPr>
            <a:lvl5pPr marL="3047924" lvl="4" indent="-406390" algn="l" rtl="0">
              <a:lnSpc>
                <a:spcPct val="100000"/>
              </a:lnSpc>
              <a:spcBef>
                <a:spcPts val="667"/>
              </a:spcBef>
              <a:spcAft>
                <a:spcPts val="0"/>
              </a:spcAft>
              <a:buClr>
                <a:schemeClr val="dk1"/>
              </a:buClr>
              <a:buSzPts val="1200"/>
              <a:buChar char="•"/>
              <a:defRPr/>
            </a:lvl5pPr>
            <a:lvl6pPr marL="3657509" lvl="5" indent="-406390" algn="l" rtl="0">
              <a:lnSpc>
                <a:spcPct val="100000"/>
              </a:lnSpc>
              <a:spcBef>
                <a:spcPts val="667"/>
              </a:spcBef>
              <a:spcAft>
                <a:spcPts val="0"/>
              </a:spcAft>
              <a:buClr>
                <a:schemeClr val="dk1"/>
              </a:buClr>
              <a:buSzPts val="1200"/>
              <a:buChar char="–"/>
              <a:defRPr/>
            </a:lvl6pPr>
            <a:lvl7pPr marL="4267093" lvl="6" indent="-406390" algn="l" rtl="0">
              <a:lnSpc>
                <a:spcPct val="100000"/>
              </a:lnSpc>
              <a:spcBef>
                <a:spcPts val="667"/>
              </a:spcBef>
              <a:spcAft>
                <a:spcPts val="0"/>
              </a:spcAft>
              <a:buClr>
                <a:schemeClr val="dk1"/>
              </a:buClr>
              <a:buSzPts val="1200"/>
              <a:buChar char="•"/>
              <a:defRPr/>
            </a:lvl7pPr>
            <a:lvl8pPr marL="4876678" lvl="7" indent="-406390" algn="l" rtl="0">
              <a:lnSpc>
                <a:spcPct val="100000"/>
              </a:lnSpc>
              <a:spcBef>
                <a:spcPts val="667"/>
              </a:spcBef>
              <a:spcAft>
                <a:spcPts val="0"/>
              </a:spcAft>
              <a:buClr>
                <a:schemeClr val="dk1"/>
              </a:buClr>
              <a:buSzPts val="1200"/>
              <a:buChar char="–"/>
              <a:defRPr/>
            </a:lvl8pPr>
            <a:lvl9pPr marL="5486263" lvl="8" indent="-406390" algn="l" rtl="0">
              <a:lnSpc>
                <a:spcPct val="100000"/>
              </a:lnSpc>
              <a:spcBef>
                <a:spcPts val="667"/>
              </a:spcBef>
              <a:spcAft>
                <a:spcPts val="667"/>
              </a:spcAft>
              <a:buClr>
                <a:schemeClr val="dk1"/>
              </a:buClr>
              <a:buSzPts val="1200"/>
              <a:buChar char="•"/>
              <a:defRPr/>
            </a:lvl9pPr>
          </a:lstStyle>
          <a:p>
            <a:endParaRPr/>
          </a:p>
        </p:txBody>
      </p:sp>
      <p:sp>
        <p:nvSpPr>
          <p:cNvPr id="684" name="Google Shape;684;p78"/>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lvl="0" algn="l" rtl="0">
              <a:lnSpc>
                <a:spcPct val="85000"/>
              </a:lnSpc>
              <a:spcBef>
                <a:spcPts val="0"/>
              </a:spcBef>
              <a:spcAft>
                <a:spcPts val="0"/>
              </a:spcAft>
              <a:buClr>
                <a:schemeClr val="dk1"/>
              </a:buClr>
              <a:buSzPts val="2400"/>
              <a:buFont typeface="Georgia"/>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85" name="Google Shape;685;p78"/>
          <p:cNvSpPr txBox="1">
            <a:spLocks noGrp="1"/>
          </p:cNvSpPr>
          <p:nvPr>
            <p:ph type="sldNum" idx="12"/>
          </p:nvPr>
        </p:nvSpPr>
        <p:spPr>
          <a:xfrm>
            <a:off x="9984296" y="6492240"/>
            <a:ext cx="1764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5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686" name="Google Shape;686;p78"/>
          <p:cNvSpPr txBox="1">
            <a:spLocks noGrp="1"/>
          </p:cNvSpPr>
          <p:nvPr>
            <p:ph type="dt" idx="10"/>
          </p:nvPr>
        </p:nvSpPr>
        <p:spPr>
          <a:xfrm>
            <a:off x="9984296" y="6355080"/>
            <a:ext cx="1764800" cy="137200"/>
          </a:xfrm>
          <a:prstGeom prst="rect">
            <a:avLst/>
          </a:prstGeom>
          <a:noFill/>
          <a:ln>
            <a:noFill/>
          </a:ln>
        </p:spPr>
        <p:txBody>
          <a:bodyPr spcFirstLastPara="1" wrap="square" lIns="0" tIns="0" rIns="0" bIns="0" anchor="b" anchorCtr="0">
            <a:noAutofit/>
          </a:bodyPr>
          <a:lstStyle>
            <a:lvl1pPr lvl="0" algn="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687" name="Google Shape;687;p78"/>
          <p:cNvSpPr txBox="1">
            <a:spLocks noGrp="1"/>
          </p:cNvSpPr>
          <p:nvPr>
            <p:ph type="ftr" idx="11"/>
          </p:nvPr>
        </p:nvSpPr>
        <p:spPr>
          <a:xfrm>
            <a:off x="442912" y="6355080"/>
            <a:ext cx="5473600" cy="137200"/>
          </a:xfrm>
          <a:prstGeom prst="rect">
            <a:avLst/>
          </a:prstGeom>
          <a:noFill/>
          <a:ln>
            <a:noFill/>
          </a:ln>
        </p:spPr>
        <p:txBody>
          <a:bodyPr spcFirstLastPara="1" wrap="square" lIns="0" tIns="0" rIns="0" bIns="0" anchor="b"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24036762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688"/>
        <p:cNvGrpSpPr/>
        <p:nvPr/>
      </p:nvGrpSpPr>
      <p:grpSpPr>
        <a:xfrm>
          <a:off x="0" y="0"/>
          <a:ext cx="0" cy="0"/>
          <a:chOff x="0" y="0"/>
          <a:chExt cx="0" cy="0"/>
        </a:xfrm>
      </p:grpSpPr>
      <p:sp>
        <p:nvSpPr>
          <p:cNvPr id="689" name="Google Shape;689;p79"/>
          <p:cNvSpPr txBox="1">
            <a:spLocks noGrp="1"/>
          </p:cNvSpPr>
          <p:nvPr>
            <p:ph type="body" idx="1"/>
          </p:nvPr>
        </p:nvSpPr>
        <p:spPr>
          <a:xfrm>
            <a:off x="609600" y="2103439"/>
            <a:ext cx="10972800" cy="4068800"/>
          </a:xfrm>
          <a:prstGeom prst="rect">
            <a:avLst/>
          </a:prstGeom>
          <a:noFill/>
          <a:ln>
            <a:noFill/>
          </a:ln>
        </p:spPr>
        <p:txBody>
          <a:bodyPr spcFirstLastPara="1" wrap="square" lIns="0" tIns="0" rIns="0" bIns="0" anchor="t" anchorCtr="0">
            <a:noAutofit/>
          </a:bodyPr>
          <a:lstStyle>
            <a:lvl1pPr marL="609585" marR="0" lvl="0" indent="-397923" algn="l" rtl="0">
              <a:lnSpc>
                <a:spcPct val="100000"/>
              </a:lnSpc>
              <a:spcBef>
                <a:spcPts val="0"/>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1pPr>
            <a:lvl2pPr marL="1219170" marR="0" lvl="1"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2pPr>
            <a:lvl3pPr marL="1828754" marR="0" lvl="2"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3pPr>
            <a:lvl4pPr marL="2438339" marR="0" lvl="3"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4pPr>
            <a:lvl5pPr marL="3047924" marR="0" lvl="4"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5pPr>
            <a:lvl6pPr marL="3657509" marR="0" lvl="5"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6pPr>
            <a:lvl7pPr marL="4267093" marR="0" lvl="6"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7pPr>
            <a:lvl8pPr marL="4876678" marR="0" lvl="7" indent="-397923" algn="l" rtl="0">
              <a:lnSpc>
                <a:spcPct val="100000"/>
              </a:lnSpc>
              <a:spcBef>
                <a:spcPts val="667"/>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8pPr>
            <a:lvl9pPr marL="5486263" marR="0" lvl="8" indent="-397923" algn="l" rtl="0">
              <a:lnSpc>
                <a:spcPct val="100000"/>
              </a:lnSpc>
              <a:spcBef>
                <a:spcPts val="667"/>
              </a:spcBef>
              <a:spcAft>
                <a:spcPts val="667"/>
              </a:spcAft>
              <a:buClr>
                <a:schemeClr val="dk1"/>
              </a:buClr>
              <a:buSzPts val="1100"/>
              <a:buFont typeface="Arial"/>
              <a:buChar char="•"/>
              <a:defRPr sz="1467" b="0" i="0" u="none" strike="noStrike" cap="none">
                <a:solidFill>
                  <a:schemeClr val="dk1"/>
                </a:solidFill>
                <a:latin typeface="Arial"/>
                <a:ea typeface="Arial"/>
                <a:cs typeface="Arial"/>
                <a:sym typeface="Arial"/>
              </a:defRPr>
            </a:lvl9pPr>
          </a:lstStyle>
          <a:p>
            <a:endParaRPr/>
          </a:p>
        </p:txBody>
      </p:sp>
      <p:sp>
        <p:nvSpPr>
          <p:cNvPr id="690" name="Google Shape;690;p79"/>
          <p:cNvSpPr txBox="1">
            <a:spLocks noGrp="1"/>
          </p:cNvSpPr>
          <p:nvPr>
            <p:ph type="sldNum" idx="12"/>
          </p:nvPr>
        </p:nvSpPr>
        <p:spPr>
          <a:xfrm>
            <a:off x="8168217" y="6492240"/>
            <a:ext cx="34140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67"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691" name="Google Shape;691;p79"/>
          <p:cNvSpPr txBox="1">
            <a:spLocks noGrp="1"/>
          </p:cNvSpPr>
          <p:nvPr>
            <p:ph type="title"/>
          </p:nvPr>
        </p:nvSpPr>
        <p:spPr>
          <a:xfrm>
            <a:off x="609600" y="457200"/>
            <a:ext cx="10972800" cy="13716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100"/>
              <a:buFont typeface="Georgia"/>
              <a:buNone/>
              <a:defRPr sz="28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100"/>
              <a:buNone/>
              <a:defRPr sz="1867"/>
            </a:lvl2pPr>
            <a:lvl3pPr lvl="2" algn="l" rtl="0">
              <a:lnSpc>
                <a:spcPct val="100000"/>
              </a:lnSpc>
              <a:spcBef>
                <a:spcPts val="0"/>
              </a:spcBef>
              <a:spcAft>
                <a:spcPts val="0"/>
              </a:spcAft>
              <a:buSzPts val="1100"/>
              <a:buNone/>
              <a:defRPr sz="1867"/>
            </a:lvl3pPr>
            <a:lvl4pPr lvl="3" algn="l" rtl="0">
              <a:lnSpc>
                <a:spcPct val="100000"/>
              </a:lnSpc>
              <a:spcBef>
                <a:spcPts val="0"/>
              </a:spcBef>
              <a:spcAft>
                <a:spcPts val="0"/>
              </a:spcAft>
              <a:buSzPts val="1100"/>
              <a:buNone/>
              <a:defRPr sz="1867"/>
            </a:lvl4pPr>
            <a:lvl5pPr lvl="4" algn="l" rtl="0">
              <a:lnSpc>
                <a:spcPct val="100000"/>
              </a:lnSpc>
              <a:spcBef>
                <a:spcPts val="0"/>
              </a:spcBef>
              <a:spcAft>
                <a:spcPts val="0"/>
              </a:spcAft>
              <a:buSzPts val="1100"/>
              <a:buNone/>
              <a:defRPr sz="1867"/>
            </a:lvl5pPr>
            <a:lvl6pPr lvl="5" algn="l" rtl="0">
              <a:lnSpc>
                <a:spcPct val="100000"/>
              </a:lnSpc>
              <a:spcBef>
                <a:spcPts val="0"/>
              </a:spcBef>
              <a:spcAft>
                <a:spcPts val="0"/>
              </a:spcAft>
              <a:buSzPts val="1100"/>
              <a:buNone/>
              <a:defRPr sz="1867"/>
            </a:lvl6pPr>
            <a:lvl7pPr lvl="6" algn="l" rtl="0">
              <a:lnSpc>
                <a:spcPct val="100000"/>
              </a:lnSpc>
              <a:spcBef>
                <a:spcPts val="0"/>
              </a:spcBef>
              <a:spcAft>
                <a:spcPts val="0"/>
              </a:spcAft>
              <a:buSzPts val="1100"/>
              <a:buNone/>
              <a:defRPr sz="1867"/>
            </a:lvl7pPr>
            <a:lvl8pPr lvl="7" algn="l" rtl="0">
              <a:lnSpc>
                <a:spcPct val="100000"/>
              </a:lnSpc>
              <a:spcBef>
                <a:spcPts val="0"/>
              </a:spcBef>
              <a:spcAft>
                <a:spcPts val="0"/>
              </a:spcAft>
              <a:buSzPts val="1100"/>
              <a:buNone/>
              <a:defRPr sz="1867"/>
            </a:lvl8pPr>
            <a:lvl9pPr lvl="8" algn="l" rtl="0">
              <a:lnSpc>
                <a:spcPct val="100000"/>
              </a:lnSpc>
              <a:spcBef>
                <a:spcPts val="0"/>
              </a:spcBef>
              <a:spcAft>
                <a:spcPts val="0"/>
              </a:spcAft>
              <a:buSzPts val="1100"/>
              <a:buNone/>
              <a:defRPr sz="1867"/>
            </a:lvl9pPr>
          </a:lstStyle>
          <a:p>
            <a:endParaRPr/>
          </a:p>
        </p:txBody>
      </p:sp>
    </p:spTree>
    <p:extLst>
      <p:ext uri="{BB962C8B-B14F-4D97-AF65-F5344CB8AC3E}">
        <p14:creationId xmlns:p14="http://schemas.microsoft.com/office/powerpoint/2010/main" val="7942986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p:cSld name="Section">
    <p:bg>
      <p:bgPr>
        <a:solidFill>
          <a:srgbClr val="000000"/>
        </a:solidFill>
        <a:effectLst/>
      </p:bgPr>
    </p:bg>
    <p:spTree>
      <p:nvGrpSpPr>
        <p:cNvPr id="1" name="Shape 692"/>
        <p:cNvGrpSpPr/>
        <p:nvPr/>
      </p:nvGrpSpPr>
      <p:grpSpPr>
        <a:xfrm>
          <a:off x="0" y="0"/>
          <a:ext cx="0" cy="0"/>
          <a:chOff x="0" y="0"/>
          <a:chExt cx="0" cy="0"/>
        </a:xfrm>
      </p:grpSpPr>
      <p:sp>
        <p:nvSpPr>
          <p:cNvPr id="693" name="Google Shape;693;p80"/>
          <p:cNvSpPr txBox="1">
            <a:spLocks noGrp="1"/>
          </p:cNvSpPr>
          <p:nvPr>
            <p:ph type="title"/>
          </p:nvPr>
        </p:nvSpPr>
        <p:spPr>
          <a:xfrm>
            <a:off x="721651" y="774700"/>
            <a:ext cx="5245200" cy="23240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FFFFFF"/>
              </a:buClr>
              <a:buSzPts val="2800"/>
              <a:buFont typeface="DM Sans"/>
              <a:buNone/>
              <a:defRPr sz="3733">
                <a:solidFill>
                  <a:srgbClr val="FFFFFF"/>
                </a:solidFill>
                <a:latin typeface="DM Sans"/>
                <a:ea typeface="DM Sans"/>
                <a:cs typeface="DM Sans"/>
                <a:sym typeface="DM Sans"/>
              </a:defRPr>
            </a:lvl1pPr>
            <a:lvl2pPr lvl="1" algn="l" rtl="0">
              <a:lnSpc>
                <a:spcPct val="100000"/>
              </a:lnSpc>
              <a:spcBef>
                <a:spcPts val="0"/>
              </a:spcBef>
              <a:spcAft>
                <a:spcPts val="0"/>
              </a:spcAft>
              <a:buClr>
                <a:srgbClr val="000000"/>
              </a:buClr>
              <a:buSzPts val="700"/>
              <a:buNone/>
              <a:defRPr/>
            </a:lvl2pPr>
            <a:lvl3pPr lvl="2" algn="l" rtl="0">
              <a:lnSpc>
                <a:spcPct val="100000"/>
              </a:lnSpc>
              <a:spcBef>
                <a:spcPts val="0"/>
              </a:spcBef>
              <a:spcAft>
                <a:spcPts val="0"/>
              </a:spcAft>
              <a:buClr>
                <a:srgbClr val="000000"/>
              </a:buClr>
              <a:buSzPts val="700"/>
              <a:buNone/>
              <a:defRPr/>
            </a:lvl3pPr>
            <a:lvl4pPr lvl="3" algn="l" rtl="0">
              <a:lnSpc>
                <a:spcPct val="100000"/>
              </a:lnSpc>
              <a:spcBef>
                <a:spcPts val="0"/>
              </a:spcBef>
              <a:spcAft>
                <a:spcPts val="0"/>
              </a:spcAft>
              <a:buClr>
                <a:srgbClr val="000000"/>
              </a:buClr>
              <a:buSzPts val="700"/>
              <a:buNone/>
              <a:defRPr/>
            </a:lvl4pPr>
            <a:lvl5pPr lvl="4" algn="l" rtl="0">
              <a:lnSpc>
                <a:spcPct val="100000"/>
              </a:lnSpc>
              <a:spcBef>
                <a:spcPts val="0"/>
              </a:spcBef>
              <a:spcAft>
                <a:spcPts val="0"/>
              </a:spcAft>
              <a:buClr>
                <a:srgbClr val="000000"/>
              </a:buClr>
              <a:buSzPts val="700"/>
              <a:buNone/>
              <a:defRPr/>
            </a:lvl5pPr>
            <a:lvl6pPr lvl="5" algn="l" rtl="0">
              <a:lnSpc>
                <a:spcPct val="100000"/>
              </a:lnSpc>
              <a:spcBef>
                <a:spcPts val="0"/>
              </a:spcBef>
              <a:spcAft>
                <a:spcPts val="0"/>
              </a:spcAft>
              <a:buClr>
                <a:srgbClr val="000000"/>
              </a:buClr>
              <a:buSzPts val="700"/>
              <a:buNone/>
              <a:defRPr/>
            </a:lvl6pPr>
            <a:lvl7pPr lvl="6" algn="l" rtl="0">
              <a:lnSpc>
                <a:spcPct val="100000"/>
              </a:lnSpc>
              <a:spcBef>
                <a:spcPts val="0"/>
              </a:spcBef>
              <a:spcAft>
                <a:spcPts val="0"/>
              </a:spcAft>
              <a:buClr>
                <a:srgbClr val="000000"/>
              </a:buClr>
              <a:buSzPts val="700"/>
              <a:buNone/>
              <a:defRPr/>
            </a:lvl7pPr>
            <a:lvl8pPr lvl="7" algn="l" rtl="0">
              <a:lnSpc>
                <a:spcPct val="100000"/>
              </a:lnSpc>
              <a:spcBef>
                <a:spcPts val="0"/>
              </a:spcBef>
              <a:spcAft>
                <a:spcPts val="0"/>
              </a:spcAft>
              <a:buClr>
                <a:srgbClr val="000000"/>
              </a:buClr>
              <a:buSzPts val="700"/>
              <a:buNone/>
              <a:defRPr/>
            </a:lvl8pPr>
            <a:lvl9pPr lvl="8" algn="l" rtl="0">
              <a:lnSpc>
                <a:spcPct val="100000"/>
              </a:lnSpc>
              <a:spcBef>
                <a:spcPts val="0"/>
              </a:spcBef>
              <a:spcAft>
                <a:spcPts val="0"/>
              </a:spcAft>
              <a:buClr>
                <a:srgbClr val="000000"/>
              </a:buClr>
              <a:buSzPts val="700"/>
              <a:buNone/>
              <a:defRPr/>
            </a:lvl9pPr>
          </a:lstStyle>
          <a:p>
            <a:endParaRPr/>
          </a:p>
        </p:txBody>
      </p:sp>
      <p:sp>
        <p:nvSpPr>
          <p:cNvPr id="694" name="Google Shape;694;p80"/>
          <p:cNvSpPr txBox="1">
            <a:spLocks noGrp="1"/>
          </p:cNvSpPr>
          <p:nvPr>
            <p:ph type="sldNum" idx="12"/>
          </p:nvPr>
        </p:nvSpPr>
        <p:spPr>
          <a:xfrm>
            <a:off x="11409045" y="6333135"/>
            <a:ext cx="731600" cy="5248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265695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matchingName="Hello Tomorrow Divider">
  <p:cSld name="Hello Tomorrow Divider">
    <p:bg>
      <p:bgPr>
        <a:solidFill>
          <a:schemeClr val="accent5"/>
        </a:solidFill>
        <a:effectLst/>
      </p:bgPr>
    </p:bg>
    <p:spTree>
      <p:nvGrpSpPr>
        <p:cNvPr id="1" name="Shape 695"/>
        <p:cNvGrpSpPr/>
        <p:nvPr/>
      </p:nvGrpSpPr>
      <p:grpSpPr>
        <a:xfrm>
          <a:off x="0" y="0"/>
          <a:ext cx="0" cy="0"/>
          <a:chOff x="0" y="0"/>
          <a:chExt cx="0" cy="0"/>
        </a:xfrm>
      </p:grpSpPr>
      <p:sp>
        <p:nvSpPr>
          <p:cNvPr id="696" name="Google Shape;696;p81"/>
          <p:cNvSpPr txBox="1"/>
          <p:nvPr/>
        </p:nvSpPr>
        <p:spPr>
          <a:xfrm>
            <a:off x="442925" y="1115475"/>
            <a:ext cx="5324400" cy="2026800"/>
          </a:xfrm>
          <a:prstGeom prst="rect">
            <a:avLst/>
          </a:prstGeom>
          <a:noFill/>
          <a:ln>
            <a:noFill/>
          </a:ln>
        </p:spPr>
        <p:txBody>
          <a:bodyPr spcFirstLastPara="1" wrap="square" lIns="182867" tIns="137167" rIns="182867" bIns="228600" anchor="ctr" anchorCtr="0">
            <a:noAutofit/>
          </a:bodyPr>
          <a:lstStyle/>
          <a:p>
            <a:pPr marL="0" marR="0" lvl="0" indent="0" algn="l" rtl="0">
              <a:lnSpc>
                <a:spcPct val="100000"/>
              </a:lnSpc>
              <a:spcBef>
                <a:spcPts val="0"/>
              </a:spcBef>
              <a:spcAft>
                <a:spcPts val="0"/>
              </a:spcAft>
              <a:buClr>
                <a:srgbClr val="000000"/>
              </a:buClr>
              <a:buSzPts val="3600"/>
              <a:buFont typeface="Arial"/>
              <a:buNone/>
            </a:pPr>
            <a:endParaRPr sz="4800">
              <a:latin typeface="Georgia"/>
              <a:ea typeface="Georgia"/>
              <a:cs typeface="Georgia"/>
              <a:sym typeface="Georgia"/>
            </a:endParaRPr>
          </a:p>
        </p:txBody>
      </p:sp>
    </p:spTree>
    <p:extLst>
      <p:ext uri="{BB962C8B-B14F-4D97-AF65-F5344CB8AC3E}">
        <p14:creationId xmlns:p14="http://schemas.microsoft.com/office/powerpoint/2010/main" val="101299338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02">
  <p:cSld name="02">
    <p:spTree>
      <p:nvGrpSpPr>
        <p:cNvPr id="1" name="Shape 697"/>
        <p:cNvGrpSpPr/>
        <p:nvPr/>
      </p:nvGrpSpPr>
      <p:grpSpPr>
        <a:xfrm>
          <a:off x="0" y="0"/>
          <a:ext cx="0" cy="0"/>
          <a:chOff x="0" y="0"/>
          <a:chExt cx="0" cy="0"/>
        </a:xfrm>
      </p:grpSpPr>
      <p:pic>
        <p:nvPicPr>
          <p:cNvPr id="698" name="Google Shape;698;p82"/>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36200599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03">
  <p:cSld name="03">
    <p:spTree>
      <p:nvGrpSpPr>
        <p:cNvPr id="1" name="Shape 699"/>
        <p:cNvGrpSpPr/>
        <p:nvPr/>
      </p:nvGrpSpPr>
      <p:grpSpPr>
        <a:xfrm>
          <a:off x="0" y="0"/>
          <a:ext cx="0" cy="0"/>
          <a:chOff x="0" y="0"/>
          <a:chExt cx="0" cy="0"/>
        </a:xfrm>
      </p:grpSpPr>
      <p:pic>
        <p:nvPicPr>
          <p:cNvPr id="700" name="Google Shape;700;p83"/>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19649276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04">
  <p:cSld name="04">
    <p:spTree>
      <p:nvGrpSpPr>
        <p:cNvPr id="1" name="Shape 701"/>
        <p:cNvGrpSpPr/>
        <p:nvPr/>
      </p:nvGrpSpPr>
      <p:grpSpPr>
        <a:xfrm>
          <a:off x="0" y="0"/>
          <a:ext cx="0" cy="0"/>
          <a:chOff x="0" y="0"/>
          <a:chExt cx="0" cy="0"/>
        </a:xfrm>
      </p:grpSpPr>
      <p:pic>
        <p:nvPicPr>
          <p:cNvPr id="702" name="Google Shape;702;p84"/>
          <p:cNvPicPr preferRelativeResize="0"/>
          <p:nvPr/>
        </p:nvPicPr>
        <p:blipFill>
          <a:blip r:embed="rId2">
            <a:alphaModFix/>
          </a:blip>
          <a:stretch>
            <a:fillRect/>
          </a:stretch>
        </p:blipFill>
        <p:spPr>
          <a:xfrm>
            <a:off x="4865" y="1"/>
            <a:ext cx="12187136" cy="6380481"/>
          </a:xfrm>
          <a:prstGeom prst="rect">
            <a:avLst/>
          </a:prstGeom>
          <a:noFill/>
          <a:ln>
            <a:noFill/>
          </a:ln>
        </p:spPr>
      </p:pic>
    </p:spTree>
    <p:extLst>
      <p:ext uri="{BB962C8B-B14F-4D97-AF65-F5344CB8AC3E}">
        <p14:creationId xmlns:p14="http://schemas.microsoft.com/office/powerpoint/2010/main" val="48161784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05">
  <p:cSld name="05">
    <p:spTree>
      <p:nvGrpSpPr>
        <p:cNvPr id="1" name="Shape 703"/>
        <p:cNvGrpSpPr/>
        <p:nvPr/>
      </p:nvGrpSpPr>
      <p:grpSpPr>
        <a:xfrm>
          <a:off x="0" y="0"/>
          <a:ext cx="0" cy="0"/>
          <a:chOff x="0" y="0"/>
          <a:chExt cx="0" cy="0"/>
        </a:xfrm>
      </p:grpSpPr>
      <p:pic>
        <p:nvPicPr>
          <p:cNvPr id="704" name="Google Shape;704;p85"/>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335714081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06">
  <p:cSld name="06">
    <p:spTree>
      <p:nvGrpSpPr>
        <p:cNvPr id="1" name="Shape 705"/>
        <p:cNvGrpSpPr/>
        <p:nvPr/>
      </p:nvGrpSpPr>
      <p:grpSpPr>
        <a:xfrm>
          <a:off x="0" y="0"/>
          <a:ext cx="0" cy="0"/>
          <a:chOff x="0" y="0"/>
          <a:chExt cx="0" cy="0"/>
        </a:xfrm>
      </p:grpSpPr>
      <p:pic>
        <p:nvPicPr>
          <p:cNvPr id="706" name="Google Shape;706;p86"/>
          <p:cNvPicPr preferRelativeResize="0"/>
          <p:nvPr/>
        </p:nvPicPr>
        <p:blipFill>
          <a:blip r:embed="rId2">
            <a:alphaModFix/>
          </a:blip>
          <a:stretch>
            <a:fillRect/>
          </a:stretch>
        </p:blipFill>
        <p:spPr>
          <a:xfrm>
            <a:off x="0" y="1"/>
            <a:ext cx="12192000" cy="6383028"/>
          </a:xfrm>
          <a:prstGeom prst="rect">
            <a:avLst/>
          </a:prstGeom>
          <a:noFill/>
          <a:ln>
            <a:noFill/>
          </a:ln>
        </p:spPr>
      </p:pic>
    </p:spTree>
    <p:extLst>
      <p:ext uri="{BB962C8B-B14F-4D97-AF65-F5344CB8AC3E}">
        <p14:creationId xmlns:p14="http://schemas.microsoft.com/office/powerpoint/2010/main" val="171819079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07">
  <p:cSld name="07">
    <p:spTree>
      <p:nvGrpSpPr>
        <p:cNvPr id="1" name="Shape 707"/>
        <p:cNvGrpSpPr/>
        <p:nvPr/>
      </p:nvGrpSpPr>
      <p:grpSpPr>
        <a:xfrm>
          <a:off x="0" y="0"/>
          <a:ext cx="0" cy="0"/>
          <a:chOff x="0" y="0"/>
          <a:chExt cx="0" cy="0"/>
        </a:xfrm>
      </p:grpSpPr>
      <p:pic>
        <p:nvPicPr>
          <p:cNvPr id="708" name="Google Shape;708;p87"/>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354867853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08">
  <p:cSld name="08">
    <p:spTree>
      <p:nvGrpSpPr>
        <p:cNvPr id="1" name="Shape 709"/>
        <p:cNvGrpSpPr/>
        <p:nvPr/>
      </p:nvGrpSpPr>
      <p:grpSpPr>
        <a:xfrm>
          <a:off x="0" y="0"/>
          <a:ext cx="0" cy="0"/>
          <a:chOff x="0" y="0"/>
          <a:chExt cx="0" cy="0"/>
        </a:xfrm>
      </p:grpSpPr>
      <p:pic>
        <p:nvPicPr>
          <p:cNvPr id="710" name="Google Shape;710;p88"/>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385571617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09">
  <p:cSld name="09">
    <p:spTree>
      <p:nvGrpSpPr>
        <p:cNvPr id="1" name="Shape 711"/>
        <p:cNvGrpSpPr/>
        <p:nvPr/>
      </p:nvGrpSpPr>
      <p:grpSpPr>
        <a:xfrm>
          <a:off x="0" y="0"/>
          <a:ext cx="0" cy="0"/>
          <a:chOff x="0" y="0"/>
          <a:chExt cx="0" cy="0"/>
        </a:xfrm>
      </p:grpSpPr>
      <p:pic>
        <p:nvPicPr>
          <p:cNvPr id="712" name="Google Shape;712;p89"/>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28963535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10">
  <p:cSld name="10">
    <p:spTree>
      <p:nvGrpSpPr>
        <p:cNvPr id="1" name="Shape 713"/>
        <p:cNvGrpSpPr/>
        <p:nvPr/>
      </p:nvGrpSpPr>
      <p:grpSpPr>
        <a:xfrm>
          <a:off x="0" y="0"/>
          <a:ext cx="0" cy="0"/>
          <a:chOff x="0" y="0"/>
          <a:chExt cx="0" cy="0"/>
        </a:xfrm>
      </p:grpSpPr>
      <p:pic>
        <p:nvPicPr>
          <p:cNvPr id="714" name="Google Shape;714;p90"/>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176707011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11">
  <p:cSld name="11">
    <p:spTree>
      <p:nvGrpSpPr>
        <p:cNvPr id="1" name="Shape 715"/>
        <p:cNvGrpSpPr/>
        <p:nvPr/>
      </p:nvGrpSpPr>
      <p:grpSpPr>
        <a:xfrm>
          <a:off x="0" y="0"/>
          <a:ext cx="0" cy="0"/>
          <a:chOff x="0" y="0"/>
          <a:chExt cx="0" cy="0"/>
        </a:xfrm>
      </p:grpSpPr>
      <p:pic>
        <p:nvPicPr>
          <p:cNvPr id="716" name="Google Shape;716;p91"/>
          <p:cNvPicPr preferRelativeResize="0"/>
          <p:nvPr/>
        </p:nvPicPr>
        <p:blipFill>
          <a:blip r:embed="rId2">
            <a:alphaModFix/>
          </a:blip>
          <a:stretch>
            <a:fillRect/>
          </a:stretch>
        </p:blipFill>
        <p:spPr>
          <a:xfrm>
            <a:off x="4865" y="1"/>
            <a:ext cx="12187136" cy="6380481"/>
          </a:xfrm>
          <a:prstGeom prst="rect">
            <a:avLst/>
          </a:prstGeom>
          <a:noFill/>
          <a:ln>
            <a:noFill/>
          </a:ln>
        </p:spPr>
      </p:pic>
    </p:spTree>
    <p:extLst>
      <p:ext uri="{BB962C8B-B14F-4D97-AF65-F5344CB8AC3E}">
        <p14:creationId xmlns:p14="http://schemas.microsoft.com/office/powerpoint/2010/main" val="127769564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12">
  <p:cSld name="12">
    <p:spTree>
      <p:nvGrpSpPr>
        <p:cNvPr id="1" name="Shape 717"/>
        <p:cNvGrpSpPr/>
        <p:nvPr/>
      </p:nvGrpSpPr>
      <p:grpSpPr>
        <a:xfrm>
          <a:off x="0" y="0"/>
          <a:ext cx="0" cy="0"/>
          <a:chOff x="0" y="0"/>
          <a:chExt cx="0" cy="0"/>
        </a:xfrm>
      </p:grpSpPr>
      <p:pic>
        <p:nvPicPr>
          <p:cNvPr id="718" name="Google Shape;718;p92"/>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24338525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13">
  <p:cSld name="13">
    <p:spTree>
      <p:nvGrpSpPr>
        <p:cNvPr id="1" name="Shape 719"/>
        <p:cNvGrpSpPr/>
        <p:nvPr/>
      </p:nvGrpSpPr>
      <p:grpSpPr>
        <a:xfrm>
          <a:off x="0" y="0"/>
          <a:ext cx="0" cy="0"/>
          <a:chOff x="0" y="0"/>
          <a:chExt cx="0" cy="0"/>
        </a:xfrm>
      </p:grpSpPr>
      <p:pic>
        <p:nvPicPr>
          <p:cNvPr id="720" name="Google Shape;720;p93"/>
          <p:cNvPicPr preferRelativeResize="0"/>
          <p:nvPr/>
        </p:nvPicPr>
        <p:blipFill>
          <a:blip r:embed="rId2">
            <a:alphaModFix/>
          </a:blip>
          <a:stretch>
            <a:fillRect/>
          </a:stretch>
        </p:blipFill>
        <p:spPr>
          <a:xfrm>
            <a:off x="0" y="0"/>
            <a:ext cx="12192000" cy="6380480"/>
          </a:xfrm>
          <a:prstGeom prst="rect">
            <a:avLst/>
          </a:prstGeom>
          <a:noFill/>
          <a:ln>
            <a:noFill/>
          </a:ln>
        </p:spPr>
      </p:pic>
    </p:spTree>
    <p:extLst>
      <p:ext uri="{BB962C8B-B14F-4D97-AF65-F5344CB8AC3E}">
        <p14:creationId xmlns:p14="http://schemas.microsoft.com/office/powerpoint/2010/main" val="49315481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matchingName="Title Slide Logo Shape Grey 1">
  <p:cSld name="Title Slide Logo Shape Grey 1">
    <p:spTree>
      <p:nvGrpSpPr>
        <p:cNvPr id="1" name="Shape 721"/>
        <p:cNvGrpSpPr/>
        <p:nvPr/>
      </p:nvGrpSpPr>
      <p:grpSpPr>
        <a:xfrm>
          <a:off x="0" y="0"/>
          <a:ext cx="0" cy="0"/>
          <a:chOff x="0" y="0"/>
          <a:chExt cx="0" cy="0"/>
        </a:xfrm>
      </p:grpSpPr>
      <p:sp>
        <p:nvSpPr>
          <p:cNvPr id="722" name="Google Shape;722;p94"/>
          <p:cNvSpPr/>
          <p:nvPr/>
        </p:nvSpPr>
        <p:spPr>
          <a:xfrm>
            <a:off x="6096000" y="0"/>
            <a:ext cx="6096000" cy="68580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723" name="Google Shape;723;p94"/>
          <p:cNvSpPr/>
          <p:nvPr/>
        </p:nvSpPr>
        <p:spPr>
          <a:xfrm>
            <a:off x="0" y="0"/>
            <a:ext cx="6096000" cy="3429200"/>
          </a:xfrm>
          <a:prstGeom prst="rect">
            <a:avLst/>
          </a:prstGeom>
          <a:solidFill>
            <a:srgbClr val="DEDEDE"/>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rgbClr val="FFFFFF"/>
              </a:solidFill>
              <a:latin typeface="Arial"/>
              <a:ea typeface="Arial"/>
              <a:cs typeface="Arial"/>
              <a:sym typeface="Arial"/>
            </a:endParaRPr>
          </a:p>
        </p:txBody>
      </p:sp>
      <p:sp>
        <p:nvSpPr>
          <p:cNvPr id="724" name="Google Shape;724;p94"/>
          <p:cNvSpPr/>
          <p:nvPr/>
        </p:nvSpPr>
        <p:spPr>
          <a:xfrm>
            <a:off x="0" y="3429000"/>
            <a:ext cx="6096000" cy="1143200"/>
          </a:xfrm>
          <a:prstGeom prst="rect">
            <a:avLst/>
          </a:prstGeom>
          <a:solidFill>
            <a:srgbClr val="D04A02"/>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rgbClr val="FFFFFF"/>
              </a:solidFill>
              <a:latin typeface="Arial"/>
              <a:ea typeface="Arial"/>
              <a:cs typeface="Arial"/>
              <a:sym typeface="Arial"/>
            </a:endParaRPr>
          </a:p>
        </p:txBody>
      </p:sp>
      <p:sp>
        <p:nvSpPr>
          <p:cNvPr id="725" name="Google Shape;725;p94"/>
          <p:cNvSpPr txBox="1"/>
          <p:nvPr/>
        </p:nvSpPr>
        <p:spPr>
          <a:xfrm>
            <a:off x="442913" y="428625"/>
            <a:ext cx="5474000" cy="2286000"/>
          </a:xfrm>
          <a:prstGeom prst="rect">
            <a:avLst/>
          </a:prstGeom>
          <a:noFill/>
          <a:ln>
            <a:noFill/>
          </a:ln>
        </p:spPr>
        <p:txBody>
          <a:bodyPr spcFirstLastPara="1" wrap="square" lIns="0" tIns="0" rIns="0" bIns="0" anchor="b" anchorCtr="0">
            <a:noAutofit/>
          </a:bodyPr>
          <a:lstStyle/>
          <a:p>
            <a:pPr marL="0" lvl="0" indent="0" algn="l" rtl="0">
              <a:lnSpc>
                <a:spcPct val="85000"/>
              </a:lnSpc>
              <a:spcBef>
                <a:spcPts val="0"/>
              </a:spcBef>
              <a:spcAft>
                <a:spcPts val="0"/>
              </a:spcAft>
              <a:buNone/>
            </a:pPr>
            <a:endParaRPr sz="5067">
              <a:solidFill>
                <a:srgbClr val="FFFFFF"/>
              </a:solidFill>
              <a:latin typeface="Georgia"/>
              <a:ea typeface="Georgia"/>
              <a:cs typeface="Georgia"/>
              <a:sym typeface="Georgia"/>
            </a:endParaRPr>
          </a:p>
        </p:txBody>
      </p:sp>
      <p:sp>
        <p:nvSpPr>
          <p:cNvPr id="726" name="Google Shape;726;p94"/>
          <p:cNvSpPr txBox="1"/>
          <p:nvPr/>
        </p:nvSpPr>
        <p:spPr>
          <a:xfrm>
            <a:off x="442913" y="3749040"/>
            <a:ext cx="5474000" cy="594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1600">
              <a:solidFill>
                <a:srgbClr val="FFFFFF"/>
              </a:solidFill>
            </a:endParaRPr>
          </a:p>
        </p:txBody>
      </p:sp>
      <p:pic>
        <p:nvPicPr>
          <p:cNvPr id="727" name="Google Shape;727;p94"/>
          <p:cNvPicPr preferRelativeResize="0"/>
          <p:nvPr/>
        </p:nvPicPr>
        <p:blipFill rotWithShape="1">
          <a:blip r:embed="rId2">
            <a:alphaModFix/>
          </a:blip>
          <a:srcRect/>
          <a:stretch/>
        </p:blipFill>
        <p:spPr>
          <a:xfrm>
            <a:off x="185140" y="5330952"/>
            <a:ext cx="1636777" cy="1351187"/>
          </a:xfrm>
          <a:prstGeom prst="rect">
            <a:avLst/>
          </a:prstGeom>
          <a:noFill/>
          <a:ln>
            <a:noFill/>
          </a:ln>
        </p:spPr>
      </p:pic>
    </p:spTree>
    <p:extLst>
      <p:ext uri="{BB962C8B-B14F-4D97-AF65-F5344CB8AC3E}">
        <p14:creationId xmlns:p14="http://schemas.microsoft.com/office/powerpoint/2010/main" val="245923903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Agenda Rose">
  <p:cSld name="Agenda Rose">
    <p:bg>
      <p:bgPr>
        <a:solidFill>
          <a:schemeClr val="accent5"/>
        </a:solidFill>
        <a:effectLst/>
      </p:bgPr>
    </p:bg>
    <p:spTree>
      <p:nvGrpSpPr>
        <p:cNvPr id="1" name="Shape 728"/>
        <p:cNvGrpSpPr/>
        <p:nvPr/>
      </p:nvGrpSpPr>
      <p:grpSpPr>
        <a:xfrm>
          <a:off x="0" y="0"/>
          <a:ext cx="0" cy="0"/>
          <a:chOff x="0" y="0"/>
          <a:chExt cx="0" cy="0"/>
        </a:xfrm>
      </p:grpSpPr>
      <p:sp>
        <p:nvSpPr>
          <p:cNvPr id="729" name="Google Shape;729;p95"/>
          <p:cNvSpPr txBox="1">
            <a:spLocks noGrp="1"/>
          </p:cNvSpPr>
          <p:nvPr>
            <p:ph type="body" idx="1"/>
          </p:nvPr>
        </p:nvSpPr>
        <p:spPr>
          <a:xfrm>
            <a:off x="442912" y="2103120"/>
            <a:ext cx="11306000" cy="4074000"/>
          </a:xfrm>
          <a:prstGeom prst="rect">
            <a:avLst/>
          </a:prstGeom>
          <a:noFill/>
          <a:ln>
            <a:noFill/>
          </a:ln>
        </p:spPr>
        <p:txBody>
          <a:bodyPr spcFirstLastPara="1" wrap="square" lIns="0" tIns="0" rIns="0" bIns="0" anchor="t" anchorCtr="0">
            <a:noAutofit/>
          </a:bodyPr>
          <a:lstStyle>
            <a:lvl1pPr marL="609585" lvl="0" indent="-482588" algn="l" rtl="0">
              <a:lnSpc>
                <a:spcPct val="90000"/>
              </a:lnSpc>
              <a:spcBef>
                <a:spcPts val="0"/>
              </a:spcBef>
              <a:spcAft>
                <a:spcPts val="0"/>
              </a:spcAft>
              <a:buClr>
                <a:schemeClr val="lt1"/>
              </a:buClr>
              <a:buSzPts val="2100"/>
              <a:buFont typeface="Georgia"/>
              <a:buAutoNum type="arabicPeriod"/>
              <a:defRPr sz="2800" b="0">
                <a:solidFill>
                  <a:schemeClr val="lt1"/>
                </a:solidFill>
              </a:defRPr>
            </a:lvl1pPr>
            <a:lvl2pPr marL="1219170" lvl="1" indent="-304792" algn="l" rtl="0">
              <a:lnSpc>
                <a:spcPct val="100000"/>
              </a:lnSpc>
              <a:spcBef>
                <a:spcPts val="667"/>
              </a:spcBef>
              <a:spcAft>
                <a:spcPts val="0"/>
              </a:spcAft>
              <a:buClr>
                <a:schemeClr val="accent4"/>
              </a:buClr>
              <a:buSzPts val="1200"/>
              <a:buFont typeface="Georgia"/>
              <a:buNone/>
              <a:defRPr sz="1600">
                <a:solidFill>
                  <a:schemeClr val="lt1"/>
                </a:solidFill>
              </a:defRPr>
            </a:lvl2pPr>
            <a:lvl3pPr marL="1828754" lvl="2" indent="-406390" algn="l" rtl="0">
              <a:lnSpc>
                <a:spcPct val="100000"/>
              </a:lnSpc>
              <a:spcBef>
                <a:spcPts val="667"/>
              </a:spcBef>
              <a:spcAft>
                <a:spcPts val="0"/>
              </a:spcAft>
              <a:buClr>
                <a:schemeClr val="lt1"/>
              </a:buClr>
              <a:buSzPts val="1200"/>
              <a:buChar char="•"/>
              <a:defRPr>
                <a:solidFill>
                  <a:schemeClr val="lt1"/>
                </a:solidFill>
              </a:defRPr>
            </a:lvl3pPr>
            <a:lvl4pPr marL="2438339" lvl="3" indent="-406390" algn="l" rtl="0">
              <a:lnSpc>
                <a:spcPct val="100000"/>
              </a:lnSpc>
              <a:spcBef>
                <a:spcPts val="667"/>
              </a:spcBef>
              <a:spcAft>
                <a:spcPts val="0"/>
              </a:spcAft>
              <a:buClr>
                <a:schemeClr val="lt1"/>
              </a:buClr>
              <a:buSzPts val="1200"/>
              <a:buChar char="–"/>
              <a:defRPr>
                <a:solidFill>
                  <a:schemeClr val="lt1"/>
                </a:solidFill>
              </a:defRPr>
            </a:lvl4pPr>
            <a:lvl5pPr marL="3047924" lvl="4" indent="-406390" algn="l" rtl="0">
              <a:lnSpc>
                <a:spcPct val="100000"/>
              </a:lnSpc>
              <a:spcBef>
                <a:spcPts val="667"/>
              </a:spcBef>
              <a:spcAft>
                <a:spcPts val="0"/>
              </a:spcAft>
              <a:buClr>
                <a:schemeClr val="lt1"/>
              </a:buClr>
              <a:buSzPts val="1200"/>
              <a:buChar char="•"/>
              <a:defRPr>
                <a:solidFill>
                  <a:schemeClr val="lt1"/>
                </a:solidFill>
              </a:defRPr>
            </a:lvl5pPr>
            <a:lvl6pPr marL="3657509" lvl="5" indent="-406390" algn="l" rtl="0">
              <a:lnSpc>
                <a:spcPct val="100000"/>
              </a:lnSpc>
              <a:spcBef>
                <a:spcPts val="667"/>
              </a:spcBef>
              <a:spcAft>
                <a:spcPts val="0"/>
              </a:spcAft>
              <a:buClr>
                <a:schemeClr val="lt1"/>
              </a:buClr>
              <a:buSzPts val="1200"/>
              <a:buChar char="–"/>
              <a:defRPr>
                <a:solidFill>
                  <a:schemeClr val="lt1"/>
                </a:solidFill>
              </a:defRPr>
            </a:lvl6pPr>
            <a:lvl7pPr marL="4267093" lvl="6" indent="-406390" algn="l" rtl="0">
              <a:lnSpc>
                <a:spcPct val="100000"/>
              </a:lnSpc>
              <a:spcBef>
                <a:spcPts val="667"/>
              </a:spcBef>
              <a:spcAft>
                <a:spcPts val="0"/>
              </a:spcAft>
              <a:buClr>
                <a:schemeClr val="lt1"/>
              </a:buClr>
              <a:buSzPts val="1200"/>
              <a:buChar char="•"/>
              <a:defRPr>
                <a:solidFill>
                  <a:schemeClr val="lt1"/>
                </a:solidFill>
              </a:defRPr>
            </a:lvl7pPr>
            <a:lvl8pPr marL="4876678" lvl="7" indent="-406390" algn="l" rtl="0">
              <a:lnSpc>
                <a:spcPct val="100000"/>
              </a:lnSpc>
              <a:spcBef>
                <a:spcPts val="667"/>
              </a:spcBef>
              <a:spcAft>
                <a:spcPts val="0"/>
              </a:spcAft>
              <a:buClr>
                <a:schemeClr val="lt1"/>
              </a:buClr>
              <a:buSzPts val="1200"/>
              <a:buChar char="–"/>
              <a:defRPr>
                <a:solidFill>
                  <a:schemeClr val="lt1"/>
                </a:solidFill>
              </a:defRPr>
            </a:lvl8pPr>
            <a:lvl9pPr marL="5486263" lvl="8" indent="-406390" algn="l" rtl="0">
              <a:lnSpc>
                <a:spcPct val="100000"/>
              </a:lnSpc>
              <a:spcBef>
                <a:spcPts val="667"/>
              </a:spcBef>
              <a:spcAft>
                <a:spcPts val="667"/>
              </a:spcAft>
              <a:buClr>
                <a:schemeClr val="lt1"/>
              </a:buClr>
              <a:buSzPts val="1200"/>
              <a:buChar char="•"/>
              <a:defRPr>
                <a:solidFill>
                  <a:schemeClr val="lt1"/>
                </a:solidFill>
              </a:defRPr>
            </a:lvl9pPr>
          </a:lstStyle>
          <a:p>
            <a:endParaRPr/>
          </a:p>
        </p:txBody>
      </p:sp>
      <p:sp>
        <p:nvSpPr>
          <p:cNvPr id="730" name="Google Shape;730;p95"/>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lvl="0" algn="l" rtl="0">
              <a:lnSpc>
                <a:spcPct val="85000"/>
              </a:lnSpc>
              <a:spcBef>
                <a:spcPts val="0"/>
              </a:spcBef>
              <a:spcAft>
                <a:spcPts val="0"/>
              </a:spcAft>
              <a:buClr>
                <a:schemeClr val="lt1"/>
              </a:buClr>
              <a:buSzPts val="2400"/>
              <a:buFont typeface="Georgia"/>
              <a:buNone/>
              <a:defRPr>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31" name="Google Shape;731;p95"/>
          <p:cNvSpPr txBox="1">
            <a:spLocks noGrp="1"/>
          </p:cNvSpPr>
          <p:nvPr>
            <p:ph type="sldNum" idx="12"/>
          </p:nvPr>
        </p:nvSpPr>
        <p:spPr>
          <a:xfrm>
            <a:off x="9984296" y="6492240"/>
            <a:ext cx="1764800" cy="1372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
        <p:nvSpPr>
          <p:cNvPr id="732" name="Google Shape;732;p95"/>
          <p:cNvSpPr txBox="1">
            <a:spLocks noGrp="1"/>
          </p:cNvSpPr>
          <p:nvPr>
            <p:ph type="dt" idx="10"/>
          </p:nvPr>
        </p:nvSpPr>
        <p:spPr>
          <a:xfrm>
            <a:off x="9984296" y="6355080"/>
            <a:ext cx="1764800" cy="137200"/>
          </a:xfrm>
          <a:prstGeom prst="rect">
            <a:avLst/>
          </a:prstGeom>
          <a:noFill/>
          <a:ln>
            <a:noFill/>
          </a:ln>
        </p:spPr>
        <p:txBody>
          <a:bodyPr spcFirstLastPara="1" wrap="square" lIns="0" tIns="0" rIns="0" bIns="0" anchor="b"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3" name="Google Shape;733;p95"/>
          <p:cNvSpPr txBox="1">
            <a:spLocks noGrp="1"/>
          </p:cNvSpPr>
          <p:nvPr>
            <p:ph type="ftr" idx="11"/>
          </p:nvPr>
        </p:nvSpPr>
        <p:spPr>
          <a:xfrm>
            <a:off x="442912" y="6355080"/>
            <a:ext cx="5473600" cy="137200"/>
          </a:xfrm>
          <a:prstGeom prst="rect">
            <a:avLst/>
          </a:prstGeom>
          <a:noFill/>
          <a:ln>
            <a:noFill/>
          </a:ln>
        </p:spPr>
        <p:txBody>
          <a:bodyPr spcFirstLastPara="1" wrap="square" lIns="0" tIns="0" rIns="0" bIns="0" anchor="b"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extLst>
      <p:ext uri="{BB962C8B-B14F-4D97-AF65-F5344CB8AC3E}">
        <p14:creationId xmlns:p14="http://schemas.microsoft.com/office/powerpoint/2010/main" val="58170437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34"/>
        <p:cNvGrpSpPr/>
        <p:nvPr/>
      </p:nvGrpSpPr>
      <p:grpSpPr>
        <a:xfrm>
          <a:off x="0" y="0"/>
          <a:ext cx="0" cy="0"/>
          <a:chOff x="0" y="0"/>
          <a:chExt cx="0" cy="0"/>
        </a:xfrm>
      </p:grpSpPr>
      <p:sp>
        <p:nvSpPr>
          <p:cNvPr id="735" name="Google Shape;735;p96"/>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6" name="Google Shape;736;p96"/>
          <p:cNvSpPr txBox="1">
            <a:spLocks noGrp="1"/>
          </p:cNvSpPr>
          <p:nvPr>
            <p:ph type="title"/>
          </p:nvPr>
        </p:nvSpPr>
        <p:spPr>
          <a:xfrm>
            <a:off x="354000" y="1644233"/>
            <a:ext cx="5393600" cy="1976400"/>
          </a:xfrm>
          <a:prstGeom prst="rect">
            <a:avLst/>
          </a:prstGeom>
        </p:spPr>
        <p:txBody>
          <a:bodyPr spcFirstLastPara="1" wrap="square" lIns="0" tIns="0" rIns="0" bIns="0"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737" name="Google Shape;737;p96"/>
          <p:cNvSpPr txBox="1">
            <a:spLocks noGrp="1"/>
          </p:cNvSpPr>
          <p:nvPr>
            <p:ph type="subTitle" idx="1"/>
          </p:nvPr>
        </p:nvSpPr>
        <p:spPr>
          <a:xfrm>
            <a:off x="354000" y="3737433"/>
            <a:ext cx="5393600" cy="16468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667"/>
              </a:spcBef>
              <a:spcAft>
                <a:spcPts val="0"/>
              </a:spcAft>
              <a:buSzPts val="2100"/>
              <a:buNone/>
              <a:defRPr sz="2800"/>
            </a:lvl2pPr>
            <a:lvl3pPr lvl="2" algn="ctr" rtl="0">
              <a:lnSpc>
                <a:spcPct val="100000"/>
              </a:lnSpc>
              <a:spcBef>
                <a:spcPts val="667"/>
              </a:spcBef>
              <a:spcAft>
                <a:spcPts val="0"/>
              </a:spcAft>
              <a:buSzPts val="2100"/>
              <a:buNone/>
              <a:defRPr sz="2800"/>
            </a:lvl3pPr>
            <a:lvl4pPr lvl="3" algn="ctr" rtl="0">
              <a:lnSpc>
                <a:spcPct val="100000"/>
              </a:lnSpc>
              <a:spcBef>
                <a:spcPts val="667"/>
              </a:spcBef>
              <a:spcAft>
                <a:spcPts val="0"/>
              </a:spcAft>
              <a:buSzPts val="2100"/>
              <a:buNone/>
              <a:defRPr sz="2800"/>
            </a:lvl4pPr>
            <a:lvl5pPr lvl="4" algn="ctr" rtl="0">
              <a:lnSpc>
                <a:spcPct val="100000"/>
              </a:lnSpc>
              <a:spcBef>
                <a:spcPts val="667"/>
              </a:spcBef>
              <a:spcAft>
                <a:spcPts val="0"/>
              </a:spcAft>
              <a:buSzPts val="2100"/>
              <a:buNone/>
              <a:defRPr sz="2800"/>
            </a:lvl5pPr>
            <a:lvl6pPr lvl="5" algn="ctr" rtl="0">
              <a:lnSpc>
                <a:spcPct val="100000"/>
              </a:lnSpc>
              <a:spcBef>
                <a:spcPts val="667"/>
              </a:spcBef>
              <a:spcAft>
                <a:spcPts val="0"/>
              </a:spcAft>
              <a:buSzPts val="2100"/>
              <a:buNone/>
              <a:defRPr sz="2800"/>
            </a:lvl6pPr>
            <a:lvl7pPr lvl="6" algn="ctr" rtl="0">
              <a:lnSpc>
                <a:spcPct val="100000"/>
              </a:lnSpc>
              <a:spcBef>
                <a:spcPts val="667"/>
              </a:spcBef>
              <a:spcAft>
                <a:spcPts val="0"/>
              </a:spcAft>
              <a:buSzPts val="2100"/>
              <a:buNone/>
              <a:defRPr sz="2800"/>
            </a:lvl7pPr>
            <a:lvl8pPr lvl="7" algn="ctr" rtl="0">
              <a:lnSpc>
                <a:spcPct val="100000"/>
              </a:lnSpc>
              <a:spcBef>
                <a:spcPts val="667"/>
              </a:spcBef>
              <a:spcAft>
                <a:spcPts val="0"/>
              </a:spcAft>
              <a:buSzPts val="2100"/>
              <a:buNone/>
              <a:defRPr sz="2800"/>
            </a:lvl8pPr>
            <a:lvl9pPr lvl="8" algn="ctr" rtl="0">
              <a:lnSpc>
                <a:spcPct val="100000"/>
              </a:lnSpc>
              <a:spcBef>
                <a:spcPts val="667"/>
              </a:spcBef>
              <a:spcAft>
                <a:spcPts val="0"/>
              </a:spcAft>
              <a:buSzPts val="2100"/>
              <a:buNone/>
              <a:defRPr sz="2800"/>
            </a:lvl9pPr>
          </a:lstStyle>
          <a:p>
            <a:endParaRPr/>
          </a:p>
        </p:txBody>
      </p:sp>
      <p:sp>
        <p:nvSpPr>
          <p:cNvPr id="738" name="Google Shape;738;p96"/>
          <p:cNvSpPr txBox="1">
            <a:spLocks noGrp="1"/>
          </p:cNvSpPr>
          <p:nvPr>
            <p:ph type="body" idx="2"/>
          </p:nvPr>
        </p:nvSpPr>
        <p:spPr>
          <a:xfrm>
            <a:off x="6586000" y="965433"/>
            <a:ext cx="5116000" cy="4926800"/>
          </a:xfrm>
          <a:prstGeom prst="rect">
            <a:avLst/>
          </a:prstGeom>
        </p:spPr>
        <p:txBody>
          <a:bodyPr spcFirstLastPara="1" wrap="square" lIns="0" tIns="0" rIns="0" bIns="0" anchor="ctr" anchorCtr="0">
            <a:noAutofit/>
          </a:bodyPr>
          <a:lstStyle>
            <a:lvl1pPr marL="609585" lvl="0" indent="-406390" rtl="0">
              <a:spcBef>
                <a:spcPts val="0"/>
              </a:spcBef>
              <a:spcAft>
                <a:spcPts val="0"/>
              </a:spcAft>
              <a:buSzPts val="1200"/>
              <a:buChar char="•"/>
              <a:defRPr/>
            </a:lvl1pPr>
            <a:lvl2pPr marL="1219170" lvl="1" indent="-406390" rtl="0">
              <a:spcBef>
                <a:spcPts val="667"/>
              </a:spcBef>
              <a:spcAft>
                <a:spcPts val="0"/>
              </a:spcAft>
              <a:buSzPts val="1200"/>
              <a:buChar char="–"/>
              <a:defRPr/>
            </a:lvl2pPr>
            <a:lvl3pPr marL="1828754" lvl="2" indent="-406390" rtl="0">
              <a:spcBef>
                <a:spcPts val="667"/>
              </a:spcBef>
              <a:spcAft>
                <a:spcPts val="0"/>
              </a:spcAft>
              <a:buSzPts val="1200"/>
              <a:buChar char="•"/>
              <a:defRPr/>
            </a:lvl3pPr>
            <a:lvl4pPr marL="2438339" lvl="3" indent="-406390" rtl="0">
              <a:spcBef>
                <a:spcPts val="667"/>
              </a:spcBef>
              <a:spcAft>
                <a:spcPts val="0"/>
              </a:spcAft>
              <a:buSzPts val="1200"/>
              <a:buChar char="–"/>
              <a:defRPr/>
            </a:lvl4pPr>
            <a:lvl5pPr marL="3047924" lvl="4" indent="-406390" rtl="0">
              <a:spcBef>
                <a:spcPts val="667"/>
              </a:spcBef>
              <a:spcAft>
                <a:spcPts val="0"/>
              </a:spcAft>
              <a:buSzPts val="1200"/>
              <a:buChar char="•"/>
              <a:defRPr/>
            </a:lvl5pPr>
            <a:lvl6pPr marL="3657509" lvl="5" indent="-406390" rtl="0">
              <a:spcBef>
                <a:spcPts val="667"/>
              </a:spcBef>
              <a:spcAft>
                <a:spcPts val="0"/>
              </a:spcAft>
              <a:buSzPts val="1200"/>
              <a:buChar char="–"/>
              <a:defRPr/>
            </a:lvl6pPr>
            <a:lvl7pPr marL="4267093" lvl="6" indent="-406390" rtl="0">
              <a:spcBef>
                <a:spcPts val="667"/>
              </a:spcBef>
              <a:spcAft>
                <a:spcPts val="0"/>
              </a:spcAft>
              <a:buSzPts val="1200"/>
              <a:buChar char="•"/>
              <a:defRPr/>
            </a:lvl7pPr>
            <a:lvl8pPr marL="4876678" lvl="7" indent="-406390" rtl="0">
              <a:spcBef>
                <a:spcPts val="667"/>
              </a:spcBef>
              <a:spcAft>
                <a:spcPts val="0"/>
              </a:spcAft>
              <a:buSzPts val="1200"/>
              <a:buChar char="–"/>
              <a:defRPr/>
            </a:lvl8pPr>
            <a:lvl9pPr marL="5486263" lvl="8" indent="-406390" rtl="0">
              <a:spcBef>
                <a:spcPts val="667"/>
              </a:spcBef>
              <a:spcAft>
                <a:spcPts val="667"/>
              </a:spcAft>
              <a:buSzPts val="1200"/>
              <a:buChar char="•"/>
              <a:defRPr/>
            </a:lvl9pPr>
          </a:lstStyle>
          <a:p>
            <a:endParaRPr/>
          </a:p>
        </p:txBody>
      </p:sp>
      <p:sp>
        <p:nvSpPr>
          <p:cNvPr id="739" name="Google Shape;739;p96"/>
          <p:cNvSpPr txBox="1">
            <a:spLocks noGrp="1"/>
          </p:cNvSpPr>
          <p:nvPr>
            <p:ph type="sldNum" idx="12"/>
          </p:nvPr>
        </p:nvSpPr>
        <p:spPr>
          <a:xfrm>
            <a:off x="11296611" y="6217623"/>
            <a:ext cx="731600" cy="524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409061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Agenda 3">
  <p:cSld name="Agenda 3">
    <p:spTree>
      <p:nvGrpSpPr>
        <p:cNvPr id="1" name="Shape 740"/>
        <p:cNvGrpSpPr/>
        <p:nvPr/>
      </p:nvGrpSpPr>
      <p:grpSpPr>
        <a:xfrm>
          <a:off x="0" y="0"/>
          <a:ext cx="0" cy="0"/>
          <a:chOff x="0" y="0"/>
          <a:chExt cx="0" cy="0"/>
        </a:xfrm>
      </p:grpSpPr>
      <p:sp>
        <p:nvSpPr>
          <p:cNvPr id="741" name="Google Shape;741;p97"/>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742" name="Google Shape;742;p97"/>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800">
                <a:solidFill>
                  <a:schemeClr val="dk1"/>
                </a:solidFill>
                <a:latin typeface="Arial"/>
                <a:ea typeface="Arial"/>
                <a:cs typeface="Arial"/>
                <a:sym typeface="Arial"/>
              </a:defRPr>
            </a:lvl1pPr>
            <a:lvl2pPr marL="0" marR="0" lvl="1" indent="0" algn="r" rtl="0">
              <a:spcBef>
                <a:spcPts val="0"/>
              </a:spcBef>
              <a:buNone/>
              <a:defRPr sz="800">
                <a:solidFill>
                  <a:schemeClr val="dk1"/>
                </a:solidFill>
                <a:latin typeface="Arial"/>
                <a:ea typeface="Arial"/>
                <a:cs typeface="Arial"/>
                <a:sym typeface="Arial"/>
              </a:defRPr>
            </a:lvl2pPr>
            <a:lvl3pPr marL="0" marR="0" lvl="2" indent="0" algn="r" rtl="0">
              <a:spcBef>
                <a:spcPts val="0"/>
              </a:spcBef>
              <a:buNone/>
              <a:defRPr sz="800">
                <a:solidFill>
                  <a:schemeClr val="dk1"/>
                </a:solidFill>
                <a:latin typeface="Arial"/>
                <a:ea typeface="Arial"/>
                <a:cs typeface="Arial"/>
                <a:sym typeface="Arial"/>
              </a:defRPr>
            </a:lvl3pPr>
            <a:lvl4pPr marL="0" marR="0" lvl="3" indent="0" algn="r" rtl="0">
              <a:spcBef>
                <a:spcPts val="0"/>
              </a:spcBef>
              <a:buNone/>
              <a:defRPr sz="800">
                <a:solidFill>
                  <a:schemeClr val="dk1"/>
                </a:solidFill>
                <a:latin typeface="Arial"/>
                <a:ea typeface="Arial"/>
                <a:cs typeface="Arial"/>
                <a:sym typeface="Arial"/>
              </a:defRPr>
            </a:lvl4pPr>
            <a:lvl5pPr marL="0" marR="0" lvl="4" indent="0" algn="r" rtl="0">
              <a:spcBef>
                <a:spcPts val="0"/>
              </a:spcBef>
              <a:buNone/>
              <a:defRPr sz="800">
                <a:solidFill>
                  <a:schemeClr val="dk1"/>
                </a:solidFill>
                <a:latin typeface="Arial"/>
                <a:ea typeface="Arial"/>
                <a:cs typeface="Arial"/>
                <a:sym typeface="Arial"/>
              </a:defRPr>
            </a:lvl5pPr>
            <a:lvl6pPr marL="0" marR="0" lvl="5" indent="0" algn="r" rtl="0">
              <a:spcBef>
                <a:spcPts val="0"/>
              </a:spcBef>
              <a:buNone/>
              <a:defRPr sz="800">
                <a:solidFill>
                  <a:schemeClr val="dk1"/>
                </a:solidFill>
                <a:latin typeface="Arial"/>
                <a:ea typeface="Arial"/>
                <a:cs typeface="Arial"/>
                <a:sym typeface="Arial"/>
              </a:defRPr>
            </a:lvl6pPr>
            <a:lvl7pPr marL="0" marR="0" lvl="6" indent="0" algn="r" rtl="0">
              <a:spcBef>
                <a:spcPts val="0"/>
              </a:spcBef>
              <a:buNone/>
              <a:defRPr sz="800">
                <a:solidFill>
                  <a:schemeClr val="dk1"/>
                </a:solidFill>
                <a:latin typeface="Arial"/>
                <a:ea typeface="Arial"/>
                <a:cs typeface="Arial"/>
                <a:sym typeface="Arial"/>
              </a:defRPr>
            </a:lvl7pPr>
            <a:lvl8pPr marL="0" marR="0" lvl="7" indent="0" algn="r" rtl="0">
              <a:spcBef>
                <a:spcPts val="0"/>
              </a:spcBef>
              <a:buNone/>
              <a:defRPr sz="800">
                <a:solidFill>
                  <a:schemeClr val="dk1"/>
                </a:solidFill>
                <a:latin typeface="Arial"/>
                <a:ea typeface="Arial"/>
                <a:cs typeface="Arial"/>
                <a:sym typeface="Arial"/>
              </a:defRPr>
            </a:lvl8pPr>
            <a:lvl9pPr marL="0" marR="0" lvl="8" indent="0" algn="r" rtl="0">
              <a:spcBef>
                <a:spcPts val="0"/>
              </a:spcBef>
              <a:buNone/>
              <a:defRPr sz="800">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824407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43"/>
        <p:cNvGrpSpPr/>
        <p:nvPr/>
      </p:nvGrpSpPr>
      <p:grpSpPr>
        <a:xfrm>
          <a:off x="0" y="0"/>
          <a:ext cx="0" cy="0"/>
          <a:chOff x="0" y="0"/>
          <a:chExt cx="0" cy="0"/>
        </a:xfrm>
      </p:grpSpPr>
      <p:sp>
        <p:nvSpPr>
          <p:cNvPr id="744" name="Google Shape;744;p98"/>
          <p:cNvSpPr txBox="1">
            <a:spLocks noGrp="1"/>
          </p:cNvSpPr>
          <p:nvPr>
            <p:ph type="title"/>
          </p:nvPr>
        </p:nvSpPr>
        <p:spPr>
          <a:xfrm>
            <a:off x="415600" y="2867800"/>
            <a:ext cx="11360800" cy="1122400"/>
          </a:xfrm>
          <a:prstGeom prst="rect">
            <a:avLst/>
          </a:prstGeom>
        </p:spPr>
        <p:txBody>
          <a:bodyPr spcFirstLastPara="1" wrap="square" lIns="0" tIns="0" rIns="0" bIns="0"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745" name="Google Shape;745;p98"/>
          <p:cNvSpPr txBox="1">
            <a:spLocks noGrp="1"/>
          </p:cNvSpPr>
          <p:nvPr>
            <p:ph type="sldNum" idx="12"/>
          </p:nvPr>
        </p:nvSpPr>
        <p:spPr>
          <a:xfrm>
            <a:off x="11296611" y="6217623"/>
            <a:ext cx="731600" cy="5248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1081961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92"/>
        <p:cNvGrpSpPr/>
        <p:nvPr/>
      </p:nvGrpSpPr>
      <p:grpSpPr>
        <a:xfrm>
          <a:off x="0" y="0"/>
          <a:ext cx="0" cy="0"/>
          <a:chOff x="0" y="0"/>
          <a:chExt cx="0" cy="0"/>
        </a:xfrm>
      </p:grpSpPr>
      <p:sp>
        <p:nvSpPr>
          <p:cNvPr id="893" name="Google Shape;893;p100"/>
          <p:cNvSpPr txBox="1">
            <a:spLocks noGrp="1"/>
          </p:cNvSpPr>
          <p:nvPr>
            <p:ph type="dt" idx="10"/>
          </p:nvPr>
        </p:nvSpPr>
        <p:spPr>
          <a:xfrm>
            <a:off x="838200" y="6356351"/>
            <a:ext cx="2743200" cy="365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4" name="Google Shape;894;p100"/>
          <p:cNvSpPr txBox="1">
            <a:spLocks noGrp="1"/>
          </p:cNvSpPr>
          <p:nvPr>
            <p:ph type="ftr" idx="11"/>
          </p:nvPr>
        </p:nvSpPr>
        <p:spPr>
          <a:xfrm>
            <a:off x="4038600" y="6356351"/>
            <a:ext cx="4114800" cy="3652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5" name="Google Shape;895;p100"/>
          <p:cNvSpPr txBox="1">
            <a:spLocks noGrp="1"/>
          </p:cNvSpPr>
          <p:nvPr>
            <p:ph type="sldNum" idx="12"/>
          </p:nvPr>
        </p:nvSpPr>
        <p:spPr>
          <a:xfrm>
            <a:off x="8610600" y="6356351"/>
            <a:ext cx="2743200" cy="3652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pic>
        <p:nvPicPr>
          <p:cNvPr id="896" name="Google Shape;896;p100"/>
          <p:cNvPicPr preferRelativeResize="0"/>
          <p:nvPr/>
        </p:nvPicPr>
        <p:blipFill rotWithShape="1">
          <a:blip r:embed="rId2">
            <a:alphaModFix/>
          </a:blip>
          <a:srcRect l="13943" t="20736" r="8848" b="21062"/>
          <a:stretch/>
        </p:blipFill>
        <p:spPr>
          <a:xfrm>
            <a:off x="-6350" y="-38100"/>
            <a:ext cx="9148761" cy="6896101"/>
          </a:xfrm>
          <a:prstGeom prst="rect">
            <a:avLst/>
          </a:prstGeom>
          <a:noFill/>
          <a:ln>
            <a:noFill/>
          </a:ln>
        </p:spPr>
      </p:pic>
      <p:sp>
        <p:nvSpPr>
          <p:cNvPr id="897" name="Google Shape;897;p100"/>
          <p:cNvSpPr/>
          <p:nvPr/>
        </p:nvSpPr>
        <p:spPr>
          <a:xfrm>
            <a:off x="0" y="-38100"/>
            <a:ext cx="12293600" cy="6896000"/>
          </a:xfrm>
          <a:prstGeom prst="rect">
            <a:avLst/>
          </a:prstGeom>
          <a:gradFill>
            <a:gsLst>
              <a:gs pos="0">
                <a:srgbClr val="F6F9FC">
                  <a:alpha val="0"/>
                </a:srgbClr>
              </a:gs>
              <a:gs pos="8000">
                <a:srgbClr val="F6F9FC">
                  <a:alpha val="0"/>
                </a:srgbClr>
              </a:gs>
              <a:gs pos="100000">
                <a:schemeClr val="lt1"/>
              </a:gs>
            </a:gsLst>
            <a:lin ang="16200038" scaled="0"/>
          </a:gra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42619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Features_8-Title Color Block Left">
  <p:cSld name="Features_8-Title Color Block Left">
    <p:spTree>
      <p:nvGrpSpPr>
        <p:cNvPr id="1" name="Shape 898"/>
        <p:cNvGrpSpPr/>
        <p:nvPr/>
      </p:nvGrpSpPr>
      <p:grpSpPr>
        <a:xfrm>
          <a:off x="0" y="0"/>
          <a:ext cx="0" cy="0"/>
          <a:chOff x="0" y="0"/>
          <a:chExt cx="0" cy="0"/>
        </a:xfrm>
      </p:grpSpPr>
      <p:sp>
        <p:nvSpPr>
          <p:cNvPr id="899" name="Google Shape;899;p101"/>
          <p:cNvSpPr txBox="1">
            <a:spLocks noGrp="1"/>
          </p:cNvSpPr>
          <p:nvPr>
            <p:ph type="title"/>
          </p:nvPr>
        </p:nvSpPr>
        <p:spPr>
          <a:xfrm>
            <a:off x="0" y="0"/>
            <a:ext cx="3348800" cy="6858000"/>
          </a:xfrm>
          <a:prstGeom prst="rect">
            <a:avLst/>
          </a:prstGeom>
          <a:solidFill>
            <a:schemeClr val="accent1"/>
          </a:solidFill>
          <a:ln>
            <a:noFill/>
          </a:ln>
        </p:spPr>
        <p:txBody>
          <a:bodyPr spcFirstLastPara="1" wrap="square" lIns="68575" tIns="34275" rIns="68575" bIns="34275" anchor="ctr" anchorCtr="0">
            <a:normAutofit/>
          </a:bodyPr>
          <a:lstStyle>
            <a:lvl1pPr lvl="0" algn="ctr" rtl="0">
              <a:lnSpc>
                <a:spcPct val="90000"/>
              </a:lnSpc>
              <a:spcBef>
                <a:spcPts val="0"/>
              </a:spcBef>
              <a:spcAft>
                <a:spcPts val="0"/>
              </a:spcAft>
              <a:buClr>
                <a:schemeClr val="lt1"/>
              </a:buClr>
              <a:buSzPts val="3300"/>
              <a:buFont typeface="Arial"/>
              <a:buNone/>
              <a:defRPr>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900" name="Google Shape;900;p101"/>
          <p:cNvSpPr txBox="1">
            <a:spLocks noGrp="1"/>
          </p:cNvSpPr>
          <p:nvPr>
            <p:ph type="body" idx="1"/>
          </p:nvPr>
        </p:nvSpPr>
        <p:spPr>
          <a:xfrm>
            <a:off x="3460021" y="462307"/>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1" name="Google Shape;901;p101"/>
          <p:cNvSpPr txBox="1">
            <a:spLocks noGrp="1"/>
          </p:cNvSpPr>
          <p:nvPr>
            <p:ph type="body" idx="2"/>
          </p:nvPr>
        </p:nvSpPr>
        <p:spPr>
          <a:xfrm>
            <a:off x="3460021" y="1511171"/>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2" name="Google Shape;902;p101"/>
          <p:cNvSpPr txBox="1">
            <a:spLocks noGrp="1"/>
          </p:cNvSpPr>
          <p:nvPr>
            <p:ph type="body" idx="3"/>
          </p:nvPr>
        </p:nvSpPr>
        <p:spPr>
          <a:xfrm>
            <a:off x="5651285" y="462048"/>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3" name="Google Shape;903;p101"/>
          <p:cNvSpPr txBox="1">
            <a:spLocks noGrp="1"/>
          </p:cNvSpPr>
          <p:nvPr>
            <p:ph type="body" idx="4"/>
          </p:nvPr>
        </p:nvSpPr>
        <p:spPr>
          <a:xfrm>
            <a:off x="5651285" y="1510912"/>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4" name="Google Shape;904;p101"/>
          <p:cNvSpPr txBox="1">
            <a:spLocks noGrp="1"/>
          </p:cNvSpPr>
          <p:nvPr>
            <p:ph type="body" idx="5"/>
          </p:nvPr>
        </p:nvSpPr>
        <p:spPr>
          <a:xfrm>
            <a:off x="7842551" y="462307"/>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5" name="Google Shape;905;p101"/>
          <p:cNvSpPr txBox="1">
            <a:spLocks noGrp="1"/>
          </p:cNvSpPr>
          <p:nvPr>
            <p:ph type="body" idx="6"/>
          </p:nvPr>
        </p:nvSpPr>
        <p:spPr>
          <a:xfrm>
            <a:off x="7842551" y="1511171"/>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6" name="Google Shape;906;p101"/>
          <p:cNvSpPr txBox="1">
            <a:spLocks noGrp="1"/>
          </p:cNvSpPr>
          <p:nvPr>
            <p:ph type="body" idx="7"/>
          </p:nvPr>
        </p:nvSpPr>
        <p:spPr>
          <a:xfrm>
            <a:off x="10033816" y="462048"/>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7" name="Google Shape;907;p101"/>
          <p:cNvSpPr txBox="1">
            <a:spLocks noGrp="1"/>
          </p:cNvSpPr>
          <p:nvPr>
            <p:ph type="body" idx="8"/>
          </p:nvPr>
        </p:nvSpPr>
        <p:spPr>
          <a:xfrm>
            <a:off x="10033816" y="1510912"/>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8" name="Google Shape;908;p101"/>
          <p:cNvSpPr txBox="1">
            <a:spLocks noGrp="1"/>
          </p:cNvSpPr>
          <p:nvPr>
            <p:ph type="body" idx="9"/>
          </p:nvPr>
        </p:nvSpPr>
        <p:spPr>
          <a:xfrm>
            <a:off x="3460021" y="3899672"/>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09" name="Google Shape;909;p101"/>
          <p:cNvSpPr txBox="1">
            <a:spLocks noGrp="1"/>
          </p:cNvSpPr>
          <p:nvPr>
            <p:ph type="body" idx="13"/>
          </p:nvPr>
        </p:nvSpPr>
        <p:spPr>
          <a:xfrm>
            <a:off x="3460021" y="4948536"/>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0" name="Google Shape;910;p101"/>
          <p:cNvSpPr txBox="1">
            <a:spLocks noGrp="1"/>
          </p:cNvSpPr>
          <p:nvPr>
            <p:ph type="body" idx="14"/>
          </p:nvPr>
        </p:nvSpPr>
        <p:spPr>
          <a:xfrm>
            <a:off x="5651285" y="3899415"/>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1" name="Google Shape;911;p101"/>
          <p:cNvSpPr txBox="1">
            <a:spLocks noGrp="1"/>
          </p:cNvSpPr>
          <p:nvPr>
            <p:ph type="body" idx="15"/>
          </p:nvPr>
        </p:nvSpPr>
        <p:spPr>
          <a:xfrm>
            <a:off x="5651285" y="4948279"/>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2" name="Google Shape;912;p101"/>
          <p:cNvSpPr txBox="1">
            <a:spLocks noGrp="1"/>
          </p:cNvSpPr>
          <p:nvPr>
            <p:ph type="body" idx="16"/>
          </p:nvPr>
        </p:nvSpPr>
        <p:spPr>
          <a:xfrm>
            <a:off x="7842551" y="3899672"/>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3" name="Google Shape;913;p101"/>
          <p:cNvSpPr txBox="1">
            <a:spLocks noGrp="1"/>
          </p:cNvSpPr>
          <p:nvPr>
            <p:ph type="body" idx="17"/>
          </p:nvPr>
        </p:nvSpPr>
        <p:spPr>
          <a:xfrm>
            <a:off x="7842551" y="4948536"/>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4" name="Google Shape;914;p101"/>
          <p:cNvSpPr txBox="1">
            <a:spLocks noGrp="1"/>
          </p:cNvSpPr>
          <p:nvPr>
            <p:ph type="body" idx="18"/>
          </p:nvPr>
        </p:nvSpPr>
        <p:spPr>
          <a:xfrm>
            <a:off x="10033816" y="3899415"/>
            <a:ext cx="1989200" cy="1216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Clr>
                <a:schemeClr val="accent1"/>
              </a:buClr>
              <a:buSzPts val="2100"/>
              <a:buNone/>
              <a:defRPr b="1">
                <a:solidFill>
                  <a:schemeClr val="accent1"/>
                </a:solidFill>
              </a:defRPr>
            </a:lvl1pPr>
            <a:lvl2pPr marL="1219170" lvl="1" indent="-304792" algn="l" rtl="0">
              <a:lnSpc>
                <a:spcPct val="90000"/>
              </a:lnSpc>
              <a:spcBef>
                <a:spcPts val="533"/>
              </a:spcBef>
              <a:spcAft>
                <a:spcPts val="0"/>
              </a:spcAft>
              <a:buClr>
                <a:schemeClr val="accent1"/>
              </a:buClr>
              <a:buSzPts val="1800"/>
              <a:buNone/>
              <a:defRPr b="1">
                <a:solidFill>
                  <a:schemeClr val="accent1"/>
                </a:solidFill>
              </a:defRPr>
            </a:lvl2pPr>
            <a:lvl3pPr marL="1828754" lvl="2" indent="-304792" algn="l" rtl="0">
              <a:lnSpc>
                <a:spcPct val="90000"/>
              </a:lnSpc>
              <a:spcBef>
                <a:spcPts val="533"/>
              </a:spcBef>
              <a:spcAft>
                <a:spcPts val="0"/>
              </a:spcAft>
              <a:buClr>
                <a:schemeClr val="accent1"/>
              </a:buClr>
              <a:buSzPts val="1500"/>
              <a:buNone/>
              <a:defRPr b="1">
                <a:solidFill>
                  <a:schemeClr val="accent1"/>
                </a:solidFill>
              </a:defRPr>
            </a:lvl3pPr>
            <a:lvl4pPr marL="2438339" lvl="3" indent="-304792" algn="l" rtl="0">
              <a:lnSpc>
                <a:spcPct val="90000"/>
              </a:lnSpc>
              <a:spcBef>
                <a:spcPts val="533"/>
              </a:spcBef>
              <a:spcAft>
                <a:spcPts val="0"/>
              </a:spcAft>
              <a:buClr>
                <a:schemeClr val="accent1"/>
              </a:buClr>
              <a:buSzPts val="1400"/>
              <a:buNone/>
              <a:defRPr b="1">
                <a:solidFill>
                  <a:schemeClr val="accent1"/>
                </a:solidFill>
              </a:defRPr>
            </a:lvl4pPr>
            <a:lvl5pPr marL="3047924" lvl="4" indent="-304792" algn="l" rtl="0">
              <a:lnSpc>
                <a:spcPct val="90000"/>
              </a:lnSpc>
              <a:spcBef>
                <a:spcPts val="533"/>
              </a:spcBef>
              <a:spcAft>
                <a:spcPts val="0"/>
              </a:spcAft>
              <a:buClr>
                <a:schemeClr val="accent1"/>
              </a:buClr>
              <a:buSzPts val="1400"/>
              <a:buNone/>
              <a:defRPr b="1">
                <a:solidFill>
                  <a:schemeClr val="accent1"/>
                </a:solidFill>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
        <p:nvSpPr>
          <p:cNvPr id="915" name="Google Shape;915;p101"/>
          <p:cNvSpPr txBox="1">
            <a:spLocks noGrp="1"/>
          </p:cNvSpPr>
          <p:nvPr>
            <p:ph type="body" idx="19"/>
          </p:nvPr>
        </p:nvSpPr>
        <p:spPr>
          <a:xfrm>
            <a:off x="10033816" y="4948279"/>
            <a:ext cx="1989200" cy="1761200"/>
          </a:xfrm>
          <a:prstGeom prst="rect">
            <a:avLst/>
          </a:prstGeom>
          <a:noFill/>
          <a:ln>
            <a:noFill/>
          </a:ln>
        </p:spPr>
        <p:txBody>
          <a:bodyPr spcFirstLastPara="1" wrap="square" lIns="68575" tIns="34275" rIns="68575" bIns="34275" anchor="t" anchorCtr="0">
            <a:noAutofit/>
          </a:bodyPr>
          <a:lstStyle>
            <a:lvl1pPr marL="609585" lvl="0" indent="-304792" algn="l" rtl="0">
              <a:lnSpc>
                <a:spcPct val="90000"/>
              </a:lnSpc>
              <a:spcBef>
                <a:spcPts val="1067"/>
              </a:spcBef>
              <a:spcAft>
                <a:spcPts val="0"/>
              </a:spcAft>
              <a:buClr>
                <a:srgbClr val="595959"/>
              </a:buClr>
              <a:buSzPts val="1400"/>
              <a:buNone/>
              <a:defRPr sz="1867"/>
            </a:lvl1pPr>
            <a:lvl2pPr marL="1219170" lvl="1" indent="-304792" algn="l" rtl="0">
              <a:lnSpc>
                <a:spcPct val="90000"/>
              </a:lnSpc>
              <a:spcBef>
                <a:spcPts val="533"/>
              </a:spcBef>
              <a:spcAft>
                <a:spcPts val="0"/>
              </a:spcAft>
              <a:buClr>
                <a:srgbClr val="595959"/>
              </a:buClr>
              <a:buSzPts val="1400"/>
              <a:buNone/>
              <a:defRPr sz="1867"/>
            </a:lvl2pPr>
            <a:lvl3pPr marL="1828754" lvl="2" indent="-304792" algn="l" rtl="0">
              <a:lnSpc>
                <a:spcPct val="90000"/>
              </a:lnSpc>
              <a:spcBef>
                <a:spcPts val="533"/>
              </a:spcBef>
              <a:spcAft>
                <a:spcPts val="0"/>
              </a:spcAft>
              <a:buClr>
                <a:srgbClr val="595959"/>
              </a:buClr>
              <a:buSzPts val="1400"/>
              <a:buNone/>
              <a:defRPr sz="1867"/>
            </a:lvl3pPr>
            <a:lvl4pPr marL="2438339" lvl="3" indent="-304792" algn="l" rtl="0">
              <a:lnSpc>
                <a:spcPct val="90000"/>
              </a:lnSpc>
              <a:spcBef>
                <a:spcPts val="533"/>
              </a:spcBef>
              <a:spcAft>
                <a:spcPts val="0"/>
              </a:spcAft>
              <a:buClr>
                <a:srgbClr val="595959"/>
              </a:buClr>
              <a:buSzPts val="1400"/>
              <a:buNone/>
              <a:defRPr sz="1867"/>
            </a:lvl4pPr>
            <a:lvl5pPr marL="3047924" lvl="4" indent="-304792" algn="l" rtl="0">
              <a:lnSpc>
                <a:spcPct val="90000"/>
              </a:lnSpc>
              <a:spcBef>
                <a:spcPts val="533"/>
              </a:spcBef>
              <a:spcAft>
                <a:spcPts val="0"/>
              </a:spcAft>
              <a:buClr>
                <a:srgbClr val="595959"/>
              </a:buClr>
              <a:buSzPts val="1400"/>
              <a:buNone/>
              <a:defRPr sz="1867"/>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667"/>
              </a:spcAft>
              <a:buClr>
                <a:schemeClr val="dk1"/>
              </a:buClr>
              <a:buSzPts val="1400"/>
              <a:buChar char="•"/>
              <a:defRPr/>
            </a:lvl9pPr>
          </a:lstStyle>
          <a:p>
            <a:endParaRPr/>
          </a:p>
        </p:txBody>
      </p:sp>
    </p:spTree>
    <p:extLst>
      <p:ext uri="{BB962C8B-B14F-4D97-AF65-F5344CB8AC3E}">
        <p14:creationId xmlns:p14="http://schemas.microsoft.com/office/powerpoint/2010/main" val="341973286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Content 4">
  <p:cSld name="Title and Content 4">
    <p:spTree>
      <p:nvGrpSpPr>
        <p:cNvPr id="1" name="Shape 916"/>
        <p:cNvGrpSpPr/>
        <p:nvPr/>
      </p:nvGrpSpPr>
      <p:grpSpPr>
        <a:xfrm>
          <a:off x="0" y="0"/>
          <a:ext cx="0" cy="0"/>
          <a:chOff x="0" y="0"/>
          <a:chExt cx="0" cy="0"/>
        </a:xfrm>
      </p:grpSpPr>
      <p:sp>
        <p:nvSpPr>
          <p:cNvPr id="917" name="Google Shape;917;p102"/>
          <p:cNvSpPr txBox="1">
            <a:spLocks noGrp="1"/>
          </p:cNvSpPr>
          <p:nvPr>
            <p:ph type="title"/>
          </p:nvPr>
        </p:nvSpPr>
        <p:spPr>
          <a:xfrm>
            <a:off x="448056" y="356400"/>
            <a:ext cx="11306000" cy="3664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1"/>
              </a:buClr>
              <a:buSzPts val="2100"/>
              <a:buFont typeface="Georgia"/>
              <a:buNone/>
              <a:defRPr>
                <a:solidFill>
                  <a:schemeClr val="accent1"/>
                </a:solidFill>
              </a:defRPr>
            </a:lvl1pPr>
            <a:lvl2pPr lvl="1" rtl="0">
              <a:lnSpc>
                <a:spcPct val="100000"/>
              </a:lnSpc>
              <a:spcBef>
                <a:spcPts val="0"/>
              </a:spcBef>
              <a:spcAft>
                <a:spcPts val="0"/>
              </a:spcAft>
              <a:buClr>
                <a:schemeClr val="accent1"/>
              </a:buClr>
              <a:buSzPts val="1100"/>
              <a:buNone/>
              <a:defRPr>
                <a:solidFill>
                  <a:schemeClr val="accent1"/>
                </a:solidFill>
              </a:defRPr>
            </a:lvl2pPr>
            <a:lvl3pPr lvl="2" rtl="0">
              <a:lnSpc>
                <a:spcPct val="100000"/>
              </a:lnSpc>
              <a:spcBef>
                <a:spcPts val="0"/>
              </a:spcBef>
              <a:spcAft>
                <a:spcPts val="0"/>
              </a:spcAft>
              <a:buClr>
                <a:schemeClr val="accent1"/>
              </a:buClr>
              <a:buSzPts val="1100"/>
              <a:buNone/>
              <a:defRPr>
                <a:solidFill>
                  <a:schemeClr val="accent1"/>
                </a:solidFill>
              </a:defRPr>
            </a:lvl3pPr>
            <a:lvl4pPr lvl="3" rtl="0">
              <a:lnSpc>
                <a:spcPct val="100000"/>
              </a:lnSpc>
              <a:spcBef>
                <a:spcPts val="0"/>
              </a:spcBef>
              <a:spcAft>
                <a:spcPts val="0"/>
              </a:spcAft>
              <a:buClr>
                <a:schemeClr val="accent1"/>
              </a:buClr>
              <a:buSzPts val="1100"/>
              <a:buNone/>
              <a:defRPr>
                <a:solidFill>
                  <a:schemeClr val="accent1"/>
                </a:solidFill>
              </a:defRPr>
            </a:lvl4pPr>
            <a:lvl5pPr lvl="4" rtl="0">
              <a:lnSpc>
                <a:spcPct val="100000"/>
              </a:lnSpc>
              <a:spcBef>
                <a:spcPts val="0"/>
              </a:spcBef>
              <a:spcAft>
                <a:spcPts val="0"/>
              </a:spcAft>
              <a:buClr>
                <a:schemeClr val="accent1"/>
              </a:buClr>
              <a:buSzPts val="1100"/>
              <a:buNone/>
              <a:defRPr>
                <a:solidFill>
                  <a:schemeClr val="accent1"/>
                </a:solidFill>
              </a:defRPr>
            </a:lvl5pPr>
            <a:lvl6pPr lvl="5" rtl="0">
              <a:lnSpc>
                <a:spcPct val="100000"/>
              </a:lnSpc>
              <a:spcBef>
                <a:spcPts val="0"/>
              </a:spcBef>
              <a:spcAft>
                <a:spcPts val="0"/>
              </a:spcAft>
              <a:buClr>
                <a:schemeClr val="accent1"/>
              </a:buClr>
              <a:buSzPts val="1100"/>
              <a:buNone/>
              <a:defRPr>
                <a:solidFill>
                  <a:schemeClr val="accent1"/>
                </a:solidFill>
              </a:defRPr>
            </a:lvl6pPr>
            <a:lvl7pPr lvl="6" rtl="0">
              <a:lnSpc>
                <a:spcPct val="100000"/>
              </a:lnSpc>
              <a:spcBef>
                <a:spcPts val="0"/>
              </a:spcBef>
              <a:spcAft>
                <a:spcPts val="0"/>
              </a:spcAft>
              <a:buClr>
                <a:schemeClr val="accent1"/>
              </a:buClr>
              <a:buSzPts val="1100"/>
              <a:buNone/>
              <a:defRPr>
                <a:solidFill>
                  <a:schemeClr val="accent1"/>
                </a:solidFill>
              </a:defRPr>
            </a:lvl7pPr>
            <a:lvl8pPr lvl="7" rtl="0">
              <a:lnSpc>
                <a:spcPct val="100000"/>
              </a:lnSpc>
              <a:spcBef>
                <a:spcPts val="0"/>
              </a:spcBef>
              <a:spcAft>
                <a:spcPts val="0"/>
              </a:spcAft>
              <a:buClr>
                <a:schemeClr val="accent1"/>
              </a:buClr>
              <a:buSzPts val="1100"/>
              <a:buNone/>
              <a:defRPr>
                <a:solidFill>
                  <a:schemeClr val="accent1"/>
                </a:solidFill>
              </a:defRPr>
            </a:lvl8pPr>
            <a:lvl9pPr lvl="8" rtl="0">
              <a:lnSpc>
                <a:spcPct val="100000"/>
              </a:lnSpc>
              <a:spcBef>
                <a:spcPts val="0"/>
              </a:spcBef>
              <a:spcAft>
                <a:spcPts val="0"/>
              </a:spcAft>
              <a:buClr>
                <a:schemeClr val="accent1"/>
              </a:buClr>
              <a:buSzPts val="1100"/>
              <a:buNone/>
              <a:defRPr>
                <a:solidFill>
                  <a:schemeClr val="accent1"/>
                </a:solidFill>
              </a:defRPr>
            </a:lvl9pPr>
          </a:lstStyle>
          <a:p>
            <a:endParaRPr/>
          </a:p>
        </p:txBody>
      </p:sp>
      <p:sp>
        <p:nvSpPr>
          <p:cNvPr id="918" name="Google Shape;918;p102"/>
          <p:cNvSpPr txBox="1">
            <a:spLocks noGrp="1"/>
          </p:cNvSpPr>
          <p:nvPr>
            <p:ph type="body" idx="1"/>
          </p:nvPr>
        </p:nvSpPr>
        <p:spPr>
          <a:xfrm>
            <a:off x="442913" y="1417320"/>
            <a:ext cx="11306000" cy="2508400"/>
          </a:xfrm>
          <a:prstGeom prst="rect">
            <a:avLst/>
          </a:prstGeom>
          <a:noFill/>
          <a:ln>
            <a:noFill/>
          </a:ln>
        </p:spPr>
        <p:txBody>
          <a:bodyPr spcFirstLastPara="1" wrap="square" lIns="0" tIns="0" rIns="0" bIns="0" anchor="t" anchorCtr="0">
            <a:noAutofit/>
          </a:bodyPr>
          <a:lstStyle>
            <a:lvl1pPr marL="609585" lvl="0" indent="-423323" algn="l" rtl="0">
              <a:lnSpc>
                <a:spcPct val="100000"/>
              </a:lnSpc>
              <a:spcBef>
                <a:spcPts val="0"/>
              </a:spcBef>
              <a:spcAft>
                <a:spcPts val="0"/>
              </a:spcAft>
              <a:buClr>
                <a:schemeClr val="dk1"/>
              </a:buClr>
              <a:buSzPts val="1400"/>
              <a:buChar char="•"/>
              <a:defRPr/>
            </a:lvl1pPr>
            <a:lvl2pPr marL="1219170" lvl="1" indent="-406390" algn="l" rtl="0">
              <a:lnSpc>
                <a:spcPct val="100000"/>
              </a:lnSpc>
              <a:spcBef>
                <a:spcPts val="667"/>
              </a:spcBef>
              <a:spcAft>
                <a:spcPts val="0"/>
              </a:spcAft>
              <a:buClr>
                <a:schemeClr val="dk1"/>
              </a:buClr>
              <a:buSzPts val="1200"/>
              <a:buChar char="–"/>
              <a:defRPr/>
            </a:lvl2pPr>
            <a:lvl3pPr marL="1828754" lvl="2" indent="-423323" algn="l" rtl="0">
              <a:lnSpc>
                <a:spcPct val="100000"/>
              </a:lnSpc>
              <a:spcBef>
                <a:spcPts val="667"/>
              </a:spcBef>
              <a:spcAft>
                <a:spcPts val="0"/>
              </a:spcAft>
              <a:buClr>
                <a:schemeClr val="dk1"/>
              </a:buClr>
              <a:buSzPts val="1400"/>
              <a:buChar char="•"/>
              <a:defRPr/>
            </a:lvl3pPr>
            <a:lvl4pPr marL="2438339" lvl="3" indent="-423323" algn="l" rtl="0">
              <a:lnSpc>
                <a:spcPct val="100000"/>
              </a:lnSpc>
              <a:spcBef>
                <a:spcPts val="667"/>
              </a:spcBef>
              <a:spcAft>
                <a:spcPts val="0"/>
              </a:spcAft>
              <a:buClr>
                <a:schemeClr val="dk1"/>
              </a:buClr>
              <a:buSzPts val="1400"/>
              <a:buChar char="–"/>
              <a:defRPr/>
            </a:lvl4pPr>
            <a:lvl5pPr marL="3047924" lvl="4" indent="-423323" algn="l" rtl="0">
              <a:lnSpc>
                <a:spcPct val="100000"/>
              </a:lnSpc>
              <a:spcBef>
                <a:spcPts val="667"/>
              </a:spcBef>
              <a:spcAft>
                <a:spcPts val="0"/>
              </a:spcAft>
              <a:buClr>
                <a:schemeClr val="dk1"/>
              </a:buClr>
              <a:buSzPts val="1400"/>
              <a:buChar char="•"/>
              <a:defRPr/>
            </a:lvl5pPr>
            <a:lvl6pPr marL="3657509" lvl="5" indent="-423323" algn="l" rtl="0">
              <a:lnSpc>
                <a:spcPct val="100000"/>
              </a:lnSpc>
              <a:spcBef>
                <a:spcPts val="667"/>
              </a:spcBef>
              <a:spcAft>
                <a:spcPts val="0"/>
              </a:spcAft>
              <a:buClr>
                <a:schemeClr val="dk1"/>
              </a:buClr>
              <a:buSzPts val="1400"/>
              <a:buChar char="–"/>
              <a:defRPr/>
            </a:lvl6pPr>
            <a:lvl7pPr marL="4267093" lvl="6" indent="-423323" algn="l" rtl="0">
              <a:lnSpc>
                <a:spcPct val="100000"/>
              </a:lnSpc>
              <a:spcBef>
                <a:spcPts val="667"/>
              </a:spcBef>
              <a:spcAft>
                <a:spcPts val="0"/>
              </a:spcAft>
              <a:buClr>
                <a:schemeClr val="dk1"/>
              </a:buClr>
              <a:buSzPts val="1400"/>
              <a:buChar char="•"/>
              <a:defRPr/>
            </a:lvl7pPr>
            <a:lvl8pPr marL="4876678" lvl="7" indent="-423323" algn="l" rtl="0">
              <a:lnSpc>
                <a:spcPct val="100000"/>
              </a:lnSpc>
              <a:spcBef>
                <a:spcPts val="667"/>
              </a:spcBef>
              <a:spcAft>
                <a:spcPts val="0"/>
              </a:spcAft>
              <a:buClr>
                <a:schemeClr val="dk1"/>
              </a:buClr>
              <a:buSzPts val="1400"/>
              <a:buChar char="–"/>
              <a:defRPr/>
            </a:lvl8pPr>
            <a:lvl9pPr marL="5486263" lvl="8" indent="-423323" algn="l" rtl="0">
              <a:lnSpc>
                <a:spcPct val="100000"/>
              </a:lnSpc>
              <a:spcBef>
                <a:spcPts val="667"/>
              </a:spcBef>
              <a:spcAft>
                <a:spcPts val="667"/>
              </a:spcAft>
              <a:buClr>
                <a:schemeClr val="dk1"/>
              </a:buClr>
              <a:buSzPts val="1400"/>
              <a:buChar char="•"/>
              <a:defRPr/>
            </a:lvl9pPr>
          </a:lstStyle>
          <a:p>
            <a:endParaRPr/>
          </a:p>
        </p:txBody>
      </p:sp>
      <p:sp>
        <p:nvSpPr>
          <p:cNvPr id="919" name="Google Shape;919;p102"/>
          <p:cNvSpPr txBox="1">
            <a:spLocks noGrp="1"/>
          </p:cNvSpPr>
          <p:nvPr>
            <p:ph type="sldNum" idx="12"/>
          </p:nvPr>
        </p:nvSpPr>
        <p:spPr>
          <a:xfrm>
            <a:off x="10743248" y="6513984"/>
            <a:ext cx="1006000" cy="115600"/>
          </a:xfrm>
          <a:prstGeom prst="rect">
            <a:avLst/>
          </a:prstGeom>
          <a:noFill/>
          <a:ln>
            <a:noFill/>
          </a:ln>
        </p:spPr>
        <p:txBody>
          <a:bodyPr spcFirstLastPara="1" wrap="square" lIns="0" tIns="0" rIns="0" bIns="0" anchor="t"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
        <p:nvSpPr>
          <p:cNvPr id="920" name="Google Shape;920;p102"/>
          <p:cNvSpPr txBox="1">
            <a:spLocks noGrp="1"/>
          </p:cNvSpPr>
          <p:nvPr>
            <p:ph type="subTitle" idx="2"/>
          </p:nvPr>
        </p:nvSpPr>
        <p:spPr>
          <a:xfrm>
            <a:off x="442913" y="914400"/>
            <a:ext cx="11311200" cy="3136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None/>
              <a:defRPr sz="2400" b="0">
                <a:solidFill>
                  <a:schemeClr val="dk1"/>
                </a:solidFill>
              </a:defRPr>
            </a:lvl1pPr>
            <a:lvl2pPr lvl="1" algn="l" rtl="0">
              <a:lnSpc>
                <a:spcPct val="100000"/>
              </a:lnSpc>
              <a:spcBef>
                <a:spcPts val="0"/>
              </a:spcBef>
              <a:spcAft>
                <a:spcPts val="0"/>
              </a:spcAft>
              <a:buClr>
                <a:schemeClr val="dk1"/>
              </a:buClr>
              <a:buSzPts val="1400"/>
              <a:buNone/>
              <a:defRPr sz="1867"/>
            </a:lvl2pPr>
            <a:lvl3pPr lvl="2" algn="l" rtl="0">
              <a:lnSpc>
                <a:spcPct val="100000"/>
              </a:lnSpc>
              <a:spcBef>
                <a:spcPts val="0"/>
              </a:spcBef>
              <a:spcAft>
                <a:spcPts val="0"/>
              </a:spcAft>
              <a:buClr>
                <a:schemeClr val="dk1"/>
              </a:buClr>
              <a:buSzPts val="1400"/>
              <a:buNone/>
              <a:defRPr sz="1867"/>
            </a:lvl3pPr>
            <a:lvl4pPr lvl="3" algn="l" rtl="0">
              <a:lnSpc>
                <a:spcPct val="100000"/>
              </a:lnSpc>
              <a:spcBef>
                <a:spcPts val="0"/>
              </a:spcBef>
              <a:spcAft>
                <a:spcPts val="0"/>
              </a:spcAft>
              <a:buClr>
                <a:schemeClr val="dk1"/>
              </a:buClr>
              <a:buSzPts val="1400"/>
              <a:buNone/>
              <a:defRPr sz="1867"/>
            </a:lvl4pPr>
            <a:lvl5pPr lvl="4" algn="l" rtl="0">
              <a:lnSpc>
                <a:spcPct val="100000"/>
              </a:lnSpc>
              <a:spcBef>
                <a:spcPts val="0"/>
              </a:spcBef>
              <a:spcAft>
                <a:spcPts val="0"/>
              </a:spcAft>
              <a:buClr>
                <a:schemeClr val="dk1"/>
              </a:buClr>
              <a:buSzPts val="1400"/>
              <a:buNone/>
              <a:defRPr sz="1867"/>
            </a:lvl5pPr>
            <a:lvl6pPr lvl="5" algn="l" rtl="0">
              <a:lnSpc>
                <a:spcPct val="100000"/>
              </a:lnSpc>
              <a:spcBef>
                <a:spcPts val="0"/>
              </a:spcBef>
              <a:spcAft>
                <a:spcPts val="0"/>
              </a:spcAft>
              <a:buClr>
                <a:schemeClr val="dk1"/>
              </a:buClr>
              <a:buSzPts val="1400"/>
              <a:buNone/>
              <a:defRPr sz="1867"/>
            </a:lvl6pPr>
            <a:lvl7pPr lvl="6" algn="l" rtl="0">
              <a:lnSpc>
                <a:spcPct val="100000"/>
              </a:lnSpc>
              <a:spcBef>
                <a:spcPts val="0"/>
              </a:spcBef>
              <a:spcAft>
                <a:spcPts val="0"/>
              </a:spcAft>
              <a:buClr>
                <a:schemeClr val="dk1"/>
              </a:buClr>
              <a:buSzPts val="1400"/>
              <a:buNone/>
              <a:defRPr sz="1867"/>
            </a:lvl7pPr>
            <a:lvl8pPr lvl="7" algn="l" rtl="0">
              <a:lnSpc>
                <a:spcPct val="100000"/>
              </a:lnSpc>
              <a:spcBef>
                <a:spcPts val="0"/>
              </a:spcBef>
              <a:spcAft>
                <a:spcPts val="0"/>
              </a:spcAft>
              <a:buClr>
                <a:schemeClr val="dk1"/>
              </a:buClr>
              <a:buSzPts val="1400"/>
              <a:buNone/>
              <a:defRPr sz="1867"/>
            </a:lvl8pPr>
            <a:lvl9pPr lvl="8" algn="l" rtl="0">
              <a:lnSpc>
                <a:spcPct val="100000"/>
              </a:lnSpc>
              <a:spcBef>
                <a:spcPts val="0"/>
              </a:spcBef>
              <a:spcAft>
                <a:spcPts val="0"/>
              </a:spcAft>
              <a:buClr>
                <a:schemeClr val="dk1"/>
              </a:buClr>
              <a:buSzPts val="1400"/>
              <a:buNone/>
              <a:defRPr sz="1867"/>
            </a:lvl9pPr>
          </a:lstStyle>
          <a:p>
            <a:endParaRPr/>
          </a:p>
        </p:txBody>
      </p:sp>
    </p:spTree>
    <p:extLst>
      <p:ext uri="{BB962C8B-B14F-4D97-AF65-F5344CB8AC3E}">
        <p14:creationId xmlns:p14="http://schemas.microsoft.com/office/powerpoint/2010/main" val="397065127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Closing Statement 1">
  <p:cSld name="Closing Statement 1">
    <p:spTree>
      <p:nvGrpSpPr>
        <p:cNvPr id="1" name="Shape 921"/>
        <p:cNvGrpSpPr/>
        <p:nvPr/>
      </p:nvGrpSpPr>
      <p:grpSpPr>
        <a:xfrm>
          <a:off x="0" y="0"/>
          <a:ext cx="0" cy="0"/>
          <a:chOff x="0" y="0"/>
          <a:chExt cx="0" cy="0"/>
        </a:xfrm>
      </p:grpSpPr>
      <p:sp>
        <p:nvSpPr>
          <p:cNvPr id="922" name="Google Shape;922;p103"/>
          <p:cNvSpPr txBox="1">
            <a:spLocks noGrp="1"/>
          </p:cNvSpPr>
          <p:nvPr>
            <p:ph type="title"/>
          </p:nvPr>
        </p:nvSpPr>
        <p:spPr>
          <a:xfrm>
            <a:off x="711200" y="279400"/>
            <a:ext cx="10769600" cy="914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2100"/>
              <a:buFont typeface="Georgia"/>
              <a:buNone/>
              <a:defRPr sz="2100" b="1" i="1"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900"/>
              <a:buNone/>
              <a:defRPr sz="1200"/>
            </a:lvl2pPr>
            <a:lvl3pPr lvl="2" algn="l" rtl="0">
              <a:lnSpc>
                <a:spcPct val="100000"/>
              </a:lnSpc>
              <a:spcBef>
                <a:spcPts val="0"/>
              </a:spcBef>
              <a:spcAft>
                <a:spcPts val="0"/>
              </a:spcAft>
              <a:buSzPts val="900"/>
              <a:buNone/>
              <a:defRPr sz="1200"/>
            </a:lvl3pPr>
            <a:lvl4pPr lvl="3" algn="l" rtl="0">
              <a:lnSpc>
                <a:spcPct val="100000"/>
              </a:lnSpc>
              <a:spcBef>
                <a:spcPts val="0"/>
              </a:spcBef>
              <a:spcAft>
                <a:spcPts val="0"/>
              </a:spcAft>
              <a:buSzPts val="900"/>
              <a:buNone/>
              <a:defRPr sz="1200"/>
            </a:lvl4pPr>
            <a:lvl5pPr lvl="4" algn="l" rtl="0">
              <a:lnSpc>
                <a:spcPct val="100000"/>
              </a:lnSpc>
              <a:spcBef>
                <a:spcPts val="0"/>
              </a:spcBef>
              <a:spcAft>
                <a:spcPts val="0"/>
              </a:spcAft>
              <a:buSzPts val="900"/>
              <a:buNone/>
              <a:defRPr sz="1200"/>
            </a:lvl5pPr>
            <a:lvl6pPr lvl="5" algn="l" rtl="0">
              <a:lnSpc>
                <a:spcPct val="100000"/>
              </a:lnSpc>
              <a:spcBef>
                <a:spcPts val="0"/>
              </a:spcBef>
              <a:spcAft>
                <a:spcPts val="0"/>
              </a:spcAft>
              <a:buSzPts val="900"/>
              <a:buNone/>
              <a:defRPr sz="1200"/>
            </a:lvl6pPr>
            <a:lvl7pPr lvl="6" algn="l" rtl="0">
              <a:lnSpc>
                <a:spcPct val="100000"/>
              </a:lnSpc>
              <a:spcBef>
                <a:spcPts val="0"/>
              </a:spcBef>
              <a:spcAft>
                <a:spcPts val="0"/>
              </a:spcAft>
              <a:buSzPts val="900"/>
              <a:buNone/>
              <a:defRPr sz="1200"/>
            </a:lvl7pPr>
            <a:lvl8pPr lvl="7" algn="l" rtl="0">
              <a:lnSpc>
                <a:spcPct val="100000"/>
              </a:lnSpc>
              <a:spcBef>
                <a:spcPts val="0"/>
              </a:spcBef>
              <a:spcAft>
                <a:spcPts val="0"/>
              </a:spcAft>
              <a:buSzPts val="900"/>
              <a:buNone/>
              <a:defRPr sz="1200"/>
            </a:lvl8pPr>
            <a:lvl9pPr lvl="8" algn="l" rtl="0">
              <a:lnSpc>
                <a:spcPct val="100000"/>
              </a:lnSpc>
              <a:spcBef>
                <a:spcPts val="0"/>
              </a:spcBef>
              <a:spcAft>
                <a:spcPts val="0"/>
              </a:spcAft>
              <a:buSzPts val="900"/>
              <a:buNone/>
              <a:defRPr sz="1200"/>
            </a:lvl9pPr>
          </a:lstStyle>
          <a:p>
            <a:endParaRPr/>
          </a:p>
        </p:txBody>
      </p:sp>
      <p:sp>
        <p:nvSpPr>
          <p:cNvPr id="923" name="Google Shape;923;p103"/>
          <p:cNvSpPr txBox="1">
            <a:spLocks noGrp="1"/>
          </p:cNvSpPr>
          <p:nvPr>
            <p:ph type="body" idx="1"/>
          </p:nvPr>
        </p:nvSpPr>
        <p:spPr>
          <a:xfrm>
            <a:off x="711200" y="5867400"/>
            <a:ext cx="6400800" cy="762000"/>
          </a:xfrm>
          <a:prstGeom prst="rect">
            <a:avLst/>
          </a:prstGeom>
          <a:noFill/>
          <a:ln>
            <a:noFill/>
          </a:ln>
        </p:spPr>
        <p:txBody>
          <a:bodyPr spcFirstLastPara="1" wrap="square" lIns="0" tIns="0" rIns="0" bIns="0" anchor="b" anchorCtr="0">
            <a:noAutofit/>
          </a:bodyPr>
          <a:lstStyle>
            <a:lvl1pPr marL="609585" marR="0" lvl="0" indent="-304792" algn="l" rtl="0">
              <a:lnSpc>
                <a:spcPct val="100000"/>
              </a:lnSpc>
              <a:spcBef>
                <a:spcPts val="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1pPr>
            <a:lvl2pPr marL="1219170" marR="0" lvl="1" indent="-414856" algn="l" rtl="0">
              <a:lnSpc>
                <a:spcPct val="100000"/>
              </a:lnSpc>
              <a:spcBef>
                <a:spcPts val="500"/>
              </a:spcBef>
              <a:spcAft>
                <a:spcPts val="0"/>
              </a:spcAft>
              <a:buClr>
                <a:schemeClr val="dk1"/>
              </a:buClr>
              <a:buSzPts val="1300"/>
              <a:buFont typeface="Georgia"/>
              <a:buChar char="•"/>
              <a:defRPr sz="1300" b="0" i="0" u="none" strike="noStrike" cap="none">
                <a:solidFill>
                  <a:schemeClr val="dk1"/>
                </a:solidFill>
                <a:latin typeface="Georgia"/>
                <a:ea typeface="Georgia"/>
                <a:cs typeface="Georgia"/>
                <a:sym typeface="Georgia"/>
              </a:defRPr>
            </a:lvl2pPr>
            <a:lvl3pPr marL="1828754" marR="0" lvl="2" indent="-414856" algn="l" rtl="0">
              <a:lnSpc>
                <a:spcPct val="100000"/>
              </a:lnSpc>
              <a:spcBef>
                <a:spcPts val="500"/>
              </a:spcBef>
              <a:spcAft>
                <a:spcPts val="0"/>
              </a:spcAft>
              <a:buClr>
                <a:schemeClr val="dk1"/>
              </a:buClr>
              <a:buSzPts val="1300"/>
              <a:buFont typeface="Georgia"/>
              <a:buChar char="-"/>
              <a:defRPr sz="1300" b="0" i="0" u="none" strike="noStrike" cap="none">
                <a:solidFill>
                  <a:schemeClr val="dk1"/>
                </a:solidFill>
                <a:latin typeface="Georgia"/>
                <a:ea typeface="Georgia"/>
                <a:cs typeface="Georgia"/>
                <a:sym typeface="Georgia"/>
              </a:defRPr>
            </a:lvl3pPr>
            <a:lvl4pPr marL="2438339" marR="0" lvl="3" indent="-414856" algn="l" rtl="0">
              <a:lnSpc>
                <a:spcPct val="100000"/>
              </a:lnSpc>
              <a:spcBef>
                <a:spcPts val="500"/>
              </a:spcBef>
              <a:spcAft>
                <a:spcPts val="0"/>
              </a:spcAft>
              <a:buClr>
                <a:schemeClr val="dk1"/>
              </a:buClr>
              <a:buSzPts val="1300"/>
              <a:buFont typeface="Georgia"/>
              <a:buChar char="◦"/>
              <a:defRPr sz="1300" b="0" i="0" u="none" strike="noStrike" cap="none">
                <a:solidFill>
                  <a:schemeClr val="dk1"/>
                </a:solidFill>
                <a:latin typeface="Georgia"/>
                <a:ea typeface="Georgia"/>
                <a:cs typeface="Georgia"/>
                <a:sym typeface="Georgia"/>
              </a:defRPr>
            </a:lvl4pPr>
            <a:lvl5pPr marL="3047924" marR="0" lvl="4" indent="-414856" algn="l" rtl="0">
              <a:lnSpc>
                <a:spcPct val="100000"/>
              </a:lnSpc>
              <a:spcBef>
                <a:spcPts val="500"/>
              </a:spcBef>
              <a:spcAft>
                <a:spcPts val="0"/>
              </a:spcAft>
              <a:buClr>
                <a:schemeClr val="dk1"/>
              </a:buClr>
              <a:buSzPts val="1300"/>
              <a:buFont typeface="Georgia"/>
              <a:buChar char="›"/>
              <a:defRPr sz="1300" b="0" i="0" u="none" strike="noStrike" cap="none">
                <a:solidFill>
                  <a:schemeClr val="dk1"/>
                </a:solidFill>
                <a:latin typeface="Georgia"/>
                <a:ea typeface="Georgia"/>
                <a:cs typeface="Georgia"/>
                <a:sym typeface="Georgia"/>
              </a:defRPr>
            </a:lvl5pPr>
            <a:lvl6pPr marL="3657509" marR="0" lvl="5" indent="-414856" algn="l" rtl="0">
              <a:lnSpc>
                <a:spcPct val="100000"/>
              </a:lnSpc>
              <a:spcBef>
                <a:spcPts val="500"/>
              </a:spcBef>
              <a:spcAft>
                <a:spcPts val="0"/>
              </a:spcAft>
              <a:buClr>
                <a:schemeClr val="dk1"/>
              </a:buClr>
              <a:buSzPts val="1300"/>
              <a:buFont typeface="Georgia"/>
              <a:buAutoNum type="arabicPeriod"/>
              <a:defRPr sz="1300" b="0" i="0" u="none" strike="noStrike" cap="none">
                <a:solidFill>
                  <a:schemeClr val="dk1"/>
                </a:solidFill>
                <a:latin typeface="Georgia"/>
                <a:ea typeface="Georgia"/>
                <a:cs typeface="Georgia"/>
                <a:sym typeface="Georgia"/>
              </a:defRPr>
            </a:lvl6pPr>
            <a:lvl7pPr marL="4267093" marR="0" lvl="6" indent="-414856" algn="l" rtl="0">
              <a:lnSpc>
                <a:spcPct val="100000"/>
              </a:lnSpc>
              <a:spcBef>
                <a:spcPts val="500"/>
              </a:spcBef>
              <a:spcAft>
                <a:spcPts val="0"/>
              </a:spcAft>
              <a:buClr>
                <a:schemeClr val="dk1"/>
              </a:buClr>
              <a:buSzPts val="1300"/>
              <a:buFont typeface="Georgia"/>
              <a:buAutoNum type="alphaLcPeriod"/>
              <a:defRPr sz="1300" b="0" i="0" u="none" strike="noStrike" cap="none">
                <a:solidFill>
                  <a:schemeClr val="dk1"/>
                </a:solidFill>
                <a:latin typeface="Georgia"/>
                <a:ea typeface="Georgia"/>
                <a:cs typeface="Georgia"/>
                <a:sym typeface="Georgia"/>
              </a:defRPr>
            </a:lvl7pPr>
            <a:lvl8pPr marL="4876678" marR="0" lvl="7" indent="-414856" algn="l" rtl="0">
              <a:lnSpc>
                <a:spcPct val="100000"/>
              </a:lnSpc>
              <a:spcBef>
                <a:spcPts val="500"/>
              </a:spcBef>
              <a:spcAft>
                <a:spcPts val="0"/>
              </a:spcAft>
              <a:buClr>
                <a:schemeClr val="dk1"/>
              </a:buClr>
              <a:buSzPts val="1300"/>
              <a:buFont typeface="Georgia"/>
              <a:buAutoNum type="romanLcPeriod"/>
              <a:defRPr sz="1300" b="0" i="0" u="none" strike="noStrike" cap="none">
                <a:solidFill>
                  <a:schemeClr val="dk1"/>
                </a:solidFill>
                <a:latin typeface="Georgia"/>
                <a:ea typeface="Georgia"/>
                <a:cs typeface="Georgia"/>
                <a:sym typeface="Georgia"/>
              </a:defRPr>
            </a:lvl8pPr>
            <a:lvl9pPr marL="5486263" marR="0" lvl="8" indent="-304792" algn="l" rtl="0">
              <a:lnSpc>
                <a:spcPct val="100000"/>
              </a:lnSpc>
              <a:spcBef>
                <a:spcPts val="500"/>
              </a:spcBef>
              <a:spcAft>
                <a:spcPts val="500"/>
              </a:spcAft>
              <a:buClr>
                <a:schemeClr val="dk2"/>
              </a:buClr>
              <a:buSzPts val="1300"/>
              <a:buFont typeface="Arial"/>
              <a:buNone/>
              <a:defRPr sz="1300" b="1" i="0" u="none" strike="noStrike" cap="none">
                <a:solidFill>
                  <a:schemeClr val="dk2"/>
                </a:solidFill>
                <a:latin typeface="Georgia"/>
                <a:ea typeface="Georgia"/>
                <a:cs typeface="Georgia"/>
                <a:sym typeface="Georgia"/>
              </a:defRPr>
            </a:lvl9pPr>
          </a:lstStyle>
          <a:p>
            <a:endParaRPr/>
          </a:p>
        </p:txBody>
      </p:sp>
      <p:sp>
        <p:nvSpPr>
          <p:cNvPr id="924" name="Google Shape;924;p103"/>
          <p:cNvSpPr txBox="1">
            <a:spLocks noGrp="1"/>
          </p:cNvSpPr>
          <p:nvPr>
            <p:ph type="sldNum" idx="12"/>
          </p:nvPr>
        </p:nvSpPr>
        <p:spPr>
          <a:xfrm>
            <a:off x="11409045" y="6333135"/>
            <a:ext cx="731600" cy="524800"/>
          </a:xfrm>
          <a:prstGeom prst="rect">
            <a:avLst/>
          </a:prstGeom>
        </p:spPr>
        <p:txBody>
          <a:bodyPr spcFirstLastPara="1" wrap="square" lIns="0" tIns="0" rIns="0" bIns="0" anchor="t" anchorCtr="0">
            <a:noAutofit/>
          </a:bodyPr>
          <a:lstStyle>
            <a:lvl1pPr lvl="0" rtl="0">
              <a:buNone/>
              <a:defRPr sz="1733"/>
            </a:lvl1pPr>
            <a:lvl2pPr lvl="1" rtl="0">
              <a:buNone/>
              <a:defRPr sz="1733"/>
            </a:lvl2pPr>
            <a:lvl3pPr lvl="2" rtl="0">
              <a:buNone/>
              <a:defRPr sz="1733"/>
            </a:lvl3pPr>
            <a:lvl4pPr lvl="3" rtl="0">
              <a:buNone/>
              <a:defRPr sz="1733"/>
            </a:lvl4pPr>
            <a:lvl5pPr lvl="4" rtl="0">
              <a:buNone/>
              <a:defRPr sz="1733"/>
            </a:lvl5pPr>
            <a:lvl6pPr lvl="5" rtl="0">
              <a:buNone/>
              <a:defRPr sz="1733"/>
            </a:lvl6pPr>
            <a:lvl7pPr lvl="6" rtl="0">
              <a:buNone/>
              <a:defRPr sz="1733"/>
            </a:lvl7pPr>
            <a:lvl8pPr lvl="7" rtl="0">
              <a:buNone/>
              <a:defRPr sz="1733"/>
            </a:lvl8pPr>
            <a:lvl9pPr lvl="8" rtl="0">
              <a:buNone/>
              <a:defRPr sz="1733"/>
            </a:lvl9pPr>
          </a:lstStyle>
          <a:p>
            <a:fld id="{00000000-1234-1234-1234-123412341234}" type="slidenum">
              <a:rPr lang="en" smtClean="0"/>
              <a:pPr/>
              <a:t>‹#›</a:t>
            </a:fld>
            <a:endParaRPr lang="en"/>
          </a:p>
        </p:txBody>
      </p:sp>
    </p:spTree>
    <p:extLst>
      <p:ext uri="{BB962C8B-B14F-4D97-AF65-F5344CB8AC3E}">
        <p14:creationId xmlns:p14="http://schemas.microsoft.com/office/powerpoint/2010/main" val="42607699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Content: Three column">
  <p:cSld name="Content: Three column">
    <p:spTree>
      <p:nvGrpSpPr>
        <p:cNvPr id="1" name="Shape 5098"/>
        <p:cNvGrpSpPr/>
        <p:nvPr/>
      </p:nvGrpSpPr>
      <p:grpSpPr>
        <a:xfrm>
          <a:off x="0" y="0"/>
          <a:ext cx="0" cy="0"/>
          <a:chOff x="0" y="0"/>
          <a:chExt cx="0" cy="0"/>
        </a:xfrm>
      </p:grpSpPr>
      <p:sp>
        <p:nvSpPr>
          <p:cNvPr id="5099" name="Google Shape;5099;p695"/>
          <p:cNvSpPr txBox="1">
            <a:spLocks noGrp="1"/>
          </p:cNvSpPr>
          <p:nvPr>
            <p:ph type="title"/>
          </p:nvPr>
        </p:nvSpPr>
        <p:spPr>
          <a:xfrm>
            <a:off x="534849" y="457200"/>
            <a:ext cx="10769600" cy="914400"/>
          </a:xfrm>
          <a:prstGeom prst="rect">
            <a:avLst/>
          </a:prstGeom>
          <a:noFill/>
          <a:ln>
            <a:noFill/>
          </a:ln>
        </p:spPr>
        <p:txBody>
          <a:bodyPr spcFirstLastPara="1" wrap="square" lIns="68550" tIns="68550" rIns="68550" bIns="68550" anchor="t" anchorCtr="0">
            <a:noAutofit/>
          </a:bodyPr>
          <a:lstStyle>
            <a:lvl1pPr marR="0" lvl="0" algn="l" rtl="0">
              <a:lnSpc>
                <a:spcPct val="100000"/>
              </a:lnSpc>
              <a:spcBef>
                <a:spcPts val="0"/>
              </a:spcBef>
              <a:spcAft>
                <a:spcPts val="0"/>
              </a:spcAft>
              <a:buClr>
                <a:srgbClr val="666666"/>
              </a:buClr>
              <a:buSzPts val="2700"/>
              <a:buFont typeface="Georgia"/>
              <a:buNone/>
              <a:defRPr sz="3600" b="0" i="0" u="none" strike="noStrike" cap="none">
                <a:solidFill>
                  <a:srgbClr val="666666"/>
                </a:solidFill>
                <a:latin typeface="Georgia"/>
                <a:ea typeface="Georgia"/>
                <a:cs typeface="Georgia"/>
                <a:sym typeface="Georgia"/>
              </a:defRPr>
            </a:lvl1pPr>
            <a:lvl2pPr lvl="1" rtl="0">
              <a:spcBef>
                <a:spcPts val="0"/>
              </a:spcBef>
              <a:spcAft>
                <a:spcPts val="0"/>
              </a:spcAft>
              <a:buSzPts val="1000"/>
              <a:buFont typeface="Arial"/>
              <a:buNone/>
              <a:defRPr sz="1733"/>
            </a:lvl2pPr>
            <a:lvl3pPr lvl="2" rtl="0">
              <a:spcBef>
                <a:spcPts val="0"/>
              </a:spcBef>
              <a:spcAft>
                <a:spcPts val="0"/>
              </a:spcAft>
              <a:buSzPts val="1000"/>
              <a:buFont typeface="Arial"/>
              <a:buNone/>
              <a:defRPr sz="1733"/>
            </a:lvl3pPr>
            <a:lvl4pPr lvl="3" rtl="0">
              <a:spcBef>
                <a:spcPts val="0"/>
              </a:spcBef>
              <a:spcAft>
                <a:spcPts val="0"/>
              </a:spcAft>
              <a:buSzPts val="1000"/>
              <a:buFont typeface="Arial"/>
              <a:buNone/>
              <a:defRPr sz="1733"/>
            </a:lvl4pPr>
            <a:lvl5pPr lvl="4" rtl="0">
              <a:spcBef>
                <a:spcPts val="0"/>
              </a:spcBef>
              <a:spcAft>
                <a:spcPts val="0"/>
              </a:spcAft>
              <a:buSzPts val="1000"/>
              <a:buFont typeface="Arial"/>
              <a:buNone/>
              <a:defRPr sz="1733"/>
            </a:lvl5pPr>
            <a:lvl6pPr lvl="5" rtl="0">
              <a:spcBef>
                <a:spcPts val="0"/>
              </a:spcBef>
              <a:spcAft>
                <a:spcPts val="0"/>
              </a:spcAft>
              <a:buSzPts val="1000"/>
              <a:buFont typeface="Arial"/>
              <a:buNone/>
              <a:defRPr sz="1733"/>
            </a:lvl6pPr>
            <a:lvl7pPr lvl="6" rtl="0">
              <a:spcBef>
                <a:spcPts val="0"/>
              </a:spcBef>
              <a:spcAft>
                <a:spcPts val="0"/>
              </a:spcAft>
              <a:buSzPts val="1000"/>
              <a:buFont typeface="Arial"/>
              <a:buNone/>
              <a:defRPr sz="1733"/>
            </a:lvl7pPr>
            <a:lvl8pPr lvl="7" rtl="0">
              <a:spcBef>
                <a:spcPts val="0"/>
              </a:spcBef>
              <a:spcAft>
                <a:spcPts val="0"/>
              </a:spcAft>
              <a:buSzPts val="1000"/>
              <a:buFont typeface="Arial"/>
              <a:buNone/>
              <a:defRPr sz="1733"/>
            </a:lvl8pPr>
            <a:lvl9pPr lvl="8" rtl="0">
              <a:spcBef>
                <a:spcPts val="0"/>
              </a:spcBef>
              <a:spcAft>
                <a:spcPts val="0"/>
              </a:spcAft>
              <a:buSzPts val="1000"/>
              <a:buFont typeface="Arial"/>
              <a:buNone/>
              <a:defRPr sz="1733"/>
            </a:lvl9pPr>
          </a:lstStyle>
          <a:p>
            <a:endParaRPr/>
          </a:p>
        </p:txBody>
      </p:sp>
      <p:sp>
        <p:nvSpPr>
          <p:cNvPr id="5100" name="Google Shape;5100;p695"/>
          <p:cNvSpPr txBox="1">
            <a:spLocks noGrp="1"/>
          </p:cNvSpPr>
          <p:nvPr>
            <p:ph type="sldNum" idx="12"/>
          </p:nvPr>
        </p:nvSpPr>
        <p:spPr>
          <a:xfrm>
            <a:off x="9544803" y="6438900"/>
            <a:ext cx="2036000" cy="1524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1pPr>
            <a:lvl2pPr marL="0" marR="0" lvl="1"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2pPr>
            <a:lvl3pPr marL="0" marR="0" lvl="2"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3pPr>
            <a:lvl4pPr marL="0" marR="0" lvl="3"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4pPr>
            <a:lvl5pPr marL="0" marR="0" lvl="4"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5pPr>
            <a:lvl6pPr marL="0" marR="0" lvl="5"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6pPr>
            <a:lvl7pPr marL="0" marR="0" lvl="6"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7pPr>
            <a:lvl8pPr marL="0" marR="0" lvl="7"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8pPr>
            <a:lvl9pPr marL="0" marR="0" lvl="8" indent="0" algn="r" rtl="0">
              <a:lnSpc>
                <a:spcPct val="100000"/>
              </a:lnSpc>
              <a:spcBef>
                <a:spcPts val="0"/>
              </a:spcBef>
              <a:spcAft>
                <a:spcPts val="0"/>
              </a:spcAft>
              <a:buClr>
                <a:srgbClr val="7F7F7F"/>
              </a:buClr>
              <a:buSzPts val="700"/>
              <a:buFont typeface="Arial"/>
              <a:buNone/>
              <a:defRPr sz="933" b="0" i="0" u="none" strike="noStrike" cap="none">
                <a:solidFill>
                  <a:srgbClr val="7F7F7F"/>
                </a:solidFill>
                <a:latin typeface="Arial"/>
                <a:ea typeface="Arial"/>
                <a:cs typeface="Arial"/>
                <a:sym typeface="Arial"/>
              </a:defRPr>
            </a:lvl9pPr>
          </a:lstStyle>
          <a:p>
            <a:fld id="{00000000-1234-1234-1234-123412341234}" type="slidenum">
              <a:rPr lang="en" smtClean="0"/>
              <a:pPr/>
              <a:t>‹#›</a:t>
            </a:fld>
            <a:endParaRPr lang="en"/>
          </a:p>
        </p:txBody>
      </p:sp>
      <p:sp>
        <p:nvSpPr>
          <p:cNvPr id="5101" name="Google Shape;5101;p695"/>
          <p:cNvSpPr txBox="1"/>
          <p:nvPr/>
        </p:nvSpPr>
        <p:spPr>
          <a:xfrm>
            <a:off x="534849" y="6438900"/>
            <a:ext cx="34544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700"/>
              <a:buFont typeface="Arial"/>
              <a:buNone/>
            </a:pPr>
            <a:r>
              <a:rPr lang="en" sz="933" b="0" i="0" u="none" strike="noStrike" cap="none">
                <a:solidFill>
                  <a:srgbClr val="666666"/>
                </a:solidFill>
                <a:latin typeface="Arial"/>
                <a:ea typeface="Arial"/>
                <a:cs typeface="Arial"/>
                <a:sym typeface="Arial"/>
              </a:rPr>
              <a:t>PwC</a:t>
            </a:r>
            <a:endParaRPr sz="933" b="0" i="0" u="none" strike="noStrike" cap="none">
              <a:solidFill>
                <a:srgbClr val="666666"/>
              </a:solidFill>
              <a:latin typeface="Arial"/>
              <a:ea typeface="Arial"/>
              <a:cs typeface="Arial"/>
              <a:sym typeface="Arial"/>
            </a:endParaRPr>
          </a:p>
        </p:txBody>
      </p:sp>
      <p:sp>
        <p:nvSpPr>
          <p:cNvPr id="5102" name="Google Shape;5102;p695"/>
          <p:cNvSpPr txBox="1">
            <a:spLocks noGrp="1"/>
          </p:cNvSpPr>
          <p:nvPr>
            <p:ph type="body" idx="1"/>
          </p:nvPr>
        </p:nvSpPr>
        <p:spPr>
          <a:xfrm>
            <a:off x="534849" y="1600200"/>
            <a:ext cx="3246400" cy="3302000"/>
          </a:xfrm>
          <a:prstGeom prst="rect">
            <a:avLst/>
          </a:prstGeom>
          <a:noFill/>
          <a:ln>
            <a:noFill/>
          </a:ln>
        </p:spPr>
        <p:txBody>
          <a:bodyPr spcFirstLastPara="1" wrap="square" lIns="68550" tIns="68550" rIns="68550" bIns="68550" anchor="t" anchorCtr="0">
            <a:noAutofit/>
          </a:bodyPr>
          <a:lstStyle>
            <a:lvl1pPr marL="609585" marR="0" lvl="0" indent="-304792" algn="l" rtl="0">
              <a:lnSpc>
                <a:spcPct val="100000"/>
              </a:lnSpc>
              <a:spcBef>
                <a:spcPts val="0"/>
              </a:spcBef>
              <a:spcAft>
                <a:spcPts val="0"/>
              </a:spcAft>
              <a:buClr>
                <a:srgbClr val="666666"/>
              </a:buClr>
              <a:buSzPts val="1800"/>
              <a:buFont typeface="Georgia"/>
              <a:buNone/>
              <a:defRPr sz="2000" b="0" i="0" u="none" strike="noStrike" cap="none">
                <a:solidFill>
                  <a:srgbClr val="666666"/>
                </a:solidFill>
                <a:latin typeface="Georgia"/>
                <a:ea typeface="Georgia"/>
                <a:cs typeface="Georgia"/>
                <a:sym typeface="Georgia"/>
              </a:defRPr>
            </a:lvl1pPr>
            <a:lvl2pPr marL="1219170" marR="0" lvl="1"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2pPr>
            <a:lvl3pPr marL="1828754" marR="0" lvl="2"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3pPr>
            <a:lvl4pPr marL="2438339" marR="0" lvl="3"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4pPr>
            <a:lvl5pPr marL="3047924" marR="0" lvl="4"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5pPr>
            <a:lvl6pPr marL="3657509" marR="0" lvl="5" indent="-457189" algn="l" rtl="0">
              <a:lnSpc>
                <a:spcPct val="100000"/>
              </a:lnSpc>
              <a:spcBef>
                <a:spcPts val="933"/>
              </a:spcBef>
              <a:spcAft>
                <a:spcPts val="0"/>
              </a:spcAft>
              <a:buClr>
                <a:srgbClr val="666666"/>
              </a:buClr>
              <a:buSzPts val="1800"/>
              <a:buFont typeface="Georgia"/>
              <a:buAutoNum type="arabicPeriod"/>
              <a:defRPr sz="2400" b="0" i="0" u="none" strike="noStrike" cap="none">
                <a:solidFill>
                  <a:srgbClr val="666666"/>
                </a:solidFill>
                <a:latin typeface="Georgia"/>
                <a:ea typeface="Georgia"/>
                <a:cs typeface="Georgia"/>
                <a:sym typeface="Georgia"/>
              </a:defRPr>
            </a:lvl6pPr>
            <a:lvl7pPr marL="4267093" marR="0" lvl="6" indent="-457189" algn="l" rtl="0">
              <a:lnSpc>
                <a:spcPct val="100000"/>
              </a:lnSpc>
              <a:spcBef>
                <a:spcPts val="933"/>
              </a:spcBef>
              <a:spcAft>
                <a:spcPts val="0"/>
              </a:spcAft>
              <a:buClr>
                <a:srgbClr val="666666"/>
              </a:buClr>
              <a:buSzPts val="1800"/>
              <a:buFont typeface="Georgia"/>
              <a:buAutoNum type="alphaLcPeriod"/>
              <a:defRPr sz="2400" b="0" i="0" u="none" strike="noStrike" cap="none">
                <a:solidFill>
                  <a:srgbClr val="666666"/>
                </a:solidFill>
                <a:latin typeface="Georgia"/>
                <a:ea typeface="Georgia"/>
                <a:cs typeface="Georgia"/>
                <a:sym typeface="Georgia"/>
              </a:defRPr>
            </a:lvl7pPr>
            <a:lvl8pPr marL="4876678" marR="0" lvl="7" indent="-457189" algn="l" rtl="0">
              <a:lnSpc>
                <a:spcPct val="100000"/>
              </a:lnSpc>
              <a:spcBef>
                <a:spcPts val="933"/>
              </a:spcBef>
              <a:spcAft>
                <a:spcPts val="0"/>
              </a:spcAft>
              <a:buClr>
                <a:srgbClr val="666666"/>
              </a:buClr>
              <a:buSzPts val="1800"/>
              <a:buFont typeface="Georgia"/>
              <a:buAutoNum type="romanLcPeriod"/>
              <a:defRPr sz="2400" b="0" i="0" u="none" strike="noStrike" cap="none">
                <a:solidFill>
                  <a:srgbClr val="666666"/>
                </a:solidFill>
                <a:latin typeface="Georgia"/>
                <a:ea typeface="Georgia"/>
                <a:cs typeface="Georgia"/>
                <a:sym typeface="Georgia"/>
              </a:defRPr>
            </a:lvl8pPr>
            <a:lvl9pPr marL="5486263" marR="0" lvl="8" indent="-304792" algn="l" rtl="0">
              <a:lnSpc>
                <a:spcPct val="100000"/>
              </a:lnSpc>
              <a:spcBef>
                <a:spcPts val="933"/>
              </a:spcBef>
              <a:spcAft>
                <a:spcPts val="933"/>
              </a:spcAft>
              <a:buClr>
                <a:srgbClr val="666666"/>
              </a:buClr>
              <a:buSzPts val="1800"/>
              <a:buFont typeface="Arial"/>
              <a:buNone/>
              <a:defRPr sz="2400" b="1" i="0" u="none" strike="noStrike" cap="none">
                <a:solidFill>
                  <a:srgbClr val="666666"/>
                </a:solidFill>
                <a:latin typeface="Georgia"/>
                <a:ea typeface="Georgia"/>
                <a:cs typeface="Georgia"/>
                <a:sym typeface="Georgia"/>
              </a:defRPr>
            </a:lvl9pPr>
          </a:lstStyle>
          <a:p>
            <a:endParaRPr/>
          </a:p>
        </p:txBody>
      </p:sp>
      <p:sp>
        <p:nvSpPr>
          <p:cNvPr id="5103" name="Google Shape;5103;p695"/>
          <p:cNvSpPr txBox="1">
            <a:spLocks noGrp="1"/>
          </p:cNvSpPr>
          <p:nvPr>
            <p:ph type="body" idx="2"/>
          </p:nvPr>
        </p:nvSpPr>
        <p:spPr>
          <a:xfrm>
            <a:off x="4434683" y="1600200"/>
            <a:ext cx="3246400" cy="3302000"/>
          </a:xfrm>
          <a:prstGeom prst="rect">
            <a:avLst/>
          </a:prstGeom>
          <a:noFill/>
          <a:ln>
            <a:noFill/>
          </a:ln>
        </p:spPr>
        <p:txBody>
          <a:bodyPr spcFirstLastPara="1" wrap="square" lIns="68550" tIns="68550" rIns="68550" bIns="68550" anchor="t" anchorCtr="0">
            <a:noAutofit/>
          </a:bodyPr>
          <a:lstStyle>
            <a:lvl1pPr marL="609585" marR="0" lvl="0" indent="-304792" algn="l" rtl="0">
              <a:lnSpc>
                <a:spcPct val="100000"/>
              </a:lnSpc>
              <a:spcBef>
                <a:spcPts val="0"/>
              </a:spcBef>
              <a:spcAft>
                <a:spcPts val="0"/>
              </a:spcAft>
              <a:buClr>
                <a:srgbClr val="666666"/>
              </a:buClr>
              <a:buSzPts val="1800"/>
              <a:buFont typeface="Georgia"/>
              <a:buNone/>
              <a:defRPr sz="2000" b="0" i="0" u="none" strike="noStrike" cap="none">
                <a:solidFill>
                  <a:srgbClr val="666666"/>
                </a:solidFill>
                <a:latin typeface="Georgia"/>
                <a:ea typeface="Georgia"/>
                <a:cs typeface="Georgia"/>
                <a:sym typeface="Georgia"/>
              </a:defRPr>
            </a:lvl1pPr>
            <a:lvl2pPr marL="1219170" marR="0" lvl="1"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2pPr>
            <a:lvl3pPr marL="1828754" marR="0" lvl="2"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3pPr>
            <a:lvl4pPr marL="2438339" marR="0" lvl="3"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4pPr>
            <a:lvl5pPr marL="3047924" marR="0" lvl="4"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5pPr>
            <a:lvl6pPr marL="3657509" marR="0" lvl="5" indent="-457189" algn="l" rtl="0">
              <a:lnSpc>
                <a:spcPct val="100000"/>
              </a:lnSpc>
              <a:spcBef>
                <a:spcPts val="933"/>
              </a:spcBef>
              <a:spcAft>
                <a:spcPts val="0"/>
              </a:spcAft>
              <a:buClr>
                <a:srgbClr val="666666"/>
              </a:buClr>
              <a:buSzPts val="1800"/>
              <a:buFont typeface="Georgia"/>
              <a:buAutoNum type="arabicPeriod"/>
              <a:defRPr sz="2400" b="0" i="0" u="none" strike="noStrike" cap="none">
                <a:solidFill>
                  <a:srgbClr val="666666"/>
                </a:solidFill>
                <a:latin typeface="Georgia"/>
                <a:ea typeface="Georgia"/>
                <a:cs typeface="Georgia"/>
                <a:sym typeface="Georgia"/>
              </a:defRPr>
            </a:lvl6pPr>
            <a:lvl7pPr marL="4267093" marR="0" lvl="6" indent="-457189" algn="l" rtl="0">
              <a:lnSpc>
                <a:spcPct val="100000"/>
              </a:lnSpc>
              <a:spcBef>
                <a:spcPts val="933"/>
              </a:spcBef>
              <a:spcAft>
                <a:spcPts val="0"/>
              </a:spcAft>
              <a:buClr>
                <a:srgbClr val="666666"/>
              </a:buClr>
              <a:buSzPts val="1800"/>
              <a:buFont typeface="Georgia"/>
              <a:buAutoNum type="alphaLcPeriod"/>
              <a:defRPr sz="2400" b="0" i="0" u="none" strike="noStrike" cap="none">
                <a:solidFill>
                  <a:srgbClr val="666666"/>
                </a:solidFill>
                <a:latin typeface="Georgia"/>
                <a:ea typeface="Georgia"/>
                <a:cs typeface="Georgia"/>
                <a:sym typeface="Georgia"/>
              </a:defRPr>
            </a:lvl7pPr>
            <a:lvl8pPr marL="4876678" marR="0" lvl="7" indent="-457189" algn="l" rtl="0">
              <a:lnSpc>
                <a:spcPct val="100000"/>
              </a:lnSpc>
              <a:spcBef>
                <a:spcPts val="933"/>
              </a:spcBef>
              <a:spcAft>
                <a:spcPts val="0"/>
              </a:spcAft>
              <a:buClr>
                <a:srgbClr val="666666"/>
              </a:buClr>
              <a:buSzPts val="1800"/>
              <a:buFont typeface="Georgia"/>
              <a:buAutoNum type="romanLcPeriod"/>
              <a:defRPr sz="2400" b="0" i="0" u="none" strike="noStrike" cap="none">
                <a:solidFill>
                  <a:srgbClr val="666666"/>
                </a:solidFill>
                <a:latin typeface="Georgia"/>
                <a:ea typeface="Georgia"/>
                <a:cs typeface="Georgia"/>
                <a:sym typeface="Georgia"/>
              </a:defRPr>
            </a:lvl8pPr>
            <a:lvl9pPr marL="5486263" marR="0" lvl="8" indent="-304792" algn="l" rtl="0">
              <a:lnSpc>
                <a:spcPct val="100000"/>
              </a:lnSpc>
              <a:spcBef>
                <a:spcPts val="933"/>
              </a:spcBef>
              <a:spcAft>
                <a:spcPts val="933"/>
              </a:spcAft>
              <a:buClr>
                <a:srgbClr val="666666"/>
              </a:buClr>
              <a:buSzPts val="1800"/>
              <a:buFont typeface="Arial"/>
              <a:buNone/>
              <a:defRPr sz="2400" b="1" i="0" u="none" strike="noStrike" cap="none">
                <a:solidFill>
                  <a:srgbClr val="666666"/>
                </a:solidFill>
                <a:latin typeface="Georgia"/>
                <a:ea typeface="Georgia"/>
                <a:cs typeface="Georgia"/>
                <a:sym typeface="Georgia"/>
              </a:defRPr>
            </a:lvl9pPr>
          </a:lstStyle>
          <a:p>
            <a:endParaRPr/>
          </a:p>
        </p:txBody>
      </p:sp>
      <p:sp>
        <p:nvSpPr>
          <p:cNvPr id="5104" name="Google Shape;5104;p695"/>
          <p:cNvSpPr txBox="1">
            <a:spLocks noGrp="1"/>
          </p:cNvSpPr>
          <p:nvPr>
            <p:ph type="body" idx="3"/>
          </p:nvPr>
        </p:nvSpPr>
        <p:spPr>
          <a:xfrm>
            <a:off x="8334515" y="1600200"/>
            <a:ext cx="3246400" cy="3302000"/>
          </a:xfrm>
          <a:prstGeom prst="rect">
            <a:avLst/>
          </a:prstGeom>
          <a:noFill/>
          <a:ln>
            <a:noFill/>
          </a:ln>
        </p:spPr>
        <p:txBody>
          <a:bodyPr spcFirstLastPara="1" wrap="square" lIns="68550" tIns="68550" rIns="68550" bIns="68550" anchor="t" anchorCtr="0">
            <a:noAutofit/>
          </a:bodyPr>
          <a:lstStyle>
            <a:lvl1pPr marL="609585" marR="0" lvl="0" indent="-304792" algn="l" rtl="0">
              <a:lnSpc>
                <a:spcPct val="100000"/>
              </a:lnSpc>
              <a:spcBef>
                <a:spcPts val="0"/>
              </a:spcBef>
              <a:spcAft>
                <a:spcPts val="0"/>
              </a:spcAft>
              <a:buClr>
                <a:srgbClr val="666666"/>
              </a:buClr>
              <a:buSzPts val="1800"/>
              <a:buFont typeface="Georgia"/>
              <a:buNone/>
              <a:defRPr sz="2000" b="0" i="0" u="none" strike="noStrike" cap="none">
                <a:solidFill>
                  <a:srgbClr val="666666"/>
                </a:solidFill>
                <a:latin typeface="Georgia"/>
                <a:ea typeface="Georgia"/>
                <a:cs typeface="Georgia"/>
                <a:sym typeface="Georgia"/>
              </a:defRPr>
            </a:lvl1pPr>
            <a:lvl2pPr marL="1219170" marR="0" lvl="1"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2pPr>
            <a:lvl3pPr marL="1828754" marR="0" lvl="2" indent="-457189" algn="l" rtl="0">
              <a:lnSpc>
                <a:spcPct val="100000"/>
              </a:lnSpc>
              <a:spcBef>
                <a:spcPts val="933"/>
              </a:spcBef>
              <a:spcAft>
                <a:spcPts val="0"/>
              </a:spcAft>
              <a:buClr>
                <a:srgbClr val="666666"/>
              </a:buClr>
              <a:buSzPts val="1800"/>
              <a:buFont typeface="Georgia"/>
              <a:buChar char="-"/>
              <a:defRPr sz="2000" b="0" i="0" u="none" strike="noStrike" cap="none">
                <a:solidFill>
                  <a:srgbClr val="666666"/>
                </a:solidFill>
                <a:latin typeface="Georgia"/>
                <a:ea typeface="Georgia"/>
                <a:cs typeface="Georgia"/>
                <a:sym typeface="Georgia"/>
              </a:defRPr>
            </a:lvl3pPr>
            <a:lvl4pPr marL="2438339" marR="0" lvl="3"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4pPr>
            <a:lvl5pPr marL="3047924" marR="0" lvl="4" indent="-457189" algn="l" rtl="0">
              <a:lnSpc>
                <a:spcPct val="100000"/>
              </a:lnSpc>
              <a:spcBef>
                <a:spcPts val="933"/>
              </a:spcBef>
              <a:spcAft>
                <a:spcPts val="0"/>
              </a:spcAft>
              <a:buClr>
                <a:srgbClr val="666666"/>
              </a:buClr>
              <a:buSzPts val="1800"/>
              <a:buFont typeface="Georgia"/>
              <a:buChar char="›"/>
              <a:defRPr sz="2400" b="0" i="0" u="none" strike="noStrike" cap="none">
                <a:solidFill>
                  <a:srgbClr val="666666"/>
                </a:solidFill>
                <a:latin typeface="Georgia"/>
                <a:ea typeface="Georgia"/>
                <a:cs typeface="Georgia"/>
                <a:sym typeface="Georgia"/>
              </a:defRPr>
            </a:lvl5pPr>
            <a:lvl6pPr marL="3657509" marR="0" lvl="5" indent="-457189" algn="l" rtl="0">
              <a:lnSpc>
                <a:spcPct val="100000"/>
              </a:lnSpc>
              <a:spcBef>
                <a:spcPts val="933"/>
              </a:spcBef>
              <a:spcAft>
                <a:spcPts val="0"/>
              </a:spcAft>
              <a:buClr>
                <a:srgbClr val="666666"/>
              </a:buClr>
              <a:buSzPts val="1800"/>
              <a:buFont typeface="Georgia"/>
              <a:buAutoNum type="arabicPeriod"/>
              <a:defRPr sz="2400" b="0" i="0" u="none" strike="noStrike" cap="none">
                <a:solidFill>
                  <a:srgbClr val="666666"/>
                </a:solidFill>
                <a:latin typeface="Georgia"/>
                <a:ea typeface="Georgia"/>
                <a:cs typeface="Georgia"/>
                <a:sym typeface="Georgia"/>
              </a:defRPr>
            </a:lvl6pPr>
            <a:lvl7pPr marL="4267093" marR="0" lvl="6" indent="-457189" algn="l" rtl="0">
              <a:lnSpc>
                <a:spcPct val="100000"/>
              </a:lnSpc>
              <a:spcBef>
                <a:spcPts val="933"/>
              </a:spcBef>
              <a:spcAft>
                <a:spcPts val="0"/>
              </a:spcAft>
              <a:buClr>
                <a:srgbClr val="666666"/>
              </a:buClr>
              <a:buSzPts val="1800"/>
              <a:buFont typeface="Georgia"/>
              <a:buAutoNum type="alphaLcPeriod"/>
              <a:defRPr sz="2400" b="0" i="0" u="none" strike="noStrike" cap="none">
                <a:solidFill>
                  <a:srgbClr val="666666"/>
                </a:solidFill>
                <a:latin typeface="Georgia"/>
                <a:ea typeface="Georgia"/>
                <a:cs typeface="Georgia"/>
                <a:sym typeface="Georgia"/>
              </a:defRPr>
            </a:lvl7pPr>
            <a:lvl8pPr marL="4876678" marR="0" lvl="7" indent="-457189" algn="l" rtl="0">
              <a:lnSpc>
                <a:spcPct val="100000"/>
              </a:lnSpc>
              <a:spcBef>
                <a:spcPts val="933"/>
              </a:spcBef>
              <a:spcAft>
                <a:spcPts val="0"/>
              </a:spcAft>
              <a:buClr>
                <a:srgbClr val="666666"/>
              </a:buClr>
              <a:buSzPts val="1800"/>
              <a:buFont typeface="Georgia"/>
              <a:buAutoNum type="romanLcPeriod"/>
              <a:defRPr sz="2400" b="0" i="0" u="none" strike="noStrike" cap="none">
                <a:solidFill>
                  <a:srgbClr val="666666"/>
                </a:solidFill>
                <a:latin typeface="Georgia"/>
                <a:ea typeface="Georgia"/>
                <a:cs typeface="Georgia"/>
                <a:sym typeface="Georgia"/>
              </a:defRPr>
            </a:lvl8pPr>
            <a:lvl9pPr marL="5486263" marR="0" lvl="8" indent="-304792" algn="l" rtl="0">
              <a:lnSpc>
                <a:spcPct val="100000"/>
              </a:lnSpc>
              <a:spcBef>
                <a:spcPts val="933"/>
              </a:spcBef>
              <a:spcAft>
                <a:spcPts val="933"/>
              </a:spcAft>
              <a:buClr>
                <a:srgbClr val="666666"/>
              </a:buClr>
              <a:buSzPts val="1800"/>
              <a:buFont typeface="Arial"/>
              <a:buNone/>
              <a:defRPr sz="2400" b="1" i="0" u="none" strike="noStrike" cap="none">
                <a:solidFill>
                  <a:srgbClr val="666666"/>
                </a:solidFill>
                <a:latin typeface="Georgia"/>
                <a:ea typeface="Georgia"/>
                <a:cs typeface="Georgia"/>
                <a:sym typeface="Georgia"/>
              </a:defRPr>
            </a:lvl9pPr>
          </a:lstStyle>
          <a:p>
            <a:endParaRPr/>
          </a:p>
        </p:txBody>
      </p:sp>
    </p:spTree>
    <p:extLst>
      <p:ext uri="{BB962C8B-B14F-4D97-AF65-F5344CB8AC3E}">
        <p14:creationId xmlns:p14="http://schemas.microsoft.com/office/powerpoint/2010/main" val="412351831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1_Main Title &amp; Subtitle RMPP">
  <p:cSld name="1_Main Title &amp; Subtitle RMPP">
    <p:spTree>
      <p:nvGrpSpPr>
        <p:cNvPr id="1" name="Shape 384"/>
        <p:cNvGrpSpPr/>
        <p:nvPr/>
      </p:nvGrpSpPr>
      <p:grpSpPr>
        <a:xfrm>
          <a:off x="0" y="0"/>
          <a:ext cx="0" cy="0"/>
          <a:chOff x="0" y="0"/>
          <a:chExt cx="0" cy="0"/>
        </a:xfrm>
      </p:grpSpPr>
      <p:sp>
        <p:nvSpPr>
          <p:cNvPr id="385" name="Google Shape;385;p68"/>
          <p:cNvSpPr txBox="1">
            <a:spLocks noGrp="1"/>
          </p:cNvSpPr>
          <p:nvPr>
            <p:ph type="body" idx="1"/>
          </p:nvPr>
        </p:nvSpPr>
        <p:spPr>
          <a:xfrm>
            <a:off x="517092" y="974040"/>
            <a:ext cx="11158000" cy="231200"/>
          </a:xfrm>
          <a:prstGeom prst="rect">
            <a:avLst/>
          </a:prstGeom>
          <a:noFill/>
          <a:ln>
            <a:noFill/>
          </a:ln>
        </p:spPr>
        <p:txBody>
          <a:bodyPr spcFirstLastPara="1" wrap="square" lIns="0" tIns="0" rIns="0" bIns="0" anchor="ctr" anchorCtr="0">
            <a:noAutofit/>
          </a:bodyPr>
          <a:lstStyle>
            <a:lvl1pPr marL="609585" marR="0" lvl="0" indent="-304792" algn="l" rtl="0">
              <a:spcBef>
                <a:spcPts val="293"/>
              </a:spcBef>
              <a:spcAft>
                <a:spcPts val="0"/>
              </a:spcAft>
              <a:buClr>
                <a:srgbClr val="7F7F7F"/>
              </a:buClr>
              <a:buSzPts val="1100"/>
              <a:buFont typeface="Arial"/>
              <a:buNone/>
              <a:defRPr sz="1467" b="0" i="0" u="none" strike="noStrike" cap="none">
                <a:solidFill>
                  <a:srgbClr val="7F7F7F"/>
                </a:solidFill>
                <a:latin typeface="Arial"/>
                <a:ea typeface="Arial"/>
                <a:cs typeface="Arial"/>
                <a:sym typeface="Arial"/>
              </a:defRPr>
            </a:lvl1pPr>
            <a:lvl2pPr marL="1219170" marR="0" lvl="1" indent="-304792" algn="l" rtl="0">
              <a:spcBef>
                <a:spcPts val="320"/>
              </a:spcBef>
              <a:spcAft>
                <a:spcPts val="0"/>
              </a:spcAft>
              <a:buClr>
                <a:schemeClr val="dk1"/>
              </a:buClr>
              <a:buSzPts val="1200"/>
              <a:buFont typeface="Arial"/>
              <a:buNone/>
              <a:defRPr sz="1600" b="0" i="0" u="none" strike="noStrike" cap="none">
                <a:solidFill>
                  <a:schemeClr val="dk1"/>
                </a:solidFill>
                <a:latin typeface="Arial"/>
                <a:ea typeface="Arial"/>
                <a:cs typeface="Arial"/>
                <a:sym typeface="Arial"/>
              </a:defRPr>
            </a:lvl2pPr>
            <a:lvl3pPr marL="1828754" marR="0" lvl="2" indent="-304792" algn="l" rtl="0">
              <a:spcBef>
                <a:spcPts val="267"/>
              </a:spcBef>
              <a:spcAft>
                <a:spcPts val="0"/>
              </a:spcAft>
              <a:buClr>
                <a:schemeClr val="dk1"/>
              </a:buClr>
              <a:buSzPts val="1000"/>
              <a:buFont typeface="Arial"/>
              <a:buNone/>
              <a:defRPr sz="1333" b="0" i="0" u="none" strike="noStrike" cap="none">
                <a:solidFill>
                  <a:schemeClr val="dk1"/>
                </a:solidFill>
                <a:latin typeface="Arial"/>
                <a:ea typeface="Arial"/>
                <a:cs typeface="Arial"/>
                <a:sym typeface="Arial"/>
              </a:defRPr>
            </a:lvl3pPr>
            <a:lvl4pPr marL="2438339" marR="0" lvl="3" indent="-304792" algn="l" rtl="0">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4pPr>
            <a:lvl5pPr marL="3047924" marR="0" lvl="4" indent="-304792" algn="l" rtl="0">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5pPr>
            <a:lvl6pPr marL="3657509" marR="0" lvl="5" indent="-304792" algn="l" rtl="0">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6pPr>
            <a:lvl7pPr marL="4267093" marR="0" lvl="6" indent="-304792" algn="l" rtl="0">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7pPr>
            <a:lvl8pPr marL="4876678" marR="0" lvl="7" indent="-304792" algn="l" rtl="0">
              <a:spcBef>
                <a:spcPts val="240"/>
              </a:spcBef>
              <a:spcAft>
                <a:spcPts val="0"/>
              </a:spcAft>
              <a:buClr>
                <a:schemeClr val="dk1"/>
              </a:buClr>
              <a:buSzPts val="900"/>
              <a:buFont typeface="Arial"/>
              <a:buNone/>
              <a:defRPr sz="1200" b="0" i="0" u="none" strike="noStrike" cap="none">
                <a:solidFill>
                  <a:schemeClr val="dk1"/>
                </a:solidFill>
                <a:latin typeface="Arial"/>
                <a:ea typeface="Arial"/>
                <a:cs typeface="Arial"/>
                <a:sym typeface="Arial"/>
              </a:defRPr>
            </a:lvl8pPr>
            <a:lvl9pPr marL="5486263" marR="0" lvl="8" indent="-304792" algn="l" rtl="0">
              <a:spcBef>
                <a:spcPts val="240"/>
              </a:spcBef>
              <a:spcAft>
                <a:spcPts val="667"/>
              </a:spcAft>
              <a:buClr>
                <a:schemeClr val="dk1"/>
              </a:buClr>
              <a:buSzPts val="900"/>
              <a:buFont typeface="Arial"/>
              <a:buNone/>
              <a:defRPr sz="1200" b="0" i="0" u="none" strike="noStrike" cap="none">
                <a:solidFill>
                  <a:schemeClr val="dk1"/>
                </a:solidFill>
                <a:latin typeface="Arial"/>
                <a:ea typeface="Arial"/>
                <a:cs typeface="Arial"/>
                <a:sym typeface="Arial"/>
              </a:defRPr>
            </a:lvl9pPr>
          </a:lstStyle>
          <a:p>
            <a:endParaRPr/>
          </a:p>
        </p:txBody>
      </p:sp>
      <p:sp>
        <p:nvSpPr>
          <p:cNvPr id="386" name="Google Shape;386;p68"/>
          <p:cNvSpPr txBox="1">
            <a:spLocks noGrp="1"/>
          </p:cNvSpPr>
          <p:nvPr>
            <p:ph type="title"/>
          </p:nvPr>
        </p:nvSpPr>
        <p:spPr>
          <a:xfrm>
            <a:off x="517092" y="376815"/>
            <a:ext cx="11158000" cy="5460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Clr>
                <a:srgbClr val="5B5B5B"/>
              </a:buClr>
              <a:buSzPts val="2600"/>
              <a:buFont typeface="Arial"/>
              <a:buNone/>
              <a:defRPr sz="3467" b="0" i="0" u="none" strike="noStrike" cap="none">
                <a:solidFill>
                  <a:srgbClr val="5B5B5B"/>
                </a:solidFill>
                <a:latin typeface="Arial"/>
                <a:ea typeface="Arial"/>
                <a:cs typeface="Arial"/>
                <a:sym typeface="Arial"/>
              </a:defRPr>
            </a:lvl1pPr>
            <a:lvl2pPr lvl="1" rtl="0">
              <a:spcBef>
                <a:spcPts val="0"/>
              </a:spcBef>
              <a:spcAft>
                <a:spcPts val="0"/>
              </a:spcAft>
              <a:buSzPts val="1100"/>
              <a:buNone/>
              <a:defRPr sz="2400"/>
            </a:lvl2pPr>
            <a:lvl3pPr lvl="2" rtl="0">
              <a:spcBef>
                <a:spcPts val="0"/>
              </a:spcBef>
              <a:spcAft>
                <a:spcPts val="0"/>
              </a:spcAft>
              <a:buSzPts val="1100"/>
              <a:buNone/>
              <a:defRPr sz="2400"/>
            </a:lvl3pPr>
            <a:lvl4pPr lvl="3" rtl="0">
              <a:spcBef>
                <a:spcPts val="0"/>
              </a:spcBef>
              <a:spcAft>
                <a:spcPts val="0"/>
              </a:spcAft>
              <a:buSzPts val="1100"/>
              <a:buNone/>
              <a:defRPr sz="2400"/>
            </a:lvl4pPr>
            <a:lvl5pPr lvl="4" rtl="0">
              <a:spcBef>
                <a:spcPts val="0"/>
              </a:spcBef>
              <a:spcAft>
                <a:spcPts val="0"/>
              </a:spcAft>
              <a:buSzPts val="1100"/>
              <a:buNone/>
              <a:defRPr sz="2400"/>
            </a:lvl5pPr>
            <a:lvl6pPr lvl="5" rtl="0">
              <a:spcBef>
                <a:spcPts val="0"/>
              </a:spcBef>
              <a:spcAft>
                <a:spcPts val="0"/>
              </a:spcAft>
              <a:buSzPts val="1100"/>
              <a:buNone/>
              <a:defRPr sz="2400"/>
            </a:lvl6pPr>
            <a:lvl7pPr lvl="6" rtl="0">
              <a:spcBef>
                <a:spcPts val="0"/>
              </a:spcBef>
              <a:spcAft>
                <a:spcPts val="0"/>
              </a:spcAft>
              <a:buSzPts val="1100"/>
              <a:buNone/>
              <a:defRPr sz="2400"/>
            </a:lvl7pPr>
            <a:lvl8pPr lvl="7" rtl="0">
              <a:spcBef>
                <a:spcPts val="0"/>
              </a:spcBef>
              <a:spcAft>
                <a:spcPts val="0"/>
              </a:spcAft>
              <a:buSzPts val="1100"/>
              <a:buNone/>
              <a:defRPr sz="2400"/>
            </a:lvl8pPr>
            <a:lvl9pPr lvl="8" rtl="0">
              <a:spcBef>
                <a:spcPts val="0"/>
              </a:spcBef>
              <a:spcAft>
                <a:spcPts val="0"/>
              </a:spcAft>
              <a:buSzPts val="1100"/>
              <a:buNone/>
              <a:defRPr sz="2400"/>
            </a:lvl9pPr>
          </a:lstStyle>
          <a:p>
            <a:endParaRPr/>
          </a:p>
        </p:txBody>
      </p:sp>
    </p:spTree>
    <p:extLst>
      <p:ext uri="{BB962C8B-B14F-4D97-AF65-F5344CB8AC3E}">
        <p14:creationId xmlns:p14="http://schemas.microsoft.com/office/powerpoint/2010/main" val="33163702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matchingName="Upskilling Divider slide 3">
  <p:cSld name="Upskilling Divider slide 3">
    <p:bg>
      <p:bgPr>
        <a:solidFill>
          <a:schemeClr val="accent5"/>
        </a:solidFill>
        <a:effectLst/>
      </p:bgPr>
    </p:bg>
    <p:spTree>
      <p:nvGrpSpPr>
        <p:cNvPr id="1" name="Shape 410"/>
        <p:cNvGrpSpPr/>
        <p:nvPr/>
      </p:nvGrpSpPr>
      <p:grpSpPr>
        <a:xfrm>
          <a:off x="0" y="0"/>
          <a:ext cx="0" cy="0"/>
          <a:chOff x="0" y="0"/>
          <a:chExt cx="0" cy="0"/>
        </a:xfrm>
      </p:grpSpPr>
    </p:spTree>
    <p:extLst>
      <p:ext uri="{BB962C8B-B14F-4D97-AF65-F5344CB8AC3E}">
        <p14:creationId xmlns:p14="http://schemas.microsoft.com/office/powerpoint/2010/main" val="256886501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Custom Layout 8">
  <p:cSld name="Custom Layout 8">
    <p:spTree>
      <p:nvGrpSpPr>
        <p:cNvPr id="1" name="Shape 502"/>
        <p:cNvGrpSpPr/>
        <p:nvPr/>
      </p:nvGrpSpPr>
      <p:grpSpPr>
        <a:xfrm>
          <a:off x="0" y="0"/>
          <a:ext cx="0" cy="0"/>
          <a:chOff x="0" y="0"/>
          <a:chExt cx="0" cy="0"/>
        </a:xfrm>
      </p:grpSpPr>
      <p:sp>
        <p:nvSpPr>
          <p:cNvPr id="503" name="Google Shape;503;p84"/>
          <p:cNvSpPr/>
          <p:nvPr/>
        </p:nvSpPr>
        <p:spPr>
          <a:xfrm rot="5400000">
            <a:off x="5390829" y="5147691"/>
            <a:ext cx="1700199" cy="1703943"/>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FFB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4" name="Google Shape;504;p84"/>
          <p:cNvSpPr/>
          <p:nvPr/>
        </p:nvSpPr>
        <p:spPr>
          <a:xfrm>
            <a:off x="10497848" y="2"/>
            <a:ext cx="1700200" cy="1719021"/>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D752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5" name="Google Shape;505;p84"/>
          <p:cNvSpPr/>
          <p:nvPr/>
        </p:nvSpPr>
        <p:spPr>
          <a:xfrm>
            <a:off x="10497848" y="1718816"/>
            <a:ext cx="1700200" cy="1719021"/>
          </a:xfrm>
          <a:custGeom>
            <a:avLst/>
            <a:gdLst/>
            <a:ahLst/>
            <a:cxnLst/>
            <a:rect l="l" t="t" r="r" b="b"/>
            <a:pathLst>
              <a:path w="2237105" h="2261870" extrusionOk="0">
                <a:moveTo>
                  <a:pt x="2237062" y="0"/>
                </a:moveTo>
                <a:lnTo>
                  <a:pt x="0" y="0"/>
                </a:lnTo>
                <a:lnTo>
                  <a:pt x="0" y="2261711"/>
                </a:lnTo>
                <a:lnTo>
                  <a:pt x="505" y="2213166"/>
                </a:lnTo>
                <a:lnTo>
                  <a:pt x="2013" y="2164870"/>
                </a:lnTo>
                <a:lnTo>
                  <a:pt x="4515" y="2116835"/>
                </a:lnTo>
                <a:lnTo>
                  <a:pt x="8000" y="2069069"/>
                </a:lnTo>
                <a:lnTo>
                  <a:pt x="12459" y="2021583"/>
                </a:lnTo>
                <a:lnTo>
                  <a:pt x="17880" y="1974388"/>
                </a:lnTo>
                <a:lnTo>
                  <a:pt x="24255" y="1927493"/>
                </a:lnTo>
                <a:lnTo>
                  <a:pt x="31572" y="1880909"/>
                </a:lnTo>
                <a:lnTo>
                  <a:pt x="39823" y="1834646"/>
                </a:lnTo>
                <a:lnTo>
                  <a:pt x="48996" y="1788713"/>
                </a:lnTo>
                <a:lnTo>
                  <a:pt x="59082" y="1743123"/>
                </a:lnTo>
                <a:lnTo>
                  <a:pt x="70070" y="1697884"/>
                </a:lnTo>
                <a:lnTo>
                  <a:pt x="81951" y="1653006"/>
                </a:lnTo>
                <a:lnTo>
                  <a:pt x="94714" y="1608501"/>
                </a:lnTo>
                <a:lnTo>
                  <a:pt x="108350" y="1564377"/>
                </a:lnTo>
                <a:lnTo>
                  <a:pt x="122847" y="1520646"/>
                </a:lnTo>
                <a:lnTo>
                  <a:pt x="138197" y="1477318"/>
                </a:lnTo>
                <a:lnTo>
                  <a:pt x="154389" y="1434402"/>
                </a:lnTo>
                <a:lnTo>
                  <a:pt x="171413" y="1391909"/>
                </a:lnTo>
                <a:lnTo>
                  <a:pt x="189259" y="1349849"/>
                </a:lnTo>
                <a:lnTo>
                  <a:pt x="207917" y="1308233"/>
                </a:lnTo>
                <a:lnTo>
                  <a:pt x="227376" y="1267070"/>
                </a:lnTo>
                <a:lnTo>
                  <a:pt x="247627" y="1226371"/>
                </a:lnTo>
                <a:lnTo>
                  <a:pt x="268659" y="1186145"/>
                </a:lnTo>
                <a:lnTo>
                  <a:pt x="290463" y="1146404"/>
                </a:lnTo>
                <a:lnTo>
                  <a:pt x="313029" y="1107157"/>
                </a:lnTo>
                <a:lnTo>
                  <a:pt x="336345" y="1068415"/>
                </a:lnTo>
                <a:lnTo>
                  <a:pt x="360403" y="1030188"/>
                </a:lnTo>
                <a:lnTo>
                  <a:pt x="385191" y="992485"/>
                </a:lnTo>
                <a:lnTo>
                  <a:pt x="410701" y="955318"/>
                </a:lnTo>
                <a:lnTo>
                  <a:pt x="436922" y="918695"/>
                </a:lnTo>
                <a:lnTo>
                  <a:pt x="463843" y="882629"/>
                </a:lnTo>
                <a:lnTo>
                  <a:pt x="491455" y="847128"/>
                </a:lnTo>
                <a:lnTo>
                  <a:pt x="519748" y="812203"/>
                </a:lnTo>
                <a:lnTo>
                  <a:pt x="548711" y="777864"/>
                </a:lnTo>
                <a:lnTo>
                  <a:pt x="578335" y="744122"/>
                </a:lnTo>
                <a:lnTo>
                  <a:pt x="608609" y="710986"/>
                </a:lnTo>
                <a:lnTo>
                  <a:pt x="639524" y="678467"/>
                </a:lnTo>
                <a:lnTo>
                  <a:pt x="671068" y="646574"/>
                </a:lnTo>
                <a:lnTo>
                  <a:pt x="703233" y="615319"/>
                </a:lnTo>
                <a:lnTo>
                  <a:pt x="736008" y="584711"/>
                </a:lnTo>
                <a:lnTo>
                  <a:pt x="769382" y="554761"/>
                </a:lnTo>
                <a:lnTo>
                  <a:pt x="803347" y="525478"/>
                </a:lnTo>
                <a:lnTo>
                  <a:pt x="837891" y="496874"/>
                </a:lnTo>
                <a:lnTo>
                  <a:pt x="873005" y="468957"/>
                </a:lnTo>
                <a:lnTo>
                  <a:pt x="908679" y="441739"/>
                </a:lnTo>
                <a:lnTo>
                  <a:pt x="944901" y="415229"/>
                </a:lnTo>
                <a:lnTo>
                  <a:pt x="981664" y="389438"/>
                </a:lnTo>
                <a:lnTo>
                  <a:pt x="1018956" y="364376"/>
                </a:lnTo>
                <a:lnTo>
                  <a:pt x="1056766" y="340054"/>
                </a:lnTo>
                <a:lnTo>
                  <a:pt x="1095086" y="316480"/>
                </a:lnTo>
                <a:lnTo>
                  <a:pt x="1133906" y="293666"/>
                </a:lnTo>
                <a:lnTo>
                  <a:pt x="1173214" y="271622"/>
                </a:lnTo>
                <a:lnTo>
                  <a:pt x="1213000" y="250358"/>
                </a:lnTo>
                <a:lnTo>
                  <a:pt x="1253256" y="229883"/>
                </a:lnTo>
                <a:lnTo>
                  <a:pt x="1293970" y="210210"/>
                </a:lnTo>
                <a:lnTo>
                  <a:pt x="1335133" y="191346"/>
                </a:lnTo>
                <a:lnTo>
                  <a:pt x="1376735" y="173304"/>
                </a:lnTo>
                <a:lnTo>
                  <a:pt x="1418765" y="156092"/>
                </a:lnTo>
                <a:lnTo>
                  <a:pt x="1461213" y="139721"/>
                </a:lnTo>
                <a:lnTo>
                  <a:pt x="1504069" y="124202"/>
                </a:lnTo>
                <a:lnTo>
                  <a:pt x="1547324" y="109545"/>
                </a:lnTo>
                <a:lnTo>
                  <a:pt x="1590967" y="95759"/>
                </a:lnTo>
                <a:lnTo>
                  <a:pt x="1634987" y="82855"/>
                </a:lnTo>
                <a:lnTo>
                  <a:pt x="1679376" y="70843"/>
                </a:lnTo>
                <a:lnTo>
                  <a:pt x="1724122" y="59733"/>
                </a:lnTo>
                <a:lnTo>
                  <a:pt x="1769217" y="49536"/>
                </a:lnTo>
                <a:lnTo>
                  <a:pt x="1814648" y="40262"/>
                </a:lnTo>
                <a:lnTo>
                  <a:pt x="1860407" y="31921"/>
                </a:lnTo>
                <a:lnTo>
                  <a:pt x="1906484" y="24522"/>
                </a:lnTo>
                <a:lnTo>
                  <a:pt x="1952868" y="18078"/>
                </a:lnTo>
                <a:lnTo>
                  <a:pt x="1999550" y="12596"/>
                </a:lnTo>
                <a:lnTo>
                  <a:pt x="2046518" y="8089"/>
                </a:lnTo>
                <a:lnTo>
                  <a:pt x="2093764" y="4565"/>
                </a:lnTo>
                <a:lnTo>
                  <a:pt x="2141276" y="2035"/>
                </a:lnTo>
                <a:lnTo>
                  <a:pt x="2189046" y="510"/>
                </a:lnTo>
                <a:lnTo>
                  <a:pt x="2237062" y="0"/>
                </a:lnTo>
                <a:close/>
              </a:path>
            </a:pathLst>
          </a:custGeom>
          <a:solidFill>
            <a:srgbClr val="CD490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6" name="Google Shape;506;p84"/>
          <p:cNvSpPr/>
          <p:nvPr/>
        </p:nvSpPr>
        <p:spPr>
          <a:xfrm>
            <a:off x="10497848" y="1718816"/>
            <a:ext cx="1700200" cy="1719021"/>
          </a:xfrm>
          <a:custGeom>
            <a:avLst/>
            <a:gdLst/>
            <a:ahLst/>
            <a:cxnLst/>
            <a:rect l="l" t="t" r="r" b="b"/>
            <a:pathLst>
              <a:path w="2237105" h="2261870" extrusionOk="0">
                <a:moveTo>
                  <a:pt x="2237062" y="0"/>
                </a:moveTo>
                <a:lnTo>
                  <a:pt x="2236557" y="48545"/>
                </a:lnTo>
                <a:lnTo>
                  <a:pt x="2235049" y="96841"/>
                </a:lnTo>
                <a:lnTo>
                  <a:pt x="2232547" y="144877"/>
                </a:lnTo>
                <a:lnTo>
                  <a:pt x="2229061" y="192643"/>
                </a:lnTo>
                <a:lnTo>
                  <a:pt x="2224603" y="240129"/>
                </a:lnTo>
                <a:lnTo>
                  <a:pt x="2219181" y="287325"/>
                </a:lnTo>
                <a:lnTo>
                  <a:pt x="2212807" y="334220"/>
                </a:lnTo>
                <a:lnTo>
                  <a:pt x="2205489" y="380804"/>
                </a:lnTo>
                <a:lnTo>
                  <a:pt x="2197239" y="427068"/>
                </a:lnTo>
                <a:lnTo>
                  <a:pt x="2188065" y="473000"/>
                </a:lnTo>
                <a:lnTo>
                  <a:pt x="2177980" y="518591"/>
                </a:lnTo>
                <a:lnTo>
                  <a:pt x="2166991" y="563830"/>
                </a:lnTo>
                <a:lnTo>
                  <a:pt x="2155110" y="608708"/>
                </a:lnTo>
                <a:lnTo>
                  <a:pt x="2142347" y="653213"/>
                </a:lnTo>
                <a:lnTo>
                  <a:pt x="2128711" y="697337"/>
                </a:lnTo>
                <a:lnTo>
                  <a:pt x="2114213" y="741068"/>
                </a:lnTo>
                <a:lnTo>
                  <a:pt x="2098863" y="784397"/>
                </a:lnTo>
                <a:lnTo>
                  <a:pt x="2082671" y="827313"/>
                </a:lnTo>
                <a:lnTo>
                  <a:pt x="2065647" y="869806"/>
                </a:lnTo>
                <a:lnTo>
                  <a:pt x="2047801" y="911866"/>
                </a:lnTo>
                <a:lnTo>
                  <a:pt x="2029143" y="953482"/>
                </a:lnTo>
                <a:lnTo>
                  <a:pt x="2009684" y="994645"/>
                </a:lnTo>
                <a:lnTo>
                  <a:pt x="1989433" y="1035344"/>
                </a:lnTo>
                <a:lnTo>
                  <a:pt x="1968400" y="1075570"/>
                </a:lnTo>
                <a:lnTo>
                  <a:pt x="1946596" y="1115311"/>
                </a:lnTo>
                <a:lnTo>
                  <a:pt x="1924031" y="1154557"/>
                </a:lnTo>
                <a:lnTo>
                  <a:pt x="1900714" y="1193300"/>
                </a:lnTo>
                <a:lnTo>
                  <a:pt x="1876657" y="1231527"/>
                </a:lnTo>
                <a:lnTo>
                  <a:pt x="1851868" y="1269230"/>
                </a:lnTo>
                <a:lnTo>
                  <a:pt x="1826358" y="1306397"/>
                </a:lnTo>
                <a:lnTo>
                  <a:pt x="1800137" y="1343019"/>
                </a:lnTo>
                <a:lnTo>
                  <a:pt x="1773216" y="1379086"/>
                </a:lnTo>
                <a:lnTo>
                  <a:pt x="1745603" y="1414587"/>
                </a:lnTo>
                <a:lnTo>
                  <a:pt x="1717310" y="1449512"/>
                </a:lnTo>
                <a:lnTo>
                  <a:pt x="1688347" y="1483850"/>
                </a:lnTo>
                <a:lnTo>
                  <a:pt x="1658723" y="1517593"/>
                </a:lnTo>
                <a:lnTo>
                  <a:pt x="1628449" y="1550729"/>
                </a:lnTo>
                <a:lnTo>
                  <a:pt x="1597534" y="1583248"/>
                </a:lnTo>
                <a:lnTo>
                  <a:pt x="1565990" y="1615140"/>
                </a:lnTo>
                <a:lnTo>
                  <a:pt x="1533825" y="1646395"/>
                </a:lnTo>
                <a:lnTo>
                  <a:pt x="1501050" y="1677003"/>
                </a:lnTo>
                <a:lnTo>
                  <a:pt x="1467675" y="1706953"/>
                </a:lnTo>
                <a:lnTo>
                  <a:pt x="1433711" y="1736235"/>
                </a:lnTo>
                <a:lnTo>
                  <a:pt x="1399166" y="1764840"/>
                </a:lnTo>
                <a:lnTo>
                  <a:pt x="1364052" y="1792756"/>
                </a:lnTo>
                <a:lnTo>
                  <a:pt x="1328379" y="1819974"/>
                </a:lnTo>
                <a:lnTo>
                  <a:pt x="1292156" y="1846484"/>
                </a:lnTo>
                <a:lnTo>
                  <a:pt x="1255393" y="1872275"/>
                </a:lnTo>
                <a:lnTo>
                  <a:pt x="1218102" y="1897336"/>
                </a:lnTo>
                <a:lnTo>
                  <a:pt x="1180291" y="1921659"/>
                </a:lnTo>
                <a:lnTo>
                  <a:pt x="1141971" y="1945232"/>
                </a:lnTo>
                <a:lnTo>
                  <a:pt x="1103152" y="1968046"/>
                </a:lnTo>
                <a:lnTo>
                  <a:pt x="1063844" y="1990090"/>
                </a:lnTo>
                <a:lnTo>
                  <a:pt x="1024057" y="2011355"/>
                </a:lnTo>
                <a:lnTo>
                  <a:pt x="983801" y="2031829"/>
                </a:lnTo>
                <a:lnTo>
                  <a:pt x="943087" y="2051502"/>
                </a:lnTo>
                <a:lnTo>
                  <a:pt x="901924" y="2070366"/>
                </a:lnTo>
                <a:lnTo>
                  <a:pt x="860322" y="2088408"/>
                </a:lnTo>
                <a:lnTo>
                  <a:pt x="818293" y="2105620"/>
                </a:lnTo>
                <a:lnTo>
                  <a:pt x="775845" y="2121990"/>
                </a:lnTo>
                <a:lnTo>
                  <a:pt x="732988" y="2137509"/>
                </a:lnTo>
                <a:lnTo>
                  <a:pt x="689734" y="2152167"/>
                </a:lnTo>
                <a:lnTo>
                  <a:pt x="646091" y="2165953"/>
                </a:lnTo>
                <a:lnTo>
                  <a:pt x="602071" y="2178856"/>
                </a:lnTo>
                <a:lnTo>
                  <a:pt x="557682" y="2190868"/>
                </a:lnTo>
                <a:lnTo>
                  <a:pt x="512936" y="2201978"/>
                </a:lnTo>
                <a:lnTo>
                  <a:pt x="467842" y="2212175"/>
                </a:lnTo>
                <a:lnTo>
                  <a:pt x="422411" y="2221449"/>
                </a:lnTo>
                <a:lnTo>
                  <a:pt x="376652" y="2229790"/>
                </a:lnTo>
                <a:lnTo>
                  <a:pt x="330575" y="2237188"/>
                </a:lnTo>
                <a:lnTo>
                  <a:pt x="284191" y="2243633"/>
                </a:lnTo>
                <a:lnTo>
                  <a:pt x="237510" y="2249114"/>
                </a:lnTo>
                <a:lnTo>
                  <a:pt x="190542" y="2253622"/>
                </a:lnTo>
                <a:lnTo>
                  <a:pt x="143297" y="2257145"/>
                </a:lnTo>
                <a:lnTo>
                  <a:pt x="95785" y="2259675"/>
                </a:lnTo>
                <a:lnTo>
                  <a:pt x="48015" y="2261200"/>
                </a:lnTo>
                <a:lnTo>
                  <a:pt x="0" y="2261711"/>
                </a:lnTo>
                <a:lnTo>
                  <a:pt x="2237062" y="2261711"/>
                </a:lnTo>
                <a:lnTo>
                  <a:pt x="2237062" y="0"/>
                </a:lnTo>
                <a:close/>
              </a:path>
            </a:pathLst>
          </a:custGeom>
          <a:solidFill>
            <a:srgbClr val="FFB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7" name="Google Shape;507;p84"/>
          <p:cNvSpPr/>
          <p:nvPr/>
        </p:nvSpPr>
        <p:spPr>
          <a:xfrm>
            <a:off x="10497848" y="1718816"/>
            <a:ext cx="1700200" cy="1719021"/>
          </a:xfrm>
          <a:custGeom>
            <a:avLst/>
            <a:gdLst/>
            <a:ahLst/>
            <a:cxnLst/>
            <a:rect l="l" t="t" r="r" b="b"/>
            <a:pathLst>
              <a:path w="2237105" h="2261870" extrusionOk="0">
                <a:moveTo>
                  <a:pt x="2237062" y="0"/>
                </a:moveTo>
                <a:lnTo>
                  <a:pt x="2189046" y="510"/>
                </a:lnTo>
                <a:lnTo>
                  <a:pt x="2141276" y="2035"/>
                </a:lnTo>
                <a:lnTo>
                  <a:pt x="2093764" y="4565"/>
                </a:lnTo>
                <a:lnTo>
                  <a:pt x="2046518" y="8089"/>
                </a:lnTo>
                <a:lnTo>
                  <a:pt x="1999550" y="12596"/>
                </a:lnTo>
                <a:lnTo>
                  <a:pt x="1952868" y="18078"/>
                </a:lnTo>
                <a:lnTo>
                  <a:pt x="1906484" y="24522"/>
                </a:lnTo>
                <a:lnTo>
                  <a:pt x="1860407" y="31921"/>
                </a:lnTo>
                <a:lnTo>
                  <a:pt x="1814648" y="40262"/>
                </a:lnTo>
                <a:lnTo>
                  <a:pt x="1769217" y="49536"/>
                </a:lnTo>
                <a:lnTo>
                  <a:pt x="1724122" y="59733"/>
                </a:lnTo>
                <a:lnTo>
                  <a:pt x="1679376" y="70843"/>
                </a:lnTo>
                <a:lnTo>
                  <a:pt x="1634987" y="82855"/>
                </a:lnTo>
                <a:lnTo>
                  <a:pt x="1590967" y="95759"/>
                </a:lnTo>
                <a:lnTo>
                  <a:pt x="1547324" y="109545"/>
                </a:lnTo>
                <a:lnTo>
                  <a:pt x="1504069" y="124202"/>
                </a:lnTo>
                <a:lnTo>
                  <a:pt x="1461213" y="139721"/>
                </a:lnTo>
                <a:lnTo>
                  <a:pt x="1418765" y="156092"/>
                </a:lnTo>
                <a:lnTo>
                  <a:pt x="1376735" y="173304"/>
                </a:lnTo>
                <a:lnTo>
                  <a:pt x="1335133" y="191346"/>
                </a:lnTo>
                <a:lnTo>
                  <a:pt x="1293970" y="210210"/>
                </a:lnTo>
                <a:lnTo>
                  <a:pt x="1253256" y="229883"/>
                </a:lnTo>
                <a:lnTo>
                  <a:pt x="1213000" y="250358"/>
                </a:lnTo>
                <a:lnTo>
                  <a:pt x="1173214" y="271622"/>
                </a:lnTo>
                <a:lnTo>
                  <a:pt x="1133906" y="293666"/>
                </a:lnTo>
                <a:lnTo>
                  <a:pt x="1095086" y="316480"/>
                </a:lnTo>
                <a:lnTo>
                  <a:pt x="1056766" y="340054"/>
                </a:lnTo>
                <a:lnTo>
                  <a:pt x="1018956" y="364376"/>
                </a:lnTo>
                <a:lnTo>
                  <a:pt x="981664" y="389438"/>
                </a:lnTo>
                <a:lnTo>
                  <a:pt x="944901" y="415229"/>
                </a:lnTo>
                <a:lnTo>
                  <a:pt x="908679" y="441739"/>
                </a:lnTo>
                <a:lnTo>
                  <a:pt x="873005" y="468957"/>
                </a:lnTo>
                <a:lnTo>
                  <a:pt x="837891" y="496874"/>
                </a:lnTo>
                <a:lnTo>
                  <a:pt x="803347" y="525478"/>
                </a:lnTo>
                <a:lnTo>
                  <a:pt x="769382" y="554761"/>
                </a:lnTo>
                <a:lnTo>
                  <a:pt x="736008" y="584711"/>
                </a:lnTo>
                <a:lnTo>
                  <a:pt x="703233" y="615319"/>
                </a:lnTo>
                <a:lnTo>
                  <a:pt x="671068" y="646574"/>
                </a:lnTo>
                <a:lnTo>
                  <a:pt x="639524" y="678467"/>
                </a:lnTo>
                <a:lnTo>
                  <a:pt x="608609" y="710986"/>
                </a:lnTo>
                <a:lnTo>
                  <a:pt x="578335" y="744122"/>
                </a:lnTo>
                <a:lnTo>
                  <a:pt x="548711" y="777864"/>
                </a:lnTo>
                <a:lnTo>
                  <a:pt x="519748" y="812203"/>
                </a:lnTo>
                <a:lnTo>
                  <a:pt x="491455" y="847128"/>
                </a:lnTo>
                <a:lnTo>
                  <a:pt x="463843" y="882629"/>
                </a:lnTo>
                <a:lnTo>
                  <a:pt x="436922" y="918695"/>
                </a:lnTo>
                <a:lnTo>
                  <a:pt x="410701" y="955318"/>
                </a:lnTo>
                <a:lnTo>
                  <a:pt x="385191" y="992485"/>
                </a:lnTo>
                <a:lnTo>
                  <a:pt x="360403" y="1030188"/>
                </a:lnTo>
                <a:lnTo>
                  <a:pt x="336345" y="1068415"/>
                </a:lnTo>
                <a:lnTo>
                  <a:pt x="313029" y="1107157"/>
                </a:lnTo>
                <a:lnTo>
                  <a:pt x="290463" y="1146404"/>
                </a:lnTo>
                <a:lnTo>
                  <a:pt x="268659" y="1186145"/>
                </a:lnTo>
                <a:lnTo>
                  <a:pt x="247627" y="1226371"/>
                </a:lnTo>
                <a:lnTo>
                  <a:pt x="227376" y="1267070"/>
                </a:lnTo>
                <a:lnTo>
                  <a:pt x="207917" y="1308233"/>
                </a:lnTo>
                <a:lnTo>
                  <a:pt x="189259" y="1349849"/>
                </a:lnTo>
                <a:lnTo>
                  <a:pt x="171413" y="1391909"/>
                </a:lnTo>
                <a:lnTo>
                  <a:pt x="154389" y="1434402"/>
                </a:lnTo>
                <a:lnTo>
                  <a:pt x="138197" y="1477318"/>
                </a:lnTo>
                <a:lnTo>
                  <a:pt x="122847" y="1520646"/>
                </a:lnTo>
                <a:lnTo>
                  <a:pt x="108350" y="1564377"/>
                </a:lnTo>
                <a:lnTo>
                  <a:pt x="94714" y="1608501"/>
                </a:lnTo>
                <a:lnTo>
                  <a:pt x="81951" y="1653006"/>
                </a:lnTo>
                <a:lnTo>
                  <a:pt x="70070" y="1697884"/>
                </a:lnTo>
                <a:lnTo>
                  <a:pt x="59082" y="1743123"/>
                </a:lnTo>
                <a:lnTo>
                  <a:pt x="48996" y="1788713"/>
                </a:lnTo>
                <a:lnTo>
                  <a:pt x="39823" y="1834646"/>
                </a:lnTo>
                <a:lnTo>
                  <a:pt x="31572" y="1880909"/>
                </a:lnTo>
                <a:lnTo>
                  <a:pt x="24255" y="1927493"/>
                </a:lnTo>
                <a:lnTo>
                  <a:pt x="17880" y="1974388"/>
                </a:lnTo>
                <a:lnTo>
                  <a:pt x="12459" y="2021583"/>
                </a:lnTo>
                <a:lnTo>
                  <a:pt x="8000" y="2069069"/>
                </a:lnTo>
                <a:lnTo>
                  <a:pt x="4515" y="2116835"/>
                </a:lnTo>
                <a:lnTo>
                  <a:pt x="2013" y="2164870"/>
                </a:lnTo>
                <a:lnTo>
                  <a:pt x="505" y="2213166"/>
                </a:lnTo>
                <a:lnTo>
                  <a:pt x="0" y="2261711"/>
                </a:lnTo>
                <a:lnTo>
                  <a:pt x="48015" y="2261200"/>
                </a:lnTo>
                <a:lnTo>
                  <a:pt x="95785" y="2259675"/>
                </a:lnTo>
                <a:lnTo>
                  <a:pt x="143297" y="2257145"/>
                </a:lnTo>
                <a:lnTo>
                  <a:pt x="190542" y="2253622"/>
                </a:lnTo>
                <a:lnTo>
                  <a:pt x="237510" y="2249114"/>
                </a:lnTo>
                <a:lnTo>
                  <a:pt x="284191" y="2243633"/>
                </a:lnTo>
                <a:lnTo>
                  <a:pt x="330575" y="2237188"/>
                </a:lnTo>
                <a:lnTo>
                  <a:pt x="376652" y="2229790"/>
                </a:lnTo>
                <a:lnTo>
                  <a:pt x="422411" y="2221449"/>
                </a:lnTo>
                <a:lnTo>
                  <a:pt x="467842" y="2212175"/>
                </a:lnTo>
                <a:lnTo>
                  <a:pt x="512936" y="2201978"/>
                </a:lnTo>
                <a:lnTo>
                  <a:pt x="557682" y="2190868"/>
                </a:lnTo>
                <a:lnTo>
                  <a:pt x="602071" y="2178856"/>
                </a:lnTo>
                <a:lnTo>
                  <a:pt x="646091" y="2165953"/>
                </a:lnTo>
                <a:lnTo>
                  <a:pt x="689734" y="2152167"/>
                </a:lnTo>
                <a:lnTo>
                  <a:pt x="732988" y="2137509"/>
                </a:lnTo>
                <a:lnTo>
                  <a:pt x="775845" y="2121990"/>
                </a:lnTo>
                <a:lnTo>
                  <a:pt x="818293" y="2105620"/>
                </a:lnTo>
                <a:lnTo>
                  <a:pt x="860322" y="2088408"/>
                </a:lnTo>
                <a:lnTo>
                  <a:pt x="901924" y="2070366"/>
                </a:lnTo>
                <a:lnTo>
                  <a:pt x="943087" y="2051502"/>
                </a:lnTo>
                <a:lnTo>
                  <a:pt x="983801" y="2031829"/>
                </a:lnTo>
                <a:lnTo>
                  <a:pt x="1024057" y="2011355"/>
                </a:lnTo>
                <a:lnTo>
                  <a:pt x="1063844" y="1990090"/>
                </a:lnTo>
                <a:lnTo>
                  <a:pt x="1103152" y="1968046"/>
                </a:lnTo>
                <a:lnTo>
                  <a:pt x="1141971" y="1945232"/>
                </a:lnTo>
                <a:lnTo>
                  <a:pt x="1180291" y="1921659"/>
                </a:lnTo>
                <a:lnTo>
                  <a:pt x="1218102" y="1897336"/>
                </a:lnTo>
                <a:lnTo>
                  <a:pt x="1255393" y="1872275"/>
                </a:lnTo>
                <a:lnTo>
                  <a:pt x="1292156" y="1846484"/>
                </a:lnTo>
                <a:lnTo>
                  <a:pt x="1328379" y="1819974"/>
                </a:lnTo>
                <a:lnTo>
                  <a:pt x="1364052" y="1792756"/>
                </a:lnTo>
                <a:lnTo>
                  <a:pt x="1399166" y="1764840"/>
                </a:lnTo>
                <a:lnTo>
                  <a:pt x="1433711" y="1736235"/>
                </a:lnTo>
                <a:lnTo>
                  <a:pt x="1467675" y="1706953"/>
                </a:lnTo>
                <a:lnTo>
                  <a:pt x="1501050" y="1677003"/>
                </a:lnTo>
                <a:lnTo>
                  <a:pt x="1533825" y="1646395"/>
                </a:lnTo>
                <a:lnTo>
                  <a:pt x="1565990" y="1615140"/>
                </a:lnTo>
                <a:lnTo>
                  <a:pt x="1597534" y="1583248"/>
                </a:lnTo>
                <a:lnTo>
                  <a:pt x="1628449" y="1550729"/>
                </a:lnTo>
                <a:lnTo>
                  <a:pt x="1658723" y="1517593"/>
                </a:lnTo>
                <a:lnTo>
                  <a:pt x="1688347" y="1483850"/>
                </a:lnTo>
                <a:lnTo>
                  <a:pt x="1717310" y="1449512"/>
                </a:lnTo>
                <a:lnTo>
                  <a:pt x="1745603" y="1414587"/>
                </a:lnTo>
                <a:lnTo>
                  <a:pt x="1773216" y="1379086"/>
                </a:lnTo>
                <a:lnTo>
                  <a:pt x="1800137" y="1343019"/>
                </a:lnTo>
                <a:lnTo>
                  <a:pt x="1826358" y="1306397"/>
                </a:lnTo>
                <a:lnTo>
                  <a:pt x="1851868" y="1269230"/>
                </a:lnTo>
                <a:lnTo>
                  <a:pt x="1876657" y="1231527"/>
                </a:lnTo>
                <a:lnTo>
                  <a:pt x="1900714" y="1193300"/>
                </a:lnTo>
                <a:lnTo>
                  <a:pt x="1924031" y="1154557"/>
                </a:lnTo>
                <a:lnTo>
                  <a:pt x="1946596" y="1115311"/>
                </a:lnTo>
                <a:lnTo>
                  <a:pt x="1968400" y="1075570"/>
                </a:lnTo>
                <a:lnTo>
                  <a:pt x="1989433" y="1035344"/>
                </a:lnTo>
                <a:lnTo>
                  <a:pt x="2009684" y="994645"/>
                </a:lnTo>
                <a:lnTo>
                  <a:pt x="2029143" y="953482"/>
                </a:lnTo>
                <a:lnTo>
                  <a:pt x="2047801" y="911866"/>
                </a:lnTo>
                <a:lnTo>
                  <a:pt x="2065647" y="869806"/>
                </a:lnTo>
                <a:lnTo>
                  <a:pt x="2082671" y="827313"/>
                </a:lnTo>
                <a:lnTo>
                  <a:pt x="2098863" y="784397"/>
                </a:lnTo>
                <a:lnTo>
                  <a:pt x="2114213" y="741068"/>
                </a:lnTo>
                <a:lnTo>
                  <a:pt x="2128711" y="697337"/>
                </a:lnTo>
                <a:lnTo>
                  <a:pt x="2142347" y="653213"/>
                </a:lnTo>
                <a:lnTo>
                  <a:pt x="2155110" y="608708"/>
                </a:lnTo>
                <a:lnTo>
                  <a:pt x="2166991" y="563830"/>
                </a:lnTo>
                <a:lnTo>
                  <a:pt x="2177980" y="518591"/>
                </a:lnTo>
                <a:lnTo>
                  <a:pt x="2188065" y="473000"/>
                </a:lnTo>
                <a:lnTo>
                  <a:pt x="2197239" y="427068"/>
                </a:lnTo>
                <a:lnTo>
                  <a:pt x="2205489" y="380804"/>
                </a:lnTo>
                <a:lnTo>
                  <a:pt x="2212807" y="334220"/>
                </a:lnTo>
                <a:lnTo>
                  <a:pt x="2219181" y="287325"/>
                </a:lnTo>
                <a:lnTo>
                  <a:pt x="2224603" y="240129"/>
                </a:lnTo>
                <a:lnTo>
                  <a:pt x="2229061" y="192643"/>
                </a:lnTo>
                <a:lnTo>
                  <a:pt x="2232547" y="144877"/>
                </a:lnTo>
                <a:lnTo>
                  <a:pt x="2235049" y="96841"/>
                </a:lnTo>
                <a:lnTo>
                  <a:pt x="2236557" y="48545"/>
                </a:lnTo>
                <a:lnTo>
                  <a:pt x="2237062"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8" name="Google Shape;508;p84"/>
          <p:cNvSpPr/>
          <p:nvPr/>
        </p:nvSpPr>
        <p:spPr>
          <a:xfrm>
            <a:off x="10497854" y="0"/>
            <a:ext cx="1700199" cy="1719021"/>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09" name="Google Shape;509;p84"/>
          <p:cNvSpPr/>
          <p:nvPr/>
        </p:nvSpPr>
        <p:spPr>
          <a:xfrm flipH="1">
            <a:off x="8797715" y="2"/>
            <a:ext cx="1700200" cy="1719021"/>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FFB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0" name="Google Shape;510;p84"/>
          <p:cNvSpPr/>
          <p:nvPr/>
        </p:nvSpPr>
        <p:spPr>
          <a:xfrm flipH="1">
            <a:off x="8797710" y="0"/>
            <a:ext cx="1700199" cy="1719021"/>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1" name="Google Shape;511;p84"/>
          <p:cNvSpPr/>
          <p:nvPr/>
        </p:nvSpPr>
        <p:spPr>
          <a:xfrm>
            <a:off x="8797800" y="1718818"/>
            <a:ext cx="1700200" cy="1719021"/>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CD490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2" name="Google Shape;512;p84"/>
          <p:cNvSpPr/>
          <p:nvPr/>
        </p:nvSpPr>
        <p:spPr>
          <a:xfrm>
            <a:off x="8797806" y="1718816"/>
            <a:ext cx="1700199" cy="1719021"/>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E888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3" name="Google Shape;513;p84"/>
          <p:cNvSpPr/>
          <p:nvPr/>
        </p:nvSpPr>
        <p:spPr>
          <a:xfrm>
            <a:off x="7089122" y="1"/>
            <a:ext cx="1715113" cy="1726561"/>
          </a:xfrm>
          <a:custGeom>
            <a:avLst/>
            <a:gdLst/>
            <a:ahLst/>
            <a:cxnLst/>
            <a:rect l="l" t="t" r="r" b="b"/>
            <a:pathLst>
              <a:path w="2237104" h="2261870" extrusionOk="0">
                <a:moveTo>
                  <a:pt x="2237062" y="0"/>
                </a:moveTo>
                <a:lnTo>
                  <a:pt x="0" y="0"/>
                </a:lnTo>
                <a:lnTo>
                  <a:pt x="0" y="2261711"/>
                </a:lnTo>
                <a:lnTo>
                  <a:pt x="2237062" y="2261711"/>
                </a:lnTo>
                <a:lnTo>
                  <a:pt x="2237062" y="0"/>
                </a:lnTo>
                <a:close/>
              </a:path>
            </a:pathLst>
          </a:custGeom>
          <a:solidFill>
            <a:srgbClr val="7C7C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4" name="Google Shape;514;p84"/>
          <p:cNvSpPr/>
          <p:nvPr/>
        </p:nvSpPr>
        <p:spPr>
          <a:xfrm rot="-5400000">
            <a:off x="7087312" y="1724428"/>
            <a:ext cx="1715113" cy="1711481"/>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E888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5" name="Google Shape;515;p84"/>
          <p:cNvSpPr/>
          <p:nvPr/>
        </p:nvSpPr>
        <p:spPr>
          <a:xfrm rot="-5400000">
            <a:off x="7087310" y="1724422"/>
            <a:ext cx="1715113" cy="1711481"/>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6" name="Google Shape;516;p84"/>
          <p:cNvSpPr/>
          <p:nvPr/>
        </p:nvSpPr>
        <p:spPr>
          <a:xfrm rot="-5400000" flipH="1">
            <a:off x="10499777" y="3435759"/>
            <a:ext cx="1700200" cy="1703943"/>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E888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7" name="Google Shape;517;p84"/>
          <p:cNvSpPr/>
          <p:nvPr/>
        </p:nvSpPr>
        <p:spPr>
          <a:xfrm rot="-5400000" flipH="1">
            <a:off x="10499778" y="3435765"/>
            <a:ext cx="1700199" cy="1703943"/>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D752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8" name="Google Shape;518;p84"/>
          <p:cNvSpPr/>
          <p:nvPr/>
        </p:nvSpPr>
        <p:spPr>
          <a:xfrm rot="5400000">
            <a:off x="8796593" y="3436121"/>
            <a:ext cx="1700200" cy="1703943"/>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FFB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19" name="Google Shape;519;p84"/>
          <p:cNvSpPr/>
          <p:nvPr/>
        </p:nvSpPr>
        <p:spPr>
          <a:xfrm rot="5400000">
            <a:off x="8796595" y="3436125"/>
            <a:ext cx="1700199" cy="1703943"/>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E888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0" name="Google Shape;520;p84"/>
          <p:cNvSpPr/>
          <p:nvPr/>
        </p:nvSpPr>
        <p:spPr>
          <a:xfrm rot="-5400000" flipH="1">
            <a:off x="7099585" y="3435759"/>
            <a:ext cx="1700200" cy="1703943"/>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1" name="Google Shape;521;p84"/>
          <p:cNvSpPr/>
          <p:nvPr/>
        </p:nvSpPr>
        <p:spPr>
          <a:xfrm rot="-5400000" flipH="1">
            <a:off x="7099585" y="3435765"/>
            <a:ext cx="1700199" cy="1703943"/>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DBDBD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2" name="Google Shape;522;p84"/>
          <p:cNvSpPr/>
          <p:nvPr/>
        </p:nvSpPr>
        <p:spPr>
          <a:xfrm>
            <a:off x="10489204" y="5140154"/>
            <a:ext cx="1714797" cy="1719021"/>
          </a:xfrm>
          <a:custGeom>
            <a:avLst/>
            <a:gdLst/>
            <a:ahLst/>
            <a:cxnLst/>
            <a:rect l="l" t="t" r="r" b="b"/>
            <a:pathLst>
              <a:path w="2207894" h="2261870" extrusionOk="0">
                <a:moveTo>
                  <a:pt x="2207608" y="2261711"/>
                </a:moveTo>
                <a:lnTo>
                  <a:pt x="2207608" y="0"/>
                </a:lnTo>
                <a:lnTo>
                  <a:pt x="0" y="0"/>
                </a:lnTo>
                <a:lnTo>
                  <a:pt x="0" y="2261711"/>
                </a:lnTo>
                <a:lnTo>
                  <a:pt x="2207608" y="2261711"/>
                </a:lnTo>
                <a:close/>
              </a:path>
            </a:pathLst>
          </a:custGeom>
          <a:solidFill>
            <a:srgbClr val="7C7C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3" name="Google Shape;523;p84"/>
          <p:cNvSpPr/>
          <p:nvPr/>
        </p:nvSpPr>
        <p:spPr>
          <a:xfrm>
            <a:off x="7097675" y="5138343"/>
            <a:ext cx="1700200" cy="1719021"/>
          </a:xfrm>
          <a:custGeom>
            <a:avLst/>
            <a:gdLst/>
            <a:ahLst/>
            <a:cxnLst/>
            <a:rect l="l" t="t" r="r" b="b"/>
            <a:pathLst>
              <a:path w="2237105" h="2261870" extrusionOk="0">
                <a:moveTo>
                  <a:pt x="0" y="0"/>
                </a:moveTo>
                <a:lnTo>
                  <a:pt x="0" y="2261711"/>
                </a:lnTo>
                <a:lnTo>
                  <a:pt x="2237062" y="2261711"/>
                </a:lnTo>
                <a:lnTo>
                  <a:pt x="2236557" y="2213166"/>
                </a:lnTo>
                <a:lnTo>
                  <a:pt x="2235049" y="2164870"/>
                </a:lnTo>
                <a:lnTo>
                  <a:pt x="2232547" y="2116835"/>
                </a:lnTo>
                <a:lnTo>
                  <a:pt x="2229061" y="2069069"/>
                </a:lnTo>
                <a:lnTo>
                  <a:pt x="2224603" y="2021583"/>
                </a:lnTo>
                <a:lnTo>
                  <a:pt x="2219181" y="1974388"/>
                </a:lnTo>
                <a:lnTo>
                  <a:pt x="2212807" y="1927493"/>
                </a:lnTo>
                <a:lnTo>
                  <a:pt x="2205489" y="1880909"/>
                </a:lnTo>
                <a:lnTo>
                  <a:pt x="2197239" y="1834646"/>
                </a:lnTo>
                <a:lnTo>
                  <a:pt x="2188065" y="1788713"/>
                </a:lnTo>
                <a:lnTo>
                  <a:pt x="2177980" y="1743123"/>
                </a:lnTo>
                <a:lnTo>
                  <a:pt x="2166991" y="1697884"/>
                </a:lnTo>
                <a:lnTo>
                  <a:pt x="2155110" y="1653006"/>
                </a:lnTo>
                <a:lnTo>
                  <a:pt x="2142347" y="1608501"/>
                </a:lnTo>
                <a:lnTo>
                  <a:pt x="2128711" y="1564377"/>
                </a:lnTo>
                <a:lnTo>
                  <a:pt x="2114213" y="1520646"/>
                </a:lnTo>
                <a:lnTo>
                  <a:pt x="2098863" y="1477318"/>
                </a:lnTo>
                <a:lnTo>
                  <a:pt x="2082671" y="1434402"/>
                </a:lnTo>
                <a:lnTo>
                  <a:pt x="2065647" y="1391909"/>
                </a:lnTo>
                <a:lnTo>
                  <a:pt x="2047801" y="1349849"/>
                </a:lnTo>
                <a:lnTo>
                  <a:pt x="2029143" y="1308233"/>
                </a:lnTo>
                <a:lnTo>
                  <a:pt x="2009684" y="1267070"/>
                </a:lnTo>
                <a:lnTo>
                  <a:pt x="1989433" y="1226371"/>
                </a:lnTo>
                <a:lnTo>
                  <a:pt x="1968400" y="1186145"/>
                </a:lnTo>
                <a:lnTo>
                  <a:pt x="1946596" y="1146404"/>
                </a:lnTo>
                <a:lnTo>
                  <a:pt x="1924031" y="1107157"/>
                </a:lnTo>
                <a:lnTo>
                  <a:pt x="1900714" y="1068415"/>
                </a:lnTo>
                <a:lnTo>
                  <a:pt x="1876657" y="1030188"/>
                </a:lnTo>
                <a:lnTo>
                  <a:pt x="1851868" y="992485"/>
                </a:lnTo>
                <a:lnTo>
                  <a:pt x="1826358" y="955318"/>
                </a:lnTo>
                <a:lnTo>
                  <a:pt x="1800137" y="918695"/>
                </a:lnTo>
                <a:lnTo>
                  <a:pt x="1773216" y="882629"/>
                </a:lnTo>
                <a:lnTo>
                  <a:pt x="1745603" y="847128"/>
                </a:lnTo>
                <a:lnTo>
                  <a:pt x="1717310" y="812203"/>
                </a:lnTo>
                <a:lnTo>
                  <a:pt x="1688347" y="777864"/>
                </a:lnTo>
                <a:lnTo>
                  <a:pt x="1658723" y="744122"/>
                </a:lnTo>
                <a:lnTo>
                  <a:pt x="1628449" y="710986"/>
                </a:lnTo>
                <a:lnTo>
                  <a:pt x="1597534" y="678467"/>
                </a:lnTo>
                <a:lnTo>
                  <a:pt x="1565990" y="646574"/>
                </a:lnTo>
                <a:lnTo>
                  <a:pt x="1533825" y="615319"/>
                </a:lnTo>
                <a:lnTo>
                  <a:pt x="1501050" y="584711"/>
                </a:lnTo>
                <a:lnTo>
                  <a:pt x="1467675" y="554761"/>
                </a:lnTo>
                <a:lnTo>
                  <a:pt x="1433711" y="525478"/>
                </a:lnTo>
                <a:lnTo>
                  <a:pt x="1399166" y="496874"/>
                </a:lnTo>
                <a:lnTo>
                  <a:pt x="1364052" y="468957"/>
                </a:lnTo>
                <a:lnTo>
                  <a:pt x="1328379" y="441739"/>
                </a:lnTo>
                <a:lnTo>
                  <a:pt x="1292156" y="415229"/>
                </a:lnTo>
                <a:lnTo>
                  <a:pt x="1255393" y="389438"/>
                </a:lnTo>
                <a:lnTo>
                  <a:pt x="1218102" y="364376"/>
                </a:lnTo>
                <a:lnTo>
                  <a:pt x="1180291" y="340054"/>
                </a:lnTo>
                <a:lnTo>
                  <a:pt x="1141971" y="316480"/>
                </a:lnTo>
                <a:lnTo>
                  <a:pt x="1103152" y="293666"/>
                </a:lnTo>
                <a:lnTo>
                  <a:pt x="1063844" y="271622"/>
                </a:lnTo>
                <a:lnTo>
                  <a:pt x="1024057" y="250358"/>
                </a:lnTo>
                <a:lnTo>
                  <a:pt x="983801" y="229883"/>
                </a:lnTo>
                <a:lnTo>
                  <a:pt x="943087" y="210210"/>
                </a:lnTo>
                <a:lnTo>
                  <a:pt x="901924" y="191346"/>
                </a:lnTo>
                <a:lnTo>
                  <a:pt x="860322" y="173304"/>
                </a:lnTo>
                <a:lnTo>
                  <a:pt x="818293" y="156092"/>
                </a:lnTo>
                <a:lnTo>
                  <a:pt x="775845" y="139721"/>
                </a:lnTo>
                <a:lnTo>
                  <a:pt x="732988" y="124202"/>
                </a:lnTo>
                <a:lnTo>
                  <a:pt x="689734" y="109545"/>
                </a:lnTo>
                <a:lnTo>
                  <a:pt x="646091" y="95759"/>
                </a:lnTo>
                <a:lnTo>
                  <a:pt x="602071" y="82855"/>
                </a:lnTo>
                <a:lnTo>
                  <a:pt x="557682" y="70843"/>
                </a:lnTo>
                <a:lnTo>
                  <a:pt x="512936" y="59733"/>
                </a:lnTo>
                <a:lnTo>
                  <a:pt x="467842" y="49536"/>
                </a:lnTo>
                <a:lnTo>
                  <a:pt x="422411" y="40262"/>
                </a:lnTo>
                <a:lnTo>
                  <a:pt x="376652" y="31921"/>
                </a:lnTo>
                <a:lnTo>
                  <a:pt x="330575" y="24522"/>
                </a:lnTo>
                <a:lnTo>
                  <a:pt x="284191" y="18078"/>
                </a:lnTo>
                <a:lnTo>
                  <a:pt x="237510" y="12596"/>
                </a:lnTo>
                <a:lnTo>
                  <a:pt x="190542" y="8089"/>
                </a:lnTo>
                <a:lnTo>
                  <a:pt x="143297" y="4565"/>
                </a:lnTo>
                <a:lnTo>
                  <a:pt x="95785" y="2035"/>
                </a:lnTo>
                <a:lnTo>
                  <a:pt x="48015" y="510"/>
                </a:lnTo>
                <a:lnTo>
                  <a:pt x="0" y="0"/>
                </a:lnTo>
                <a:close/>
              </a:path>
            </a:pathLst>
          </a:custGeom>
          <a:solidFill>
            <a:srgbClr val="D752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4" name="Google Shape;524;p84"/>
          <p:cNvSpPr/>
          <p:nvPr/>
        </p:nvSpPr>
        <p:spPr>
          <a:xfrm>
            <a:off x="8797745" y="5138346"/>
            <a:ext cx="1700199" cy="1719021"/>
          </a:xfrm>
          <a:custGeom>
            <a:avLst/>
            <a:gdLst/>
            <a:ahLst/>
            <a:cxnLst/>
            <a:rect l="l" t="t" r="r" b="b"/>
            <a:pathLst>
              <a:path w="2237104" h="2261870" extrusionOk="0">
                <a:moveTo>
                  <a:pt x="2237062" y="0"/>
                </a:moveTo>
                <a:lnTo>
                  <a:pt x="0" y="0"/>
                </a:lnTo>
                <a:lnTo>
                  <a:pt x="0" y="2261711"/>
                </a:lnTo>
                <a:lnTo>
                  <a:pt x="2237062" y="2261711"/>
                </a:lnTo>
                <a:lnTo>
                  <a:pt x="2237062" y="0"/>
                </a:lnTo>
                <a:close/>
              </a:path>
            </a:pathLst>
          </a:custGeom>
          <a:solidFill>
            <a:srgbClr val="4646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sp>
        <p:nvSpPr>
          <p:cNvPr id="525" name="Google Shape;525;p84"/>
          <p:cNvSpPr/>
          <p:nvPr/>
        </p:nvSpPr>
        <p:spPr>
          <a:xfrm>
            <a:off x="7097681" y="5138342"/>
            <a:ext cx="1700199" cy="1719021"/>
          </a:xfrm>
          <a:custGeom>
            <a:avLst/>
            <a:gdLst/>
            <a:ahLst/>
            <a:cxnLst/>
            <a:rect l="l" t="t" r="r" b="b"/>
            <a:pathLst>
              <a:path w="2237104" h="2261870" extrusionOk="0">
                <a:moveTo>
                  <a:pt x="2237062" y="0"/>
                </a:moveTo>
                <a:lnTo>
                  <a:pt x="0" y="0"/>
                </a:lnTo>
                <a:lnTo>
                  <a:pt x="48016" y="510"/>
                </a:lnTo>
                <a:lnTo>
                  <a:pt x="95785" y="2035"/>
                </a:lnTo>
                <a:lnTo>
                  <a:pt x="143298" y="4565"/>
                </a:lnTo>
                <a:lnTo>
                  <a:pt x="190544" y="8089"/>
                </a:lnTo>
                <a:lnTo>
                  <a:pt x="237512" y="12596"/>
                </a:lnTo>
                <a:lnTo>
                  <a:pt x="284194" y="18078"/>
                </a:lnTo>
                <a:lnTo>
                  <a:pt x="330578" y="24522"/>
                </a:lnTo>
                <a:lnTo>
                  <a:pt x="376654" y="31921"/>
                </a:lnTo>
                <a:lnTo>
                  <a:pt x="422414" y="40262"/>
                </a:lnTo>
                <a:lnTo>
                  <a:pt x="467845" y="49536"/>
                </a:lnTo>
                <a:lnTo>
                  <a:pt x="512939" y="59733"/>
                </a:lnTo>
                <a:lnTo>
                  <a:pt x="557686" y="70843"/>
                </a:lnTo>
                <a:lnTo>
                  <a:pt x="602074" y="82855"/>
                </a:lnTo>
                <a:lnTo>
                  <a:pt x="646095" y="95759"/>
                </a:lnTo>
                <a:lnTo>
                  <a:pt x="689738" y="109545"/>
                </a:lnTo>
                <a:lnTo>
                  <a:pt x="732992" y="124202"/>
                </a:lnTo>
                <a:lnTo>
                  <a:pt x="775849" y="139721"/>
                </a:lnTo>
                <a:lnTo>
                  <a:pt x="818297" y="156092"/>
                </a:lnTo>
                <a:lnTo>
                  <a:pt x="860327" y="173304"/>
                </a:lnTo>
                <a:lnTo>
                  <a:pt x="901928" y="191346"/>
                </a:lnTo>
                <a:lnTo>
                  <a:pt x="943091" y="210210"/>
                </a:lnTo>
                <a:lnTo>
                  <a:pt x="983806" y="229883"/>
                </a:lnTo>
                <a:lnTo>
                  <a:pt x="1024061" y="250358"/>
                </a:lnTo>
                <a:lnTo>
                  <a:pt x="1063848" y="271622"/>
                </a:lnTo>
                <a:lnTo>
                  <a:pt x="1103156" y="293666"/>
                </a:lnTo>
                <a:lnTo>
                  <a:pt x="1141975" y="316480"/>
                </a:lnTo>
                <a:lnTo>
                  <a:pt x="1180295" y="340054"/>
                </a:lnTo>
                <a:lnTo>
                  <a:pt x="1218106" y="364376"/>
                </a:lnTo>
                <a:lnTo>
                  <a:pt x="1255398" y="389438"/>
                </a:lnTo>
                <a:lnTo>
                  <a:pt x="1292160" y="415229"/>
                </a:lnTo>
                <a:lnTo>
                  <a:pt x="1328383" y="441739"/>
                </a:lnTo>
                <a:lnTo>
                  <a:pt x="1364057" y="468957"/>
                </a:lnTo>
                <a:lnTo>
                  <a:pt x="1399171" y="496874"/>
                </a:lnTo>
                <a:lnTo>
                  <a:pt x="1433715" y="525478"/>
                </a:lnTo>
                <a:lnTo>
                  <a:pt x="1467679" y="554761"/>
                </a:lnTo>
                <a:lnTo>
                  <a:pt x="1501054" y="584711"/>
                </a:lnTo>
                <a:lnTo>
                  <a:pt x="1533829" y="615319"/>
                </a:lnTo>
                <a:lnTo>
                  <a:pt x="1565994" y="646574"/>
                </a:lnTo>
                <a:lnTo>
                  <a:pt x="1597538" y="678467"/>
                </a:lnTo>
                <a:lnTo>
                  <a:pt x="1628453" y="710986"/>
                </a:lnTo>
                <a:lnTo>
                  <a:pt x="1658727" y="744122"/>
                </a:lnTo>
                <a:lnTo>
                  <a:pt x="1688351" y="777864"/>
                </a:lnTo>
                <a:lnTo>
                  <a:pt x="1717314" y="812203"/>
                </a:lnTo>
                <a:lnTo>
                  <a:pt x="1745607" y="847128"/>
                </a:lnTo>
                <a:lnTo>
                  <a:pt x="1773219" y="882629"/>
                </a:lnTo>
                <a:lnTo>
                  <a:pt x="1800140" y="918695"/>
                </a:lnTo>
                <a:lnTo>
                  <a:pt x="1826361" y="955318"/>
                </a:lnTo>
                <a:lnTo>
                  <a:pt x="1851870" y="992485"/>
                </a:lnTo>
                <a:lnTo>
                  <a:pt x="1876659" y="1030188"/>
                </a:lnTo>
                <a:lnTo>
                  <a:pt x="1900717" y="1068415"/>
                </a:lnTo>
                <a:lnTo>
                  <a:pt x="1924033" y="1107157"/>
                </a:lnTo>
                <a:lnTo>
                  <a:pt x="1946598" y="1146404"/>
                </a:lnTo>
                <a:lnTo>
                  <a:pt x="1968402" y="1186145"/>
                </a:lnTo>
                <a:lnTo>
                  <a:pt x="1989435" y="1226371"/>
                </a:lnTo>
                <a:lnTo>
                  <a:pt x="2009686" y="1267070"/>
                </a:lnTo>
                <a:lnTo>
                  <a:pt x="2029145" y="1308233"/>
                </a:lnTo>
                <a:lnTo>
                  <a:pt x="2047803" y="1349849"/>
                </a:lnTo>
                <a:lnTo>
                  <a:pt x="2065648" y="1391909"/>
                </a:lnTo>
                <a:lnTo>
                  <a:pt x="2082672" y="1434402"/>
                </a:lnTo>
                <a:lnTo>
                  <a:pt x="2098864" y="1477318"/>
                </a:lnTo>
                <a:lnTo>
                  <a:pt x="2114214" y="1520646"/>
                </a:lnTo>
                <a:lnTo>
                  <a:pt x="2128712" y="1564377"/>
                </a:lnTo>
                <a:lnTo>
                  <a:pt x="2142348" y="1608501"/>
                </a:lnTo>
                <a:lnTo>
                  <a:pt x="2155111" y="1653006"/>
                </a:lnTo>
                <a:lnTo>
                  <a:pt x="2166992" y="1697884"/>
                </a:lnTo>
                <a:lnTo>
                  <a:pt x="2177980" y="1743123"/>
                </a:lnTo>
                <a:lnTo>
                  <a:pt x="2188066" y="1788713"/>
                </a:lnTo>
                <a:lnTo>
                  <a:pt x="2197239" y="1834646"/>
                </a:lnTo>
                <a:lnTo>
                  <a:pt x="2205489" y="1880909"/>
                </a:lnTo>
                <a:lnTo>
                  <a:pt x="2212807" y="1927493"/>
                </a:lnTo>
                <a:lnTo>
                  <a:pt x="2219181" y="1974388"/>
                </a:lnTo>
                <a:lnTo>
                  <a:pt x="2224603" y="2021583"/>
                </a:lnTo>
                <a:lnTo>
                  <a:pt x="2229061" y="2069069"/>
                </a:lnTo>
                <a:lnTo>
                  <a:pt x="2232547" y="2116835"/>
                </a:lnTo>
                <a:lnTo>
                  <a:pt x="2235049" y="2164870"/>
                </a:lnTo>
                <a:lnTo>
                  <a:pt x="2236557" y="2213166"/>
                </a:lnTo>
                <a:lnTo>
                  <a:pt x="2237062" y="2261711"/>
                </a:lnTo>
                <a:lnTo>
                  <a:pt x="2237062" y="0"/>
                </a:lnTo>
                <a:close/>
              </a:path>
            </a:pathLst>
          </a:custGeom>
          <a:solidFill>
            <a:srgbClr val="2C2C2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Calibri"/>
              <a:ea typeface="Calibri"/>
              <a:cs typeface="Calibri"/>
              <a:sym typeface="Calibri"/>
            </a:endParaRPr>
          </a:p>
        </p:txBody>
      </p:sp>
      <p:pic>
        <p:nvPicPr>
          <p:cNvPr id="526" name="Google Shape;526;p84"/>
          <p:cNvPicPr preferRelativeResize="0"/>
          <p:nvPr/>
        </p:nvPicPr>
        <p:blipFill rotWithShape="1">
          <a:blip r:embed="rId2">
            <a:alphaModFix/>
          </a:blip>
          <a:srcRect t="1210" b="1190"/>
          <a:stretch/>
        </p:blipFill>
        <p:spPr>
          <a:xfrm>
            <a:off x="179859" y="406831"/>
            <a:ext cx="1526221" cy="1259763"/>
          </a:xfrm>
          <a:prstGeom prst="rect">
            <a:avLst/>
          </a:prstGeom>
          <a:noFill/>
          <a:ln>
            <a:noFill/>
          </a:ln>
        </p:spPr>
      </p:pic>
    </p:spTree>
    <p:extLst>
      <p:ext uri="{BB962C8B-B14F-4D97-AF65-F5344CB8AC3E}">
        <p14:creationId xmlns:p14="http://schemas.microsoft.com/office/powerpoint/2010/main" val="3457799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84" Type="http://schemas.openxmlformats.org/officeDocument/2006/relationships/slideLayout" Target="../slideLayouts/slideLayout96.xml"/><Relationship Id="rId89" Type="http://schemas.openxmlformats.org/officeDocument/2006/relationships/slideLayout" Target="../slideLayouts/slideLayout101.xml"/><Relationship Id="rId16" Type="http://schemas.openxmlformats.org/officeDocument/2006/relationships/slideLayout" Target="../slideLayouts/slideLayout28.xml"/><Relationship Id="rId11" Type="http://schemas.openxmlformats.org/officeDocument/2006/relationships/slideLayout" Target="../slideLayouts/slideLayout23.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74" Type="http://schemas.openxmlformats.org/officeDocument/2006/relationships/slideLayout" Target="../slideLayouts/slideLayout86.xml"/><Relationship Id="rId79" Type="http://schemas.openxmlformats.org/officeDocument/2006/relationships/slideLayout" Target="../slideLayouts/slideLayout91.xml"/><Relationship Id="rId102" Type="http://schemas.openxmlformats.org/officeDocument/2006/relationships/slideLayout" Target="../slideLayouts/slideLayout114.xml"/><Relationship Id="rId5" Type="http://schemas.openxmlformats.org/officeDocument/2006/relationships/slideLayout" Target="../slideLayouts/slideLayout17.xml"/><Relationship Id="rId90" Type="http://schemas.openxmlformats.org/officeDocument/2006/relationships/slideLayout" Target="../slideLayouts/slideLayout102.xml"/><Relationship Id="rId95" Type="http://schemas.openxmlformats.org/officeDocument/2006/relationships/slideLayout" Target="../slideLayouts/slideLayout107.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80" Type="http://schemas.openxmlformats.org/officeDocument/2006/relationships/slideLayout" Target="../slideLayouts/slideLayout92.xml"/><Relationship Id="rId85" Type="http://schemas.openxmlformats.org/officeDocument/2006/relationships/slideLayout" Target="../slideLayouts/slideLayout97.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59" Type="http://schemas.openxmlformats.org/officeDocument/2006/relationships/slideLayout" Target="../slideLayouts/slideLayout71.xml"/><Relationship Id="rId67" Type="http://schemas.openxmlformats.org/officeDocument/2006/relationships/slideLayout" Target="../slideLayouts/slideLayout79.xml"/><Relationship Id="rId103" Type="http://schemas.openxmlformats.org/officeDocument/2006/relationships/theme" Target="../theme/theme2.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slideLayout" Target="../slideLayouts/slideLayout66.xml"/><Relationship Id="rId62" Type="http://schemas.openxmlformats.org/officeDocument/2006/relationships/slideLayout" Target="../slideLayouts/slideLayout74.xml"/><Relationship Id="rId70" Type="http://schemas.openxmlformats.org/officeDocument/2006/relationships/slideLayout" Target="../slideLayouts/slideLayout82.xml"/><Relationship Id="rId75" Type="http://schemas.openxmlformats.org/officeDocument/2006/relationships/slideLayout" Target="../slideLayouts/slideLayout87.xml"/><Relationship Id="rId83" Type="http://schemas.openxmlformats.org/officeDocument/2006/relationships/slideLayout" Target="../slideLayouts/slideLayout95.xml"/><Relationship Id="rId88" Type="http://schemas.openxmlformats.org/officeDocument/2006/relationships/slideLayout" Target="../slideLayouts/slideLayout100.xml"/><Relationship Id="rId91" Type="http://schemas.openxmlformats.org/officeDocument/2006/relationships/slideLayout" Target="../slideLayouts/slideLayout103.xml"/><Relationship Id="rId96" Type="http://schemas.openxmlformats.org/officeDocument/2006/relationships/slideLayout" Target="../slideLayouts/slideLayout10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slideLayout" Target="../slideLayouts/slideLayout85.xml"/><Relationship Id="rId78" Type="http://schemas.openxmlformats.org/officeDocument/2006/relationships/slideLayout" Target="../slideLayouts/slideLayout90.xml"/><Relationship Id="rId81" Type="http://schemas.openxmlformats.org/officeDocument/2006/relationships/slideLayout" Target="../slideLayouts/slideLayout93.xml"/><Relationship Id="rId86" Type="http://schemas.openxmlformats.org/officeDocument/2006/relationships/slideLayout" Target="../slideLayouts/slideLayout98.xml"/><Relationship Id="rId94" Type="http://schemas.openxmlformats.org/officeDocument/2006/relationships/slideLayout" Target="../slideLayouts/slideLayout106.xml"/><Relationship Id="rId99" Type="http://schemas.openxmlformats.org/officeDocument/2006/relationships/slideLayout" Target="../slideLayouts/slideLayout111.xml"/><Relationship Id="rId101" Type="http://schemas.openxmlformats.org/officeDocument/2006/relationships/slideLayout" Target="../slideLayouts/slideLayout1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slideLayout" Target="../slideLayouts/slideLayout88.xml"/><Relationship Id="rId97" Type="http://schemas.openxmlformats.org/officeDocument/2006/relationships/slideLayout" Target="../slideLayouts/slideLayout109.xml"/><Relationship Id="rId7" Type="http://schemas.openxmlformats.org/officeDocument/2006/relationships/slideLayout" Target="../slideLayouts/slideLayout19.xml"/><Relationship Id="rId71" Type="http://schemas.openxmlformats.org/officeDocument/2006/relationships/slideLayout" Target="../slideLayouts/slideLayout83.xml"/><Relationship Id="rId92" Type="http://schemas.openxmlformats.org/officeDocument/2006/relationships/slideLayout" Target="../slideLayouts/slideLayout104.xml"/><Relationship Id="rId2" Type="http://schemas.openxmlformats.org/officeDocument/2006/relationships/slideLayout" Target="../slideLayouts/slideLayout14.xml"/><Relationship Id="rId29" Type="http://schemas.openxmlformats.org/officeDocument/2006/relationships/slideLayout" Target="../slideLayouts/slideLayout41.xml"/><Relationship Id="rId24" Type="http://schemas.openxmlformats.org/officeDocument/2006/relationships/slideLayout" Target="../slideLayouts/slideLayout36.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66" Type="http://schemas.openxmlformats.org/officeDocument/2006/relationships/slideLayout" Target="../slideLayouts/slideLayout78.xml"/><Relationship Id="rId87" Type="http://schemas.openxmlformats.org/officeDocument/2006/relationships/slideLayout" Target="../slideLayouts/slideLayout99.xml"/><Relationship Id="rId61" Type="http://schemas.openxmlformats.org/officeDocument/2006/relationships/slideLayout" Target="../slideLayouts/slideLayout73.xml"/><Relationship Id="rId82" Type="http://schemas.openxmlformats.org/officeDocument/2006/relationships/slideLayout" Target="../slideLayouts/slideLayout94.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56" Type="http://schemas.openxmlformats.org/officeDocument/2006/relationships/slideLayout" Target="../slideLayouts/slideLayout68.xml"/><Relationship Id="rId77" Type="http://schemas.openxmlformats.org/officeDocument/2006/relationships/slideLayout" Target="../slideLayouts/slideLayout89.xml"/><Relationship Id="rId100" Type="http://schemas.openxmlformats.org/officeDocument/2006/relationships/slideLayout" Target="../slideLayouts/slideLayout112.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93" Type="http://schemas.openxmlformats.org/officeDocument/2006/relationships/slideLayout" Target="../slideLayouts/slideLayout105.xml"/><Relationship Id="rId98" Type="http://schemas.openxmlformats.org/officeDocument/2006/relationships/slideLayout" Target="../slideLayouts/slideLayout110.xml"/><Relationship Id="rId3"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3/27/25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42913" y="432001"/>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24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42913" y="2103439"/>
            <a:ext cx="11306000" cy="4068800"/>
          </a:xfrm>
          <a:prstGeom prst="rect">
            <a:avLst/>
          </a:prstGeom>
          <a:noFill/>
          <a:ln>
            <a:noFill/>
          </a:ln>
        </p:spPr>
        <p:txBody>
          <a:bodyPr spcFirstLastPara="1" wrap="square" lIns="0" tIns="0" rIns="0" bIns="0" anchor="t" anchorCtr="0">
            <a:noAutofit/>
          </a:bodyPr>
          <a:lstStyle>
            <a:lvl1pPr marL="457200" marR="0" lvl="0" indent="-304800" algn="l" rtl="0">
              <a:lnSpc>
                <a:spcPct val="10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0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00000"/>
              </a:lnSpc>
              <a:spcBef>
                <a:spcPts val="500"/>
              </a:spcBef>
              <a:spcAft>
                <a:spcPts val="5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218489" y="6492240"/>
            <a:ext cx="3530800" cy="1372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
        <p:nvSpPr>
          <p:cNvPr id="9" name="Google Shape;9;p1"/>
          <p:cNvSpPr txBox="1"/>
          <p:nvPr/>
        </p:nvSpPr>
        <p:spPr>
          <a:xfrm>
            <a:off x="442913" y="649224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dk1"/>
                </a:solidFill>
                <a:latin typeface="Arial"/>
                <a:ea typeface="Arial"/>
                <a:cs typeface="Arial"/>
                <a:sym typeface="Arial"/>
              </a:rPr>
              <a:t>PwC</a:t>
            </a:r>
            <a:endParaRPr sz="1467" b="0" i="0" u="none" strike="noStrike" cap="none">
              <a:solidFill>
                <a:srgbClr val="000000"/>
              </a:solidFill>
              <a:latin typeface="Arial"/>
              <a:ea typeface="Arial"/>
              <a:cs typeface="Arial"/>
              <a:sym typeface="Arial"/>
            </a:endParaRPr>
          </a:p>
        </p:txBody>
      </p:sp>
      <p:sp>
        <p:nvSpPr>
          <p:cNvPr id="10" name="Google Shape;10;p1"/>
          <p:cNvSpPr txBox="1"/>
          <p:nvPr/>
        </p:nvSpPr>
        <p:spPr>
          <a:xfrm>
            <a:off x="442913" y="6355080"/>
            <a:ext cx="5474000" cy="1372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chemeClr val="dk1"/>
                </a:solidFill>
                <a:latin typeface="Arial"/>
                <a:ea typeface="Arial"/>
                <a:cs typeface="Arial"/>
                <a:sym typeface="Arial"/>
              </a:rPr>
              <a:t>Presentation Title [View &gt; Master and edit/delete on very top slide master]</a:t>
            </a:r>
            <a:endParaRPr sz="1467" b="0" i="0" u="none" strike="noStrike" cap="none">
              <a:solidFill>
                <a:srgbClr val="000000"/>
              </a:solidFill>
              <a:latin typeface="Arial"/>
              <a:ea typeface="Arial"/>
              <a:cs typeface="Arial"/>
              <a:sym typeface="Arial"/>
            </a:endParaRPr>
          </a:p>
        </p:txBody>
      </p:sp>
      <p:sp>
        <p:nvSpPr>
          <p:cNvPr id="11" name="Google Shape;11;p1"/>
          <p:cNvSpPr txBox="1"/>
          <p:nvPr/>
        </p:nvSpPr>
        <p:spPr>
          <a:xfrm>
            <a:off x="8218488" y="6355080"/>
            <a:ext cx="3530800" cy="1372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en" sz="800" b="0" i="0" u="none" strike="noStrike" cap="none">
                <a:solidFill>
                  <a:schemeClr val="dk1"/>
                </a:solidFill>
                <a:latin typeface="Arial"/>
                <a:ea typeface="Arial"/>
                <a:cs typeface="Arial"/>
                <a:sym typeface="Arial"/>
              </a:rPr>
              <a:t>Date [View &gt; Master and edit/delete on very top slide master]</a:t>
            </a:r>
            <a:endParaRPr sz="14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84417043"/>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6" r:id="rId51"/>
    <p:sldLayoutId id="2147483727" r:id="rId52"/>
    <p:sldLayoutId id="2147483728" r:id="rId53"/>
    <p:sldLayoutId id="2147483729" r:id="rId54"/>
    <p:sldLayoutId id="2147483730" r:id="rId55"/>
    <p:sldLayoutId id="2147483731" r:id="rId56"/>
    <p:sldLayoutId id="2147483732" r:id="rId57"/>
    <p:sldLayoutId id="2147483733" r:id="rId58"/>
    <p:sldLayoutId id="2147483734" r:id="rId59"/>
    <p:sldLayoutId id="2147483735" r:id="rId60"/>
    <p:sldLayoutId id="2147483736" r:id="rId61"/>
    <p:sldLayoutId id="2147483737" r:id="rId62"/>
    <p:sldLayoutId id="2147483738" r:id="rId63"/>
    <p:sldLayoutId id="2147483739" r:id="rId64"/>
    <p:sldLayoutId id="2147483741" r:id="rId65"/>
    <p:sldLayoutId id="2147483742" r:id="rId66"/>
    <p:sldLayoutId id="2147483743" r:id="rId67"/>
    <p:sldLayoutId id="2147483744" r:id="rId68"/>
    <p:sldLayoutId id="2147483745" r:id="rId69"/>
    <p:sldLayoutId id="2147483746" r:id="rId70"/>
    <p:sldLayoutId id="2147483747" r:id="rId71"/>
    <p:sldLayoutId id="2147483748" r:id="rId72"/>
    <p:sldLayoutId id="2147483749" r:id="rId73"/>
    <p:sldLayoutId id="2147483750" r:id="rId74"/>
    <p:sldLayoutId id="2147483751" r:id="rId75"/>
    <p:sldLayoutId id="2147483752" r:id="rId76"/>
    <p:sldLayoutId id="2147483753" r:id="rId77"/>
    <p:sldLayoutId id="2147483754" r:id="rId78"/>
    <p:sldLayoutId id="2147483755" r:id="rId79"/>
    <p:sldLayoutId id="2147483756" r:id="rId80"/>
    <p:sldLayoutId id="2147483757" r:id="rId81"/>
    <p:sldLayoutId id="2147483758" r:id="rId82"/>
    <p:sldLayoutId id="2147483759" r:id="rId83"/>
    <p:sldLayoutId id="2147483760" r:id="rId84"/>
    <p:sldLayoutId id="2147483761" r:id="rId85"/>
    <p:sldLayoutId id="2147483762" r:id="rId86"/>
    <p:sldLayoutId id="2147483763" r:id="rId87"/>
    <p:sldLayoutId id="2147483764" r:id="rId88"/>
    <p:sldLayoutId id="2147483765" r:id="rId89"/>
    <p:sldLayoutId id="2147483766" r:id="rId90"/>
    <p:sldLayoutId id="2147483767" r:id="rId91"/>
    <p:sldLayoutId id="2147483768" r:id="rId92"/>
    <p:sldLayoutId id="2147483769" r:id="rId93"/>
    <p:sldLayoutId id="2147483770" r:id="rId94"/>
    <p:sldLayoutId id="2147483772" r:id="rId95"/>
    <p:sldLayoutId id="2147483773" r:id="rId96"/>
    <p:sldLayoutId id="2147483774" r:id="rId97"/>
    <p:sldLayoutId id="2147483775" r:id="rId98"/>
    <p:sldLayoutId id="2147483776" r:id="rId99"/>
    <p:sldLayoutId id="2147483777" r:id="rId100"/>
    <p:sldLayoutId id="2147483778" r:id="rId101"/>
    <p:sldLayoutId id="2147483779" r:id="rId10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F26B43"/>
          </p15:clr>
        </p15:guide>
        <p15:guide id="2" pos="209">
          <p15:clr>
            <a:srgbClr val="F26B43"/>
          </p15:clr>
        </p15:guide>
        <p15:guide id="3" pos="5551">
          <p15:clr>
            <a:srgbClr val="F26B43"/>
          </p15:clr>
        </p15:guide>
        <p15:guide id="4" pos="2965">
          <p15:clr>
            <a:srgbClr val="F26B43"/>
          </p15:clr>
        </p15:guide>
        <p15:guide id="5" pos="2795">
          <p15:clr>
            <a:srgbClr val="F26B43"/>
          </p15:clr>
        </p15:guide>
        <p15:guide id="6" orient="horz" pos="2916">
          <p15:clr>
            <a:srgbClr val="F26B43"/>
          </p15:clr>
        </p15:guide>
        <p15:guide id="7" pos="2045">
          <p15:clr>
            <a:srgbClr val="F26B43"/>
          </p15:clr>
        </p15:guide>
        <p15:guide id="8" pos="1877">
          <p15:clr>
            <a:srgbClr val="F26B43"/>
          </p15:clr>
        </p15:guide>
        <p15:guide id="9" pos="3714">
          <p15:clr>
            <a:srgbClr val="F26B43"/>
          </p15:clr>
        </p15:guide>
        <p15:guide id="10" pos="3883">
          <p15:clr>
            <a:srgbClr val="F26B43"/>
          </p15:clr>
        </p15:guide>
        <p15:guide id="11" orient="horz" pos="1620">
          <p15:clr>
            <a:srgbClr val="F26B43"/>
          </p15:clr>
        </p15:guide>
        <p15:guide id="12" orient="horz" pos="994">
          <p15:clr>
            <a:srgbClr val="F26B43"/>
          </p15:clr>
        </p15:guide>
        <p15:guide id="13" orient="horz" pos="859">
          <p15:clr>
            <a:srgbClr val="F26B43"/>
          </p15:clr>
        </p15:guide>
        <p15:guide id="14" orient="horz" pos="20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11.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08.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8" Type="http://schemas.openxmlformats.org/officeDocument/2006/relationships/image" Target="../media/image31.jpg"/><Relationship Id="rId3" Type="http://schemas.openxmlformats.org/officeDocument/2006/relationships/hyperlink" Target="https://sites.google.com/pwc.com/reinventing-future-campaign/rtf-overview/take-on-tomorrow?authuser=0" TargetMode="External"/><Relationship Id="rId7" Type="http://schemas.openxmlformats.org/officeDocument/2006/relationships/image" Target="../media/image30.jpg"/><Relationship Id="rId2" Type="http://schemas.openxmlformats.org/officeDocument/2006/relationships/notesSlide" Target="../notesSlides/notesSlide7.xml"/><Relationship Id="rId1" Type="http://schemas.openxmlformats.org/officeDocument/2006/relationships/slideLayout" Target="../slideLayouts/slideLayout86.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 Id="rId9" Type="http://schemas.openxmlformats.org/officeDocument/2006/relationships/image" Target="../media/image32.jpg"/></Relationships>
</file>

<file path=ppt/slides/_rels/slide8.xml.rels><?xml version="1.0" encoding="UTF-8" standalone="yes"?>
<Relationships xmlns="http://schemas.openxmlformats.org/package/2006/relationships"><Relationship Id="rId8" Type="http://schemas.openxmlformats.org/officeDocument/2006/relationships/hyperlink" Target="https://sites.google.com/pwc.com/digital-accelerators-us/digital-accelerators-directory" TargetMode="External"/><Relationship Id="rId3" Type="http://schemas.openxmlformats.org/officeDocument/2006/relationships/image" Target="../media/image33.png"/><Relationship Id="rId7" Type="http://schemas.openxmlformats.org/officeDocument/2006/relationships/hyperlink" Target="https://pwc-americasmc-us.webex.com/webappng/sites/pwc-americasmc-us/recording/play/fca6ad9bc98349f28b2ab775001a44e4" TargetMode="External"/><Relationship Id="rId12" Type="http://schemas.openxmlformats.org/officeDocument/2006/relationships/hyperlink" Target="mailto:us_tmt_advisory_automation_team@pwc.com" TargetMode="External"/><Relationship Id="rId2" Type="http://schemas.openxmlformats.org/officeDocument/2006/relationships/notesSlide" Target="../notesSlides/notesSlide8.xml"/><Relationship Id="rId1" Type="http://schemas.openxmlformats.org/officeDocument/2006/relationships/slideLayout" Target="../slideLayouts/slideLayout83.xml"/><Relationship Id="rId6" Type="http://schemas.openxmlformats.org/officeDocument/2006/relationships/hyperlink" Target="https://sites.google.com/pwc.com/advisory-tmt-vertical-team/digitizing-tmt" TargetMode="External"/><Relationship Id="rId11" Type="http://schemas.openxmlformats.org/officeDocument/2006/relationships/hyperlink" Target="https://sites.google.com/pwc.com/digitalcommunities/home" TargetMode="External"/><Relationship Id="rId5" Type="http://schemas.openxmlformats.org/officeDocument/2006/relationships/hyperlink" Target="https://sites.google.com/pwc.com/workbench/resources/videos" TargetMode="External"/><Relationship Id="rId10" Type="http://schemas.openxmlformats.org/officeDocument/2006/relationships/hyperlink" Target="https://sites.google.com/pwc.com/advisory-tmt-vertical-team/digitizing-tmt#h.p_-63ZY2FgfphP" TargetMode="External"/><Relationship Id="rId4" Type="http://schemas.openxmlformats.org/officeDocument/2006/relationships/hyperlink" Target="https://sites.google.com/pwc.com/workbench" TargetMode="External"/><Relationship Id="rId9" Type="http://schemas.openxmlformats.org/officeDocument/2006/relationships/hyperlink" Target="https://docs.google.com/spreadsheets/d/1Xg-Mjf1goOj9uzw3pEkdjyhXkkUfB78pFGastFEXiH0/edit?pli=1#gid=778489115"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31"/>
        <p:cNvGrpSpPr/>
        <p:nvPr/>
      </p:nvGrpSpPr>
      <p:grpSpPr>
        <a:xfrm>
          <a:off x="0" y="0"/>
          <a:ext cx="0" cy="0"/>
          <a:chOff x="0" y="0"/>
          <a:chExt cx="0" cy="0"/>
        </a:xfrm>
      </p:grpSpPr>
      <p:sp>
        <p:nvSpPr>
          <p:cNvPr id="14932" name="Google Shape;14932;p2093"/>
          <p:cNvSpPr txBox="1">
            <a:spLocks noGrp="1"/>
          </p:cNvSpPr>
          <p:nvPr>
            <p:ph type="title"/>
          </p:nvPr>
        </p:nvSpPr>
        <p:spPr>
          <a:xfrm>
            <a:off x="534849" y="457200"/>
            <a:ext cx="10769600" cy="914400"/>
          </a:xfrm>
          <a:prstGeom prst="rect">
            <a:avLst/>
          </a:prstGeom>
        </p:spPr>
        <p:txBody>
          <a:bodyPr spcFirstLastPara="1" wrap="square" lIns="91400" tIns="91400" rIns="91400" bIns="91400" anchor="t" anchorCtr="0">
            <a:noAutofit/>
          </a:bodyPr>
          <a:lstStyle/>
          <a:p>
            <a:endParaRPr/>
          </a:p>
        </p:txBody>
      </p:sp>
      <p:sp>
        <p:nvSpPr>
          <p:cNvPr id="14933" name="Google Shape;14933;p2093"/>
          <p:cNvSpPr txBox="1">
            <a:spLocks noGrp="1"/>
          </p:cNvSpPr>
          <p:nvPr>
            <p:ph type="body" idx="1"/>
          </p:nvPr>
        </p:nvSpPr>
        <p:spPr>
          <a:xfrm>
            <a:off x="534849" y="1600200"/>
            <a:ext cx="3246400" cy="3302000"/>
          </a:xfrm>
          <a:prstGeom prst="rect">
            <a:avLst/>
          </a:prstGeom>
        </p:spPr>
        <p:txBody>
          <a:bodyPr spcFirstLastPara="1" wrap="square" lIns="91400" tIns="91400" rIns="91400" bIns="91400" anchor="t" anchorCtr="0">
            <a:noAutofit/>
          </a:bodyPr>
          <a:lstStyle/>
          <a:p>
            <a:pPr marL="0" indent="0"/>
            <a:endParaRPr/>
          </a:p>
        </p:txBody>
      </p:sp>
      <p:sp>
        <p:nvSpPr>
          <p:cNvPr id="14934" name="Google Shape;14934;p2093"/>
          <p:cNvSpPr txBox="1">
            <a:spLocks noGrp="1"/>
          </p:cNvSpPr>
          <p:nvPr>
            <p:ph type="body" idx="2"/>
          </p:nvPr>
        </p:nvSpPr>
        <p:spPr>
          <a:xfrm>
            <a:off x="4434683" y="1600200"/>
            <a:ext cx="3246400" cy="3302000"/>
          </a:xfrm>
          <a:prstGeom prst="rect">
            <a:avLst/>
          </a:prstGeom>
        </p:spPr>
        <p:txBody>
          <a:bodyPr spcFirstLastPara="1" wrap="square" lIns="91400" tIns="91400" rIns="91400" bIns="91400" anchor="t" anchorCtr="0">
            <a:noAutofit/>
          </a:bodyPr>
          <a:lstStyle/>
          <a:p>
            <a:pPr marL="0" indent="0"/>
            <a:endParaRPr/>
          </a:p>
        </p:txBody>
      </p:sp>
      <p:sp>
        <p:nvSpPr>
          <p:cNvPr id="14935" name="Google Shape;14935;p2093"/>
          <p:cNvSpPr txBox="1">
            <a:spLocks noGrp="1"/>
          </p:cNvSpPr>
          <p:nvPr>
            <p:ph type="body" idx="3"/>
          </p:nvPr>
        </p:nvSpPr>
        <p:spPr>
          <a:xfrm>
            <a:off x="8334515" y="1600200"/>
            <a:ext cx="3246400" cy="3302000"/>
          </a:xfrm>
          <a:prstGeom prst="rect">
            <a:avLst/>
          </a:prstGeom>
        </p:spPr>
        <p:txBody>
          <a:bodyPr spcFirstLastPara="1" wrap="square" lIns="91400" tIns="91400" rIns="91400" bIns="91400" anchor="t" anchorCtr="0">
            <a:noAutofit/>
          </a:bodyPr>
          <a:lstStyle/>
          <a:p>
            <a:pPr marL="0" indent="0"/>
            <a:endParaRPr/>
          </a:p>
        </p:txBody>
      </p:sp>
      <p:pic>
        <p:nvPicPr>
          <p:cNvPr id="14936" name="Google Shape;14936;p2093"/>
          <p:cNvPicPr preferRelativeResize="0"/>
          <p:nvPr/>
        </p:nvPicPr>
        <p:blipFill>
          <a:blip r:embed="rId3">
            <a:alphaModFix/>
          </a:blip>
          <a:stretch>
            <a:fillRect/>
          </a:stretch>
        </p:blipFill>
        <p:spPr>
          <a:xfrm>
            <a:off x="26974" y="0"/>
            <a:ext cx="12138052" cy="6858000"/>
          </a:xfrm>
          <a:prstGeom prst="rect">
            <a:avLst/>
          </a:prstGeom>
          <a:noFill/>
          <a:ln>
            <a:noFill/>
          </a:ln>
        </p:spPr>
      </p:pic>
      <p:sp>
        <p:nvSpPr>
          <p:cNvPr id="14937" name="Google Shape;14937;p2093"/>
          <p:cNvSpPr txBox="1">
            <a:spLocks noGrp="1"/>
          </p:cNvSpPr>
          <p:nvPr>
            <p:ph type="ctrTitle" idx="4294967295"/>
          </p:nvPr>
        </p:nvSpPr>
        <p:spPr>
          <a:xfrm>
            <a:off x="442912" y="428625"/>
            <a:ext cx="6630241" cy="2286000"/>
          </a:xfrm>
          <a:prstGeom prst="rect">
            <a:avLst/>
          </a:prstGeom>
          <a:noFill/>
          <a:ln>
            <a:noFill/>
          </a:ln>
        </p:spPr>
        <p:txBody>
          <a:bodyPr spcFirstLastPara="1" wrap="square" lIns="0" tIns="0" rIns="0" bIns="0" anchor="b" anchorCtr="0">
            <a:noAutofit/>
          </a:bodyPr>
          <a:lstStyle/>
          <a:p>
            <a:pPr>
              <a:buClr>
                <a:schemeClr val="lt1"/>
              </a:buClr>
              <a:buSzPts val="3800"/>
            </a:pPr>
            <a:r>
              <a:rPr lang="en" sz="3800" b="1" dirty="0">
                <a:solidFill>
                  <a:srgbClr val="FFFFFF"/>
                </a:solidFill>
              </a:rPr>
              <a:t>Solution Design Overview</a:t>
            </a:r>
            <a:br>
              <a:rPr lang="en" dirty="0">
                <a:solidFill>
                  <a:srgbClr val="FFFFFF"/>
                </a:solidFill>
              </a:rPr>
            </a:br>
            <a:br>
              <a:rPr lang="en" dirty="0">
                <a:solidFill>
                  <a:srgbClr val="FFFFFF"/>
                </a:solidFill>
              </a:rPr>
            </a:br>
            <a:r>
              <a:rPr lang="en" dirty="0">
                <a:solidFill>
                  <a:srgbClr val="FFFFFF"/>
                </a:solidFill>
              </a:rPr>
              <a:t>Enterprise Virtual Desktop </a:t>
            </a:r>
            <a:endParaRPr sz="5067" dirty="0">
              <a:solidFill>
                <a:srgbClr val="FFFFFF"/>
              </a:solidFill>
            </a:endParaRPr>
          </a:p>
        </p:txBody>
      </p:sp>
      <p:sp>
        <p:nvSpPr>
          <p:cNvPr id="14938" name="Google Shape;14938;p2093"/>
          <p:cNvSpPr txBox="1">
            <a:spLocks noGrp="1"/>
          </p:cNvSpPr>
          <p:nvPr>
            <p:ph type="subTitle" idx="4294967295"/>
          </p:nvPr>
        </p:nvSpPr>
        <p:spPr>
          <a:xfrm>
            <a:off x="442913" y="3749040"/>
            <a:ext cx="5474000" cy="594400"/>
          </a:xfrm>
          <a:prstGeom prst="rect">
            <a:avLst/>
          </a:prstGeom>
          <a:noFill/>
          <a:ln>
            <a:noFill/>
          </a:ln>
        </p:spPr>
        <p:txBody>
          <a:bodyPr spcFirstLastPara="1" wrap="square" lIns="0" tIns="0" rIns="0" bIns="0" anchor="t" anchorCtr="0">
            <a:noAutofit/>
          </a:bodyPr>
          <a:lstStyle/>
          <a:p>
            <a:pPr marL="0" indent="0">
              <a:buClr>
                <a:schemeClr val="lt1"/>
              </a:buClr>
              <a:buNone/>
            </a:pPr>
            <a:r>
              <a:rPr lang="en" dirty="0">
                <a:solidFill>
                  <a:srgbClr val="FFFFFF"/>
                </a:solidFill>
                <a:latin typeface="Georgia" panose="02040502050405020303" pitchFamily="18" charset="0"/>
              </a:rPr>
              <a:t>April 2025</a:t>
            </a:r>
            <a:endParaRPr dirty="0">
              <a:solidFill>
                <a:srgbClr val="FFFFFF"/>
              </a:solidFill>
              <a:latin typeface="Georgia" panose="02040502050405020303" pitchFamily="18" charset="0"/>
            </a:endParaRPr>
          </a:p>
        </p:txBody>
      </p:sp>
      <p:pic>
        <p:nvPicPr>
          <p:cNvPr id="7" name="Picture 6" descr="Logo&#10;&#10;Description automatically generated">
            <a:extLst>
              <a:ext uri="{FF2B5EF4-FFF2-40B4-BE49-F238E27FC236}">
                <a16:creationId xmlns:a16="http://schemas.microsoft.com/office/drawing/2014/main" id="{24B05228-0B24-4E69-9594-C93A2C8809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746" y="5140550"/>
            <a:ext cx="1490001" cy="1260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98"/>
        <p:cNvGrpSpPr/>
        <p:nvPr/>
      </p:nvGrpSpPr>
      <p:grpSpPr>
        <a:xfrm>
          <a:off x="0" y="0"/>
          <a:ext cx="0" cy="0"/>
          <a:chOff x="0" y="0"/>
          <a:chExt cx="0" cy="0"/>
        </a:xfrm>
      </p:grpSpPr>
      <p:sp>
        <p:nvSpPr>
          <p:cNvPr id="8399" name="Google Shape;8399;p403"/>
          <p:cNvSpPr txBox="1">
            <a:spLocks noGrp="1"/>
          </p:cNvSpPr>
          <p:nvPr>
            <p:ph type="title"/>
          </p:nvPr>
        </p:nvSpPr>
        <p:spPr>
          <a:xfrm>
            <a:off x="0" y="0"/>
            <a:ext cx="3348800" cy="6858000"/>
          </a:xfrm>
          <a:prstGeom prst="rect">
            <a:avLst/>
          </a:prstGeom>
          <a:solidFill>
            <a:schemeClr val="accent1"/>
          </a:solidFill>
          <a:ln>
            <a:noFill/>
          </a:ln>
        </p:spPr>
        <p:txBody>
          <a:bodyPr spcFirstLastPara="1" wrap="square" lIns="91433" tIns="45700" rIns="91433" bIns="45700" anchor="ctr" anchorCtr="0">
            <a:normAutofit/>
          </a:bodyPr>
          <a:lstStyle/>
          <a:p>
            <a:r>
              <a:rPr lang="en"/>
              <a:t>Features</a:t>
            </a:r>
            <a:endParaRPr/>
          </a:p>
        </p:txBody>
      </p:sp>
      <p:pic>
        <p:nvPicPr>
          <p:cNvPr id="8400" name="Google Shape;8400;p403" descr="Replace with your icon"/>
          <p:cNvPicPr preferRelativeResize="0"/>
          <p:nvPr/>
        </p:nvPicPr>
        <p:blipFill rotWithShape="1">
          <a:blip r:embed="rId3">
            <a:alphaModFix/>
          </a:blip>
          <a:srcRect/>
          <a:stretch/>
        </p:blipFill>
        <p:spPr>
          <a:xfrm>
            <a:off x="3550809" y="606396"/>
            <a:ext cx="468747" cy="468747"/>
          </a:xfrm>
          <a:prstGeom prst="rect">
            <a:avLst/>
          </a:prstGeom>
          <a:noFill/>
          <a:ln>
            <a:noFill/>
          </a:ln>
        </p:spPr>
      </p:pic>
      <p:sp>
        <p:nvSpPr>
          <p:cNvPr id="8401" name="Google Shape;8401;p403"/>
          <p:cNvSpPr txBox="1">
            <a:spLocks noGrp="1"/>
          </p:cNvSpPr>
          <p:nvPr>
            <p:ph type="body" idx="1"/>
          </p:nvPr>
        </p:nvSpPr>
        <p:spPr>
          <a:xfrm>
            <a:off x="3460021" y="795337"/>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02" name="Google Shape;8402;p403"/>
          <p:cNvSpPr txBox="1">
            <a:spLocks noGrp="1"/>
          </p:cNvSpPr>
          <p:nvPr>
            <p:ph type="body" idx="2"/>
          </p:nvPr>
        </p:nvSpPr>
        <p:spPr>
          <a:xfrm>
            <a:off x="3460021" y="1844201"/>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03" name="Google Shape;8403;p403" descr="Replace with your icon"/>
          <p:cNvPicPr preferRelativeResize="0"/>
          <p:nvPr/>
        </p:nvPicPr>
        <p:blipFill rotWithShape="1">
          <a:blip r:embed="rId4">
            <a:alphaModFix/>
          </a:blip>
          <a:srcRect/>
          <a:stretch/>
        </p:blipFill>
        <p:spPr>
          <a:xfrm>
            <a:off x="5772693" y="594333"/>
            <a:ext cx="492332" cy="492332"/>
          </a:xfrm>
          <a:prstGeom prst="rect">
            <a:avLst/>
          </a:prstGeom>
          <a:noFill/>
          <a:ln>
            <a:noFill/>
          </a:ln>
        </p:spPr>
      </p:pic>
      <p:sp>
        <p:nvSpPr>
          <p:cNvPr id="8404" name="Google Shape;8404;p403"/>
          <p:cNvSpPr txBox="1">
            <a:spLocks noGrp="1"/>
          </p:cNvSpPr>
          <p:nvPr>
            <p:ph type="body" idx="3"/>
          </p:nvPr>
        </p:nvSpPr>
        <p:spPr>
          <a:xfrm>
            <a:off x="5651285" y="795079"/>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05" name="Google Shape;8405;p403"/>
          <p:cNvSpPr txBox="1">
            <a:spLocks noGrp="1"/>
          </p:cNvSpPr>
          <p:nvPr>
            <p:ph type="body" idx="4"/>
          </p:nvPr>
        </p:nvSpPr>
        <p:spPr>
          <a:xfrm>
            <a:off x="5651285" y="1843943"/>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06" name="Google Shape;8406;p403" descr="Replace with your icon"/>
          <p:cNvPicPr preferRelativeResize="0"/>
          <p:nvPr/>
        </p:nvPicPr>
        <p:blipFill rotWithShape="1">
          <a:blip r:embed="rId5">
            <a:alphaModFix/>
          </a:blip>
          <a:srcRect/>
          <a:stretch/>
        </p:blipFill>
        <p:spPr>
          <a:xfrm>
            <a:off x="7963958" y="606396"/>
            <a:ext cx="514557" cy="514557"/>
          </a:xfrm>
          <a:prstGeom prst="rect">
            <a:avLst/>
          </a:prstGeom>
          <a:noFill/>
          <a:ln>
            <a:noFill/>
          </a:ln>
        </p:spPr>
      </p:pic>
      <p:sp>
        <p:nvSpPr>
          <p:cNvPr id="8407" name="Google Shape;8407;p403"/>
          <p:cNvSpPr txBox="1">
            <a:spLocks noGrp="1"/>
          </p:cNvSpPr>
          <p:nvPr>
            <p:ph type="body" idx="5"/>
          </p:nvPr>
        </p:nvSpPr>
        <p:spPr>
          <a:xfrm>
            <a:off x="7842551" y="795337"/>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08" name="Google Shape;8408;p403"/>
          <p:cNvSpPr txBox="1">
            <a:spLocks noGrp="1"/>
          </p:cNvSpPr>
          <p:nvPr>
            <p:ph type="body" idx="6"/>
          </p:nvPr>
        </p:nvSpPr>
        <p:spPr>
          <a:xfrm>
            <a:off x="7842551" y="1844201"/>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09" name="Google Shape;8409;p403" descr="Replace with your icon"/>
          <p:cNvPicPr preferRelativeResize="0"/>
          <p:nvPr/>
        </p:nvPicPr>
        <p:blipFill rotWithShape="1">
          <a:blip r:embed="rId6">
            <a:alphaModFix/>
          </a:blip>
          <a:srcRect/>
          <a:stretch/>
        </p:blipFill>
        <p:spPr>
          <a:xfrm>
            <a:off x="10064435" y="606396"/>
            <a:ext cx="514557" cy="514557"/>
          </a:xfrm>
          <a:prstGeom prst="rect">
            <a:avLst/>
          </a:prstGeom>
          <a:noFill/>
          <a:ln>
            <a:noFill/>
          </a:ln>
        </p:spPr>
      </p:pic>
      <p:sp>
        <p:nvSpPr>
          <p:cNvPr id="8410" name="Google Shape;8410;p403"/>
          <p:cNvSpPr txBox="1">
            <a:spLocks noGrp="1"/>
          </p:cNvSpPr>
          <p:nvPr>
            <p:ph type="body" idx="7"/>
          </p:nvPr>
        </p:nvSpPr>
        <p:spPr>
          <a:xfrm>
            <a:off x="10033816" y="795079"/>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11" name="Google Shape;8411;p403"/>
          <p:cNvSpPr txBox="1">
            <a:spLocks noGrp="1"/>
          </p:cNvSpPr>
          <p:nvPr>
            <p:ph type="body" idx="8"/>
          </p:nvPr>
        </p:nvSpPr>
        <p:spPr>
          <a:xfrm>
            <a:off x="10033816" y="1843943"/>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12" name="Google Shape;8412;p403" descr="Replace with your icon"/>
          <p:cNvPicPr preferRelativeResize="0"/>
          <p:nvPr/>
        </p:nvPicPr>
        <p:blipFill rotWithShape="1">
          <a:blip r:embed="rId7">
            <a:alphaModFix/>
          </a:blip>
          <a:srcRect/>
          <a:stretch/>
        </p:blipFill>
        <p:spPr>
          <a:xfrm>
            <a:off x="3598838" y="3685868"/>
            <a:ext cx="517689" cy="517689"/>
          </a:xfrm>
          <a:prstGeom prst="rect">
            <a:avLst/>
          </a:prstGeom>
          <a:noFill/>
          <a:ln>
            <a:noFill/>
          </a:ln>
        </p:spPr>
      </p:pic>
      <p:sp>
        <p:nvSpPr>
          <p:cNvPr id="8413" name="Google Shape;8413;p403"/>
          <p:cNvSpPr txBox="1">
            <a:spLocks noGrp="1"/>
          </p:cNvSpPr>
          <p:nvPr>
            <p:ph type="body" idx="9"/>
          </p:nvPr>
        </p:nvSpPr>
        <p:spPr>
          <a:xfrm>
            <a:off x="3460021" y="3918937"/>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14" name="Google Shape;8414;p403"/>
          <p:cNvSpPr txBox="1">
            <a:spLocks noGrp="1"/>
          </p:cNvSpPr>
          <p:nvPr>
            <p:ph type="body" idx="13"/>
          </p:nvPr>
        </p:nvSpPr>
        <p:spPr>
          <a:xfrm>
            <a:off x="3460021" y="4967801"/>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15" name="Google Shape;8415;p403" descr="Replace with your icon"/>
          <p:cNvPicPr preferRelativeResize="0"/>
          <p:nvPr/>
        </p:nvPicPr>
        <p:blipFill rotWithShape="1">
          <a:blip r:embed="rId8">
            <a:alphaModFix/>
          </a:blip>
          <a:srcRect/>
          <a:stretch/>
        </p:blipFill>
        <p:spPr>
          <a:xfrm>
            <a:off x="5749136" y="3633197"/>
            <a:ext cx="611472" cy="611472"/>
          </a:xfrm>
          <a:prstGeom prst="rect">
            <a:avLst/>
          </a:prstGeom>
          <a:noFill/>
          <a:ln>
            <a:noFill/>
          </a:ln>
        </p:spPr>
      </p:pic>
      <p:sp>
        <p:nvSpPr>
          <p:cNvPr id="8416" name="Google Shape;8416;p403"/>
          <p:cNvSpPr txBox="1">
            <a:spLocks noGrp="1"/>
          </p:cNvSpPr>
          <p:nvPr>
            <p:ph type="body" idx="14"/>
          </p:nvPr>
        </p:nvSpPr>
        <p:spPr>
          <a:xfrm>
            <a:off x="5651285" y="3918679"/>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17" name="Google Shape;8417;p403"/>
          <p:cNvSpPr txBox="1">
            <a:spLocks noGrp="1"/>
          </p:cNvSpPr>
          <p:nvPr>
            <p:ph type="body" idx="15"/>
          </p:nvPr>
        </p:nvSpPr>
        <p:spPr>
          <a:xfrm>
            <a:off x="5651285" y="4967543"/>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18" name="Google Shape;8418;p403" descr="Replace with your icon"/>
          <p:cNvPicPr preferRelativeResize="0"/>
          <p:nvPr/>
        </p:nvPicPr>
        <p:blipFill rotWithShape="1">
          <a:blip r:embed="rId9">
            <a:alphaModFix/>
          </a:blip>
          <a:srcRect/>
          <a:stretch/>
        </p:blipFill>
        <p:spPr>
          <a:xfrm>
            <a:off x="7896156" y="3617880"/>
            <a:ext cx="558656" cy="558656"/>
          </a:xfrm>
          <a:prstGeom prst="rect">
            <a:avLst/>
          </a:prstGeom>
          <a:noFill/>
          <a:ln>
            <a:noFill/>
          </a:ln>
        </p:spPr>
      </p:pic>
      <p:sp>
        <p:nvSpPr>
          <p:cNvPr id="8419" name="Google Shape;8419;p403"/>
          <p:cNvSpPr txBox="1">
            <a:spLocks noGrp="1"/>
          </p:cNvSpPr>
          <p:nvPr>
            <p:ph type="body" idx="16"/>
          </p:nvPr>
        </p:nvSpPr>
        <p:spPr>
          <a:xfrm>
            <a:off x="7842551" y="3918937"/>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20" name="Google Shape;8420;p403"/>
          <p:cNvSpPr txBox="1">
            <a:spLocks noGrp="1"/>
          </p:cNvSpPr>
          <p:nvPr>
            <p:ph type="body" idx="17"/>
          </p:nvPr>
        </p:nvSpPr>
        <p:spPr>
          <a:xfrm>
            <a:off x="7842551" y="4967801"/>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pic>
        <p:nvPicPr>
          <p:cNvPr id="8421" name="Google Shape;8421;p403" descr="Replace with your icon"/>
          <p:cNvPicPr preferRelativeResize="0"/>
          <p:nvPr/>
        </p:nvPicPr>
        <p:blipFill rotWithShape="1">
          <a:blip r:embed="rId10">
            <a:alphaModFix/>
          </a:blip>
          <a:srcRect/>
          <a:stretch/>
        </p:blipFill>
        <p:spPr>
          <a:xfrm>
            <a:off x="10118975" y="3709916"/>
            <a:ext cx="510192" cy="510192"/>
          </a:xfrm>
          <a:prstGeom prst="rect">
            <a:avLst/>
          </a:prstGeom>
          <a:noFill/>
          <a:ln>
            <a:noFill/>
          </a:ln>
        </p:spPr>
      </p:pic>
      <p:sp>
        <p:nvSpPr>
          <p:cNvPr id="8422" name="Google Shape;8422;p403"/>
          <p:cNvSpPr txBox="1">
            <a:spLocks noGrp="1"/>
          </p:cNvSpPr>
          <p:nvPr>
            <p:ph type="body" idx="18"/>
          </p:nvPr>
        </p:nvSpPr>
        <p:spPr>
          <a:xfrm>
            <a:off x="10033816" y="3918679"/>
            <a:ext cx="1989200" cy="1216000"/>
          </a:xfrm>
          <a:prstGeom prst="rect">
            <a:avLst/>
          </a:prstGeom>
          <a:noFill/>
          <a:ln>
            <a:noFill/>
          </a:ln>
        </p:spPr>
        <p:txBody>
          <a:bodyPr spcFirstLastPara="1" wrap="square" lIns="91433" tIns="45700" rIns="91433" bIns="45700" anchor="ctr" anchorCtr="0">
            <a:normAutofit/>
          </a:bodyPr>
          <a:lstStyle/>
          <a:p>
            <a:pPr marL="0" indent="0">
              <a:spcBef>
                <a:spcPts val="0"/>
              </a:spcBef>
            </a:pPr>
            <a:r>
              <a:rPr lang="en"/>
              <a:t>Feature</a:t>
            </a:r>
            <a:endParaRPr/>
          </a:p>
        </p:txBody>
      </p:sp>
      <p:sp>
        <p:nvSpPr>
          <p:cNvPr id="8423" name="Google Shape;8423;p403"/>
          <p:cNvSpPr txBox="1">
            <a:spLocks noGrp="1"/>
          </p:cNvSpPr>
          <p:nvPr>
            <p:ph type="body" idx="19"/>
          </p:nvPr>
        </p:nvSpPr>
        <p:spPr>
          <a:xfrm>
            <a:off x="10033816" y="4967543"/>
            <a:ext cx="1989200" cy="1761200"/>
          </a:xfrm>
          <a:prstGeom prst="rect">
            <a:avLst/>
          </a:prstGeom>
          <a:noFill/>
          <a:ln>
            <a:noFill/>
          </a:ln>
        </p:spPr>
        <p:txBody>
          <a:bodyPr spcFirstLastPara="1" wrap="square" lIns="91433" tIns="45700" rIns="91433" bIns="45700" anchor="t" anchorCtr="0">
            <a:noAutofit/>
          </a:bodyPr>
          <a:lstStyle/>
          <a:p>
            <a:pPr marL="0" indent="0">
              <a:spcBef>
                <a:spcPts val="0"/>
              </a:spcBef>
            </a:pPr>
            <a:r>
              <a:rPr lang="en"/>
              <a:t>Replace this text with your own.</a:t>
            </a:r>
            <a:endParaRPr/>
          </a:p>
          <a:p>
            <a:pPr marL="0" inden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43"/>
        <p:cNvGrpSpPr/>
        <p:nvPr/>
      </p:nvGrpSpPr>
      <p:grpSpPr>
        <a:xfrm>
          <a:off x="0" y="0"/>
          <a:ext cx="0" cy="0"/>
          <a:chOff x="0" y="0"/>
          <a:chExt cx="0" cy="0"/>
        </a:xfrm>
      </p:grpSpPr>
      <p:cxnSp>
        <p:nvCxnSpPr>
          <p:cNvPr id="5944" name="Google Shape;5944;p341"/>
          <p:cNvCxnSpPr/>
          <p:nvPr/>
        </p:nvCxnSpPr>
        <p:spPr>
          <a:xfrm rot="10800000">
            <a:off x="5636221" y="3878279"/>
            <a:ext cx="0" cy="418000"/>
          </a:xfrm>
          <a:prstGeom prst="straightConnector1">
            <a:avLst/>
          </a:prstGeom>
          <a:noFill/>
          <a:ln w="25400" cap="flat" cmpd="sng">
            <a:solidFill>
              <a:srgbClr val="D9D9D9"/>
            </a:solidFill>
            <a:prstDash val="solid"/>
            <a:miter lim="800000"/>
            <a:headEnd type="none" w="sm" len="sm"/>
            <a:tailEnd type="none" w="sm" len="sm"/>
          </a:ln>
        </p:spPr>
      </p:cxnSp>
      <p:sp>
        <p:nvSpPr>
          <p:cNvPr id="5945" name="Google Shape;5945;p341"/>
          <p:cNvSpPr/>
          <p:nvPr/>
        </p:nvSpPr>
        <p:spPr>
          <a:xfrm>
            <a:off x="6039421" y="3419289"/>
            <a:ext cx="3686000" cy="455600"/>
          </a:xfrm>
          <a:prstGeom prst="roundRect">
            <a:avLst>
              <a:gd name="adj" fmla="val 16667"/>
            </a:avLst>
          </a:prstGeom>
          <a:solidFill>
            <a:srgbClr val="F3F3F3"/>
          </a:solidFill>
          <a:ln w="9525" cap="flat" cmpd="sng">
            <a:solidFill>
              <a:srgbClr val="464646"/>
            </a:solidFill>
            <a:prstDash val="solid"/>
            <a:round/>
            <a:headEnd type="none" w="sm" len="sm"/>
            <a:tailEnd type="none" w="sm" len="sm"/>
          </a:ln>
        </p:spPr>
        <p:txBody>
          <a:bodyPr spcFirstLastPara="1" wrap="square" lIns="121900" tIns="121900" rIns="121900" bIns="121900" anchor="t" anchorCtr="0">
            <a:noAutofit/>
          </a:bodyPr>
          <a:lstStyle/>
          <a:p>
            <a:r>
              <a:rPr lang="en" sz="933" i="1"/>
              <a:t>Stakeholders follow</a:t>
            </a:r>
            <a:r>
              <a:rPr lang="en" sz="933" i="1">
                <a:solidFill>
                  <a:srgbClr val="FF0000"/>
                </a:solidFill>
              </a:rPr>
              <a:t> </a:t>
            </a:r>
            <a:r>
              <a:rPr lang="en" sz="933" i="1"/>
              <a:t>the training        </a:t>
            </a:r>
            <a:endParaRPr sz="933" i="1"/>
          </a:p>
        </p:txBody>
      </p:sp>
      <p:sp>
        <p:nvSpPr>
          <p:cNvPr id="5946" name="Google Shape;5946;p341"/>
          <p:cNvSpPr/>
          <p:nvPr/>
        </p:nvSpPr>
        <p:spPr>
          <a:xfrm>
            <a:off x="11325961" y="3531768"/>
            <a:ext cx="720400" cy="720400"/>
          </a:xfrm>
          <a:prstGeom prst="roundRect">
            <a:avLst>
              <a:gd name="adj" fmla="val 16667"/>
            </a:avLst>
          </a:prstGeom>
          <a:solidFill>
            <a:srgbClr val="FFFFFF"/>
          </a:solidFill>
          <a:ln w="9525" cap="flat" cmpd="sng">
            <a:solidFill>
              <a:srgbClr val="46464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5947" name="Google Shape;5947;p341"/>
          <p:cNvCxnSpPr/>
          <p:nvPr/>
        </p:nvCxnSpPr>
        <p:spPr>
          <a:xfrm rot="10800000">
            <a:off x="1351200" y="3314141"/>
            <a:ext cx="0" cy="418000"/>
          </a:xfrm>
          <a:prstGeom prst="straightConnector1">
            <a:avLst/>
          </a:prstGeom>
          <a:noFill/>
          <a:ln w="25400" cap="flat" cmpd="sng">
            <a:solidFill>
              <a:srgbClr val="464646"/>
            </a:solidFill>
            <a:prstDash val="solid"/>
            <a:miter lim="800000"/>
            <a:headEnd type="none" w="sm" len="sm"/>
            <a:tailEnd type="none" w="sm" len="sm"/>
          </a:ln>
        </p:spPr>
      </p:cxnSp>
      <p:cxnSp>
        <p:nvCxnSpPr>
          <p:cNvPr id="5948" name="Google Shape;5948;p341"/>
          <p:cNvCxnSpPr/>
          <p:nvPr/>
        </p:nvCxnSpPr>
        <p:spPr>
          <a:xfrm rot="10800000">
            <a:off x="2428728" y="3969216"/>
            <a:ext cx="0" cy="423200"/>
          </a:xfrm>
          <a:prstGeom prst="straightConnector1">
            <a:avLst/>
          </a:prstGeom>
          <a:noFill/>
          <a:ln w="25400" cap="flat" cmpd="sng">
            <a:solidFill>
              <a:srgbClr val="464646"/>
            </a:solidFill>
            <a:prstDash val="solid"/>
            <a:miter lim="800000"/>
            <a:headEnd type="none" w="sm" len="sm"/>
            <a:tailEnd type="none" w="sm" len="sm"/>
          </a:ln>
        </p:spPr>
      </p:cxnSp>
      <p:cxnSp>
        <p:nvCxnSpPr>
          <p:cNvPr id="5949" name="Google Shape;5949;p341"/>
          <p:cNvCxnSpPr/>
          <p:nvPr/>
        </p:nvCxnSpPr>
        <p:spPr>
          <a:xfrm rot="10800000" flipH="1">
            <a:off x="241200" y="3871917"/>
            <a:ext cx="9814000" cy="10800"/>
          </a:xfrm>
          <a:prstGeom prst="straightConnector1">
            <a:avLst/>
          </a:prstGeom>
          <a:noFill/>
          <a:ln w="38100" cap="flat" cmpd="sng">
            <a:solidFill>
              <a:srgbClr val="464646"/>
            </a:solidFill>
            <a:prstDash val="solid"/>
            <a:miter lim="800000"/>
            <a:headEnd type="oval" w="med" len="med"/>
            <a:tailEnd type="triangle" w="med" len="med"/>
          </a:ln>
        </p:spPr>
      </p:cxnSp>
      <p:sp>
        <p:nvSpPr>
          <p:cNvPr id="5950" name="Google Shape;5950;p341"/>
          <p:cNvSpPr/>
          <p:nvPr/>
        </p:nvSpPr>
        <p:spPr>
          <a:xfrm>
            <a:off x="3239368"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5951" name="Google Shape;5951;p341"/>
          <p:cNvSpPr/>
          <p:nvPr/>
        </p:nvSpPr>
        <p:spPr>
          <a:xfrm>
            <a:off x="1205629"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5952" name="Google Shape;5952;p341"/>
          <p:cNvSpPr/>
          <p:nvPr/>
        </p:nvSpPr>
        <p:spPr>
          <a:xfrm>
            <a:off x="10078851" y="3318601"/>
            <a:ext cx="1119600" cy="1119600"/>
          </a:xfrm>
          <a:prstGeom prst="roundRect">
            <a:avLst>
              <a:gd name="adj" fmla="val 16667"/>
            </a:avLst>
          </a:prstGeom>
          <a:solidFill>
            <a:srgbClr val="F3F3F3"/>
          </a:solidFill>
          <a:ln w="28575" cap="flat" cmpd="sng">
            <a:solidFill>
              <a:srgbClr val="464646"/>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sp>
        <p:nvSpPr>
          <p:cNvPr id="5953" name="Google Shape;5953;p341"/>
          <p:cNvSpPr/>
          <p:nvPr/>
        </p:nvSpPr>
        <p:spPr>
          <a:xfrm>
            <a:off x="2079923" y="4254371"/>
            <a:ext cx="697600" cy="6976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54" name="Google Shape;5954;p341"/>
          <p:cNvSpPr txBox="1"/>
          <p:nvPr/>
        </p:nvSpPr>
        <p:spPr>
          <a:xfrm>
            <a:off x="1142367"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1</a:t>
            </a:r>
            <a:endParaRPr sz="2400" b="1">
              <a:solidFill>
                <a:srgbClr val="FFFFFF"/>
              </a:solidFill>
            </a:endParaRPr>
          </a:p>
        </p:txBody>
      </p:sp>
      <p:sp>
        <p:nvSpPr>
          <p:cNvPr id="5955" name="Google Shape;5955;p341"/>
          <p:cNvSpPr/>
          <p:nvPr/>
        </p:nvSpPr>
        <p:spPr>
          <a:xfrm>
            <a:off x="995000" y="2758847"/>
            <a:ext cx="704400" cy="7044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56" name="Google Shape;5956;p341"/>
          <p:cNvSpPr/>
          <p:nvPr/>
        </p:nvSpPr>
        <p:spPr>
          <a:xfrm>
            <a:off x="1361885" y="2815766"/>
            <a:ext cx="283353" cy="283359"/>
          </a:xfrm>
          <a:custGeom>
            <a:avLst/>
            <a:gdLst/>
            <a:ahLst/>
            <a:cxnLst/>
            <a:rect l="l" t="t" r="r" b="b"/>
            <a:pathLst>
              <a:path w="78" h="77" extrusionOk="0">
                <a:moveTo>
                  <a:pt x="0" y="0"/>
                </a:moveTo>
                <a:lnTo>
                  <a:pt x="0" y="77"/>
                </a:lnTo>
                <a:lnTo>
                  <a:pt x="78" y="77"/>
                </a:lnTo>
                <a:lnTo>
                  <a:pt x="78" y="0"/>
                </a:lnTo>
                <a:lnTo>
                  <a:pt x="0" y="0"/>
                </a:lnTo>
                <a:close/>
                <a:moveTo>
                  <a:pt x="39" y="42"/>
                </a:moveTo>
                <a:lnTo>
                  <a:pt x="5" y="3"/>
                </a:lnTo>
                <a:lnTo>
                  <a:pt x="72" y="3"/>
                </a:lnTo>
                <a:lnTo>
                  <a:pt x="39" y="42"/>
                </a:lnTo>
                <a:close/>
                <a:moveTo>
                  <a:pt x="32" y="38"/>
                </a:moveTo>
                <a:lnTo>
                  <a:pt x="3" y="71"/>
                </a:lnTo>
                <a:lnTo>
                  <a:pt x="3" y="6"/>
                </a:lnTo>
                <a:lnTo>
                  <a:pt x="32" y="38"/>
                </a:lnTo>
                <a:close/>
                <a:moveTo>
                  <a:pt x="34" y="41"/>
                </a:moveTo>
                <a:lnTo>
                  <a:pt x="39" y="47"/>
                </a:lnTo>
                <a:lnTo>
                  <a:pt x="44" y="41"/>
                </a:lnTo>
                <a:lnTo>
                  <a:pt x="72" y="74"/>
                </a:lnTo>
                <a:lnTo>
                  <a:pt x="5" y="74"/>
                </a:lnTo>
                <a:lnTo>
                  <a:pt x="34" y="41"/>
                </a:lnTo>
                <a:close/>
                <a:moveTo>
                  <a:pt x="46" y="38"/>
                </a:moveTo>
                <a:lnTo>
                  <a:pt x="74" y="6"/>
                </a:lnTo>
                <a:lnTo>
                  <a:pt x="74" y="71"/>
                </a:lnTo>
                <a:lnTo>
                  <a:pt x="46" y="3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nvGrpSpPr>
          <p:cNvPr id="5957" name="Google Shape;5957;p341"/>
          <p:cNvGrpSpPr/>
          <p:nvPr/>
        </p:nvGrpSpPr>
        <p:grpSpPr>
          <a:xfrm>
            <a:off x="1048384" y="2815760"/>
            <a:ext cx="283368" cy="283368"/>
            <a:chOff x="6615113" y="3573463"/>
            <a:chExt cx="298450" cy="298450"/>
          </a:xfrm>
        </p:grpSpPr>
        <p:sp>
          <p:nvSpPr>
            <p:cNvPr id="5958" name="Google Shape;5958;p341"/>
            <p:cNvSpPr/>
            <p:nvPr/>
          </p:nvSpPr>
          <p:spPr>
            <a:xfrm>
              <a:off x="6654800" y="3636963"/>
              <a:ext cx="220663" cy="171450"/>
            </a:xfrm>
            <a:custGeom>
              <a:avLst/>
              <a:gdLst/>
              <a:ahLst/>
              <a:cxnLst/>
              <a:rect l="l" t="t" r="r" b="b"/>
              <a:pathLst>
                <a:path w="139" h="108" extrusionOk="0">
                  <a:moveTo>
                    <a:pt x="0" y="0"/>
                  </a:moveTo>
                  <a:lnTo>
                    <a:pt x="0" y="102"/>
                  </a:lnTo>
                  <a:lnTo>
                    <a:pt x="42" y="102"/>
                  </a:lnTo>
                  <a:lnTo>
                    <a:pt x="42" y="108"/>
                  </a:lnTo>
                  <a:lnTo>
                    <a:pt x="96" y="108"/>
                  </a:lnTo>
                  <a:lnTo>
                    <a:pt x="96" y="102"/>
                  </a:lnTo>
                  <a:lnTo>
                    <a:pt x="139" y="102"/>
                  </a:lnTo>
                  <a:lnTo>
                    <a:pt x="139" y="0"/>
                  </a:lnTo>
                  <a:lnTo>
                    <a:pt x="0" y="0"/>
                  </a:lnTo>
                  <a:close/>
                  <a:moveTo>
                    <a:pt x="129" y="10"/>
                  </a:moveTo>
                  <a:lnTo>
                    <a:pt x="129" y="88"/>
                  </a:lnTo>
                  <a:lnTo>
                    <a:pt x="9" y="88"/>
                  </a:lnTo>
                  <a:lnTo>
                    <a:pt x="9" y="10"/>
                  </a:lnTo>
                  <a:lnTo>
                    <a:pt x="129" y="1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59" name="Google Shape;5959;p341"/>
            <p:cNvSpPr/>
            <p:nvPr/>
          </p:nvSpPr>
          <p:spPr>
            <a:xfrm>
              <a:off x="6615113" y="3573463"/>
              <a:ext cx="298450" cy="298450"/>
            </a:xfrm>
            <a:custGeom>
              <a:avLst/>
              <a:gdLst/>
              <a:ahLst/>
              <a:cxnLst/>
              <a:rect l="l" t="t" r="r" b="b"/>
              <a:pathLst>
                <a:path w="188" h="188" extrusionOk="0">
                  <a:moveTo>
                    <a:pt x="180" y="180"/>
                  </a:moveTo>
                  <a:lnTo>
                    <a:pt x="8" y="180"/>
                  </a:lnTo>
                  <a:lnTo>
                    <a:pt x="8" y="7"/>
                  </a:lnTo>
                  <a:lnTo>
                    <a:pt x="179" y="7"/>
                  </a:lnTo>
                  <a:lnTo>
                    <a:pt x="180" y="180"/>
                  </a:lnTo>
                  <a:close/>
                  <a:moveTo>
                    <a:pt x="0" y="0"/>
                  </a:moveTo>
                  <a:lnTo>
                    <a:pt x="0" y="188"/>
                  </a:lnTo>
                  <a:lnTo>
                    <a:pt x="188" y="188"/>
                  </a:lnTo>
                  <a:lnTo>
                    <a:pt x="188"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5960" name="Google Shape;5960;p341"/>
          <p:cNvGrpSpPr/>
          <p:nvPr/>
        </p:nvGrpSpPr>
        <p:grpSpPr>
          <a:xfrm>
            <a:off x="1048028" y="3112160"/>
            <a:ext cx="283361" cy="283377"/>
            <a:chOff x="3162300" y="1219200"/>
            <a:chExt cx="123825" cy="123825"/>
          </a:xfrm>
        </p:grpSpPr>
        <p:sp>
          <p:nvSpPr>
            <p:cNvPr id="5961" name="Google Shape;5961;p341"/>
            <p:cNvSpPr/>
            <p:nvPr/>
          </p:nvSpPr>
          <p:spPr>
            <a:xfrm>
              <a:off x="3171825" y="1243013"/>
              <a:ext cx="103188" cy="76200"/>
            </a:xfrm>
            <a:custGeom>
              <a:avLst/>
              <a:gdLst/>
              <a:ahLst/>
              <a:cxnLst/>
              <a:rect l="l" t="t" r="r" b="b"/>
              <a:pathLst>
                <a:path w="65" h="48" extrusionOk="0">
                  <a:moveTo>
                    <a:pt x="62" y="38"/>
                  </a:moveTo>
                  <a:lnTo>
                    <a:pt x="62" y="0"/>
                  </a:lnTo>
                  <a:lnTo>
                    <a:pt x="4" y="0"/>
                  </a:lnTo>
                  <a:lnTo>
                    <a:pt x="4" y="38"/>
                  </a:lnTo>
                  <a:lnTo>
                    <a:pt x="0" y="38"/>
                  </a:lnTo>
                  <a:lnTo>
                    <a:pt x="0" y="48"/>
                  </a:lnTo>
                  <a:lnTo>
                    <a:pt x="65" y="48"/>
                  </a:lnTo>
                  <a:lnTo>
                    <a:pt x="65" y="38"/>
                  </a:lnTo>
                  <a:lnTo>
                    <a:pt x="62" y="38"/>
                  </a:lnTo>
                  <a:close/>
                  <a:moveTo>
                    <a:pt x="58" y="3"/>
                  </a:moveTo>
                  <a:lnTo>
                    <a:pt x="58" y="38"/>
                  </a:lnTo>
                  <a:lnTo>
                    <a:pt x="7" y="38"/>
                  </a:lnTo>
                  <a:lnTo>
                    <a:pt x="7" y="3"/>
                  </a:lnTo>
                  <a:lnTo>
                    <a:pt x="58" y="3"/>
                  </a:lnTo>
                  <a:close/>
                  <a:moveTo>
                    <a:pt x="4" y="44"/>
                  </a:moveTo>
                  <a:lnTo>
                    <a:pt x="4" y="41"/>
                  </a:lnTo>
                  <a:lnTo>
                    <a:pt x="62" y="41"/>
                  </a:lnTo>
                  <a:lnTo>
                    <a:pt x="62" y="44"/>
                  </a:lnTo>
                  <a:lnTo>
                    <a:pt x="4" y="4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62" name="Google Shape;5962;p341"/>
            <p:cNvSpPr/>
            <p:nvPr/>
          </p:nvSpPr>
          <p:spPr>
            <a:xfrm>
              <a:off x="3187700" y="1252538"/>
              <a:ext cx="73025" cy="46038"/>
            </a:xfrm>
            <a:custGeom>
              <a:avLst/>
              <a:gdLst/>
              <a:ahLst/>
              <a:cxnLst/>
              <a:rect l="l" t="t" r="r" b="b"/>
              <a:pathLst>
                <a:path w="46" h="29" extrusionOk="0">
                  <a:moveTo>
                    <a:pt x="46" y="0"/>
                  </a:moveTo>
                  <a:lnTo>
                    <a:pt x="0" y="0"/>
                  </a:lnTo>
                  <a:lnTo>
                    <a:pt x="0" y="29"/>
                  </a:lnTo>
                  <a:lnTo>
                    <a:pt x="46" y="29"/>
                  </a:lnTo>
                  <a:lnTo>
                    <a:pt x="46" y="0"/>
                  </a:lnTo>
                  <a:close/>
                  <a:moveTo>
                    <a:pt x="3" y="26"/>
                  </a:moveTo>
                  <a:lnTo>
                    <a:pt x="3" y="3"/>
                  </a:lnTo>
                  <a:lnTo>
                    <a:pt x="43" y="3"/>
                  </a:lnTo>
                  <a:lnTo>
                    <a:pt x="43" y="26"/>
                  </a:lnTo>
                  <a:lnTo>
                    <a:pt x="3" y="26"/>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63" name="Google Shape;5963;p341"/>
            <p:cNvSpPr/>
            <p:nvPr/>
          </p:nvSpPr>
          <p:spPr>
            <a:xfrm>
              <a:off x="3162300" y="1219200"/>
              <a:ext cx="123825" cy="123825"/>
            </a:xfrm>
            <a:custGeom>
              <a:avLst/>
              <a:gdLst/>
              <a:ahLst/>
              <a:cxnLst/>
              <a:rect l="l" t="t" r="r" b="b"/>
              <a:pathLst>
                <a:path w="78" h="78" extrusionOk="0">
                  <a:moveTo>
                    <a:pt x="0" y="0"/>
                  </a:moveTo>
                  <a:lnTo>
                    <a:pt x="0" y="78"/>
                  </a:lnTo>
                  <a:lnTo>
                    <a:pt x="78" y="78"/>
                  </a:lnTo>
                  <a:lnTo>
                    <a:pt x="78" y="0"/>
                  </a:lnTo>
                  <a:lnTo>
                    <a:pt x="0" y="0"/>
                  </a:lnTo>
                  <a:close/>
                  <a:moveTo>
                    <a:pt x="74" y="74"/>
                  </a:moveTo>
                  <a:lnTo>
                    <a:pt x="3" y="74"/>
                  </a:lnTo>
                  <a:lnTo>
                    <a:pt x="3" y="3"/>
                  </a:lnTo>
                  <a:lnTo>
                    <a:pt x="74" y="3"/>
                  </a:lnTo>
                  <a:lnTo>
                    <a:pt x="74" y="7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5964" name="Google Shape;5964;p341"/>
          <p:cNvGrpSpPr/>
          <p:nvPr/>
        </p:nvGrpSpPr>
        <p:grpSpPr>
          <a:xfrm>
            <a:off x="10408575" y="3385865"/>
            <a:ext cx="460189" cy="486063"/>
            <a:chOff x="211138" y="3144838"/>
            <a:chExt cx="1174750" cy="1176338"/>
          </a:xfrm>
        </p:grpSpPr>
        <p:sp>
          <p:nvSpPr>
            <p:cNvPr id="5965" name="Google Shape;5965;p341"/>
            <p:cNvSpPr/>
            <p:nvPr/>
          </p:nvSpPr>
          <p:spPr>
            <a:xfrm>
              <a:off x="211138" y="3144838"/>
              <a:ext cx="1174750" cy="1176338"/>
            </a:xfrm>
            <a:custGeom>
              <a:avLst/>
              <a:gdLst/>
              <a:ahLst/>
              <a:cxnLst/>
              <a:rect l="l" t="t" r="r" b="b"/>
              <a:pathLst>
                <a:path w="740" h="741" extrusionOk="0">
                  <a:moveTo>
                    <a:pt x="0" y="0"/>
                  </a:moveTo>
                  <a:lnTo>
                    <a:pt x="0" y="741"/>
                  </a:lnTo>
                  <a:lnTo>
                    <a:pt x="740" y="741"/>
                  </a:lnTo>
                  <a:lnTo>
                    <a:pt x="740" y="0"/>
                  </a:lnTo>
                  <a:lnTo>
                    <a:pt x="0" y="0"/>
                  </a:lnTo>
                  <a:close/>
                  <a:moveTo>
                    <a:pt x="708" y="709"/>
                  </a:moveTo>
                  <a:lnTo>
                    <a:pt x="32" y="709"/>
                  </a:lnTo>
                  <a:lnTo>
                    <a:pt x="32" y="32"/>
                  </a:lnTo>
                  <a:lnTo>
                    <a:pt x="708" y="32"/>
                  </a:lnTo>
                  <a:lnTo>
                    <a:pt x="708" y="709"/>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66" name="Google Shape;5966;p341"/>
            <p:cNvSpPr/>
            <p:nvPr/>
          </p:nvSpPr>
          <p:spPr>
            <a:xfrm>
              <a:off x="584201" y="3516313"/>
              <a:ext cx="457200" cy="428625"/>
            </a:xfrm>
            <a:custGeom>
              <a:avLst/>
              <a:gdLst/>
              <a:ahLst/>
              <a:cxnLst/>
              <a:rect l="l" t="t" r="r" b="b"/>
              <a:pathLst>
                <a:path w="224" h="210" extrusionOk="0">
                  <a:moveTo>
                    <a:pt x="67" y="203"/>
                  </a:moveTo>
                  <a:cubicBezTo>
                    <a:pt x="80" y="208"/>
                    <a:pt x="93" y="210"/>
                    <a:pt x="106" y="210"/>
                  </a:cubicBezTo>
                  <a:cubicBezTo>
                    <a:pt x="120" y="210"/>
                    <a:pt x="133" y="208"/>
                    <a:pt x="146" y="202"/>
                  </a:cubicBezTo>
                  <a:cubicBezTo>
                    <a:pt x="172" y="192"/>
                    <a:pt x="192" y="172"/>
                    <a:pt x="202" y="146"/>
                  </a:cubicBezTo>
                  <a:cubicBezTo>
                    <a:pt x="224" y="93"/>
                    <a:pt x="199" y="32"/>
                    <a:pt x="146" y="10"/>
                  </a:cubicBezTo>
                  <a:cubicBezTo>
                    <a:pt x="120" y="0"/>
                    <a:pt x="92" y="0"/>
                    <a:pt x="66" y="11"/>
                  </a:cubicBezTo>
                  <a:cubicBezTo>
                    <a:pt x="41" y="21"/>
                    <a:pt x="21" y="41"/>
                    <a:pt x="10" y="67"/>
                  </a:cubicBezTo>
                  <a:cubicBezTo>
                    <a:pt x="0" y="93"/>
                    <a:pt x="0" y="121"/>
                    <a:pt x="10" y="147"/>
                  </a:cubicBezTo>
                  <a:cubicBezTo>
                    <a:pt x="21" y="172"/>
                    <a:pt x="41" y="192"/>
                    <a:pt x="67" y="203"/>
                  </a:cubicBezTo>
                  <a:close/>
                  <a:moveTo>
                    <a:pt x="33" y="76"/>
                  </a:moveTo>
                  <a:cubicBezTo>
                    <a:pt x="41" y="57"/>
                    <a:pt x="56" y="41"/>
                    <a:pt x="76" y="33"/>
                  </a:cubicBezTo>
                  <a:cubicBezTo>
                    <a:pt x="86" y="29"/>
                    <a:pt x="96" y="27"/>
                    <a:pt x="106" y="27"/>
                  </a:cubicBezTo>
                  <a:cubicBezTo>
                    <a:pt x="116" y="27"/>
                    <a:pt x="127" y="29"/>
                    <a:pt x="136" y="33"/>
                  </a:cubicBezTo>
                  <a:cubicBezTo>
                    <a:pt x="177" y="50"/>
                    <a:pt x="196" y="96"/>
                    <a:pt x="180" y="137"/>
                  </a:cubicBezTo>
                  <a:cubicBezTo>
                    <a:pt x="172" y="156"/>
                    <a:pt x="156" y="172"/>
                    <a:pt x="137" y="180"/>
                  </a:cubicBezTo>
                  <a:cubicBezTo>
                    <a:pt x="117" y="188"/>
                    <a:pt x="96" y="188"/>
                    <a:pt x="76" y="180"/>
                  </a:cubicBezTo>
                  <a:cubicBezTo>
                    <a:pt x="57" y="172"/>
                    <a:pt x="41" y="157"/>
                    <a:pt x="33" y="137"/>
                  </a:cubicBezTo>
                  <a:cubicBezTo>
                    <a:pt x="25" y="118"/>
                    <a:pt x="25" y="96"/>
                    <a:pt x="33" y="76"/>
                  </a:cubicBez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67" name="Google Shape;5967;p341"/>
            <p:cNvSpPr/>
            <p:nvPr/>
          </p:nvSpPr>
          <p:spPr>
            <a:xfrm>
              <a:off x="358776" y="3289300"/>
              <a:ext cx="885825" cy="889000"/>
            </a:xfrm>
            <a:custGeom>
              <a:avLst/>
              <a:gdLst/>
              <a:ahLst/>
              <a:cxnLst/>
              <a:rect l="l" t="t" r="r" b="b"/>
              <a:pathLst>
                <a:path w="435" h="435" extrusionOk="0">
                  <a:moveTo>
                    <a:pt x="7" y="190"/>
                  </a:moveTo>
                  <a:cubicBezTo>
                    <a:pt x="45" y="217"/>
                    <a:pt x="45" y="217"/>
                    <a:pt x="45" y="217"/>
                  </a:cubicBezTo>
                  <a:cubicBezTo>
                    <a:pt x="7" y="245"/>
                    <a:pt x="7" y="245"/>
                    <a:pt x="7" y="245"/>
                  </a:cubicBezTo>
                  <a:cubicBezTo>
                    <a:pt x="2" y="249"/>
                    <a:pt x="0" y="255"/>
                    <a:pt x="1" y="261"/>
                  </a:cubicBezTo>
                  <a:cubicBezTo>
                    <a:pt x="2" y="266"/>
                    <a:pt x="6" y="271"/>
                    <a:pt x="12" y="272"/>
                  </a:cubicBezTo>
                  <a:cubicBezTo>
                    <a:pt x="58" y="283"/>
                    <a:pt x="58" y="283"/>
                    <a:pt x="58" y="283"/>
                  </a:cubicBezTo>
                  <a:cubicBezTo>
                    <a:pt x="33" y="324"/>
                    <a:pt x="33" y="324"/>
                    <a:pt x="33" y="324"/>
                  </a:cubicBezTo>
                  <a:cubicBezTo>
                    <a:pt x="30" y="329"/>
                    <a:pt x="31" y="335"/>
                    <a:pt x="34" y="340"/>
                  </a:cubicBezTo>
                  <a:cubicBezTo>
                    <a:pt x="37" y="345"/>
                    <a:pt x="43" y="348"/>
                    <a:pt x="49" y="347"/>
                  </a:cubicBezTo>
                  <a:cubicBezTo>
                    <a:pt x="95" y="339"/>
                    <a:pt x="95" y="339"/>
                    <a:pt x="95" y="339"/>
                  </a:cubicBezTo>
                  <a:cubicBezTo>
                    <a:pt x="88" y="386"/>
                    <a:pt x="88" y="386"/>
                    <a:pt x="88" y="386"/>
                  </a:cubicBezTo>
                  <a:cubicBezTo>
                    <a:pt x="87" y="392"/>
                    <a:pt x="90" y="398"/>
                    <a:pt x="95" y="401"/>
                  </a:cubicBezTo>
                  <a:cubicBezTo>
                    <a:pt x="99" y="404"/>
                    <a:pt x="106" y="404"/>
                    <a:pt x="111" y="401"/>
                  </a:cubicBezTo>
                  <a:cubicBezTo>
                    <a:pt x="151" y="377"/>
                    <a:pt x="151" y="377"/>
                    <a:pt x="151" y="377"/>
                  </a:cubicBezTo>
                  <a:cubicBezTo>
                    <a:pt x="163" y="423"/>
                    <a:pt x="163" y="423"/>
                    <a:pt x="163" y="423"/>
                  </a:cubicBezTo>
                  <a:cubicBezTo>
                    <a:pt x="164" y="428"/>
                    <a:pt x="168" y="433"/>
                    <a:pt x="174" y="434"/>
                  </a:cubicBezTo>
                  <a:cubicBezTo>
                    <a:pt x="180" y="435"/>
                    <a:pt x="186" y="433"/>
                    <a:pt x="189" y="428"/>
                  </a:cubicBezTo>
                  <a:cubicBezTo>
                    <a:pt x="217" y="390"/>
                    <a:pt x="217" y="390"/>
                    <a:pt x="217" y="390"/>
                  </a:cubicBezTo>
                  <a:cubicBezTo>
                    <a:pt x="245" y="428"/>
                    <a:pt x="245" y="428"/>
                    <a:pt x="245" y="428"/>
                  </a:cubicBezTo>
                  <a:cubicBezTo>
                    <a:pt x="248" y="432"/>
                    <a:pt x="253" y="434"/>
                    <a:pt x="257" y="434"/>
                  </a:cubicBezTo>
                  <a:cubicBezTo>
                    <a:pt x="258" y="434"/>
                    <a:pt x="259" y="434"/>
                    <a:pt x="260" y="434"/>
                  </a:cubicBezTo>
                  <a:cubicBezTo>
                    <a:pt x="266" y="433"/>
                    <a:pt x="271" y="428"/>
                    <a:pt x="272" y="423"/>
                  </a:cubicBezTo>
                  <a:cubicBezTo>
                    <a:pt x="283" y="377"/>
                    <a:pt x="283" y="377"/>
                    <a:pt x="283" y="377"/>
                  </a:cubicBezTo>
                  <a:cubicBezTo>
                    <a:pt x="324" y="401"/>
                    <a:pt x="324" y="401"/>
                    <a:pt x="324" y="401"/>
                  </a:cubicBezTo>
                  <a:cubicBezTo>
                    <a:pt x="329" y="404"/>
                    <a:pt x="335" y="404"/>
                    <a:pt x="340" y="401"/>
                  </a:cubicBezTo>
                  <a:cubicBezTo>
                    <a:pt x="345" y="398"/>
                    <a:pt x="347" y="392"/>
                    <a:pt x="346" y="386"/>
                  </a:cubicBezTo>
                  <a:cubicBezTo>
                    <a:pt x="339" y="339"/>
                    <a:pt x="339" y="339"/>
                    <a:pt x="339" y="339"/>
                  </a:cubicBezTo>
                  <a:cubicBezTo>
                    <a:pt x="386" y="347"/>
                    <a:pt x="386" y="347"/>
                    <a:pt x="386" y="347"/>
                  </a:cubicBezTo>
                  <a:cubicBezTo>
                    <a:pt x="392" y="348"/>
                    <a:pt x="398" y="345"/>
                    <a:pt x="401" y="340"/>
                  </a:cubicBezTo>
                  <a:cubicBezTo>
                    <a:pt x="404" y="335"/>
                    <a:pt x="404" y="329"/>
                    <a:pt x="401" y="324"/>
                  </a:cubicBezTo>
                  <a:cubicBezTo>
                    <a:pt x="377" y="283"/>
                    <a:pt x="377" y="283"/>
                    <a:pt x="377" y="283"/>
                  </a:cubicBezTo>
                  <a:cubicBezTo>
                    <a:pt x="423" y="272"/>
                    <a:pt x="423" y="272"/>
                    <a:pt x="423" y="272"/>
                  </a:cubicBezTo>
                  <a:cubicBezTo>
                    <a:pt x="428" y="271"/>
                    <a:pt x="433" y="266"/>
                    <a:pt x="434" y="261"/>
                  </a:cubicBezTo>
                  <a:cubicBezTo>
                    <a:pt x="435" y="255"/>
                    <a:pt x="433" y="249"/>
                    <a:pt x="428" y="245"/>
                  </a:cubicBezTo>
                  <a:cubicBezTo>
                    <a:pt x="390" y="217"/>
                    <a:pt x="390" y="217"/>
                    <a:pt x="390" y="217"/>
                  </a:cubicBezTo>
                  <a:cubicBezTo>
                    <a:pt x="428" y="190"/>
                    <a:pt x="428" y="190"/>
                    <a:pt x="428" y="190"/>
                  </a:cubicBezTo>
                  <a:cubicBezTo>
                    <a:pt x="433" y="186"/>
                    <a:pt x="435" y="180"/>
                    <a:pt x="434" y="174"/>
                  </a:cubicBezTo>
                  <a:cubicBezTo>
                    <a:pt x="433" y="169"/>
                    <a:pt x="428" y="164"/>
                    <a:pt x="423" y="163"/>
                  </a:cubicBezTo>
                  <a:cubicBezTo>
                    <a:pt x="377" y="152"/>
                    <a:pt x="377" y="152"/>
                    <a:pt x="377" y="152"/>
                  </a:cubicBezTo>
                  <a:cubicBezTo>
                    <a:pt x="401" y="111"/>
                    <a:pt x="401" y="111"/>
                    <a:pt x="401" y="111"/>
                  </a:cubicBezTo>
                  <a:cubicBezTo>
                    <a:pt x="404" y="106"/>
                    <a:pt x="404" y="100"/>
                    <a:pt x="401" y="95"/>
                  </a:cubicBezTo>
                  <a:cubicBezTo>
                    <a:pt x="398" y="90"/>
                    <a:pt x="392" y="87"/>
                    <a:pt x="386" y="88"/>
                  </a:cubicBezTo>
                  <a:cubicBezTo>
                    <a:pt x="339" y="96"/>
                    <a:pt x="339" y="96"/>
                    <a:pt x="339" y="96"/>
                  </a:cubicBezTo>
                  <a:cubicBezTo>
                    <a:pt x="346" y="49"/>
                    <a:pt x="346" y="49"/>
                    <a:pt x="346" y="49"/>
                  </a:cubicBezTo>
                  <a:cubicBezTo>
                    <a:pt x="347" y="43"/>
                    <a:pt x="345" y="37"/>
                    <a:pt x="340" y="34"/>
                  </a:cubicBezTo>
                  <a:cubicBezTo>
                    <a:pt x="335" y="31"/>
                    <a:pt x="329" y="31"/>
                    <a:pt x="324" y="34"/>
                  </a:cubicBezTo>
                  <a:cubicBezTo>
                    <a:pt x="283" y="58"/>
                    <a:pt x="283" y="58"/>
                    <a:pt x="283" y="58"/>
                  </a:cubicBezTo>
                  <a:cubicBezTo>
                    <a:pt x="272" y="12"/>
                    <a:pt x="272" y="12"/>
                    <a:pt x="272" y="12"/>
                  </a:cubicBezTo>
                  <a:cubicBezTo>
                    <a:pt x="271" y="7"/>
                    <a:pt x="266" y="2"/>
                    <a:pt x="260" y="1"/>
                  </a:cubicBezTo>
                  <a:cubicBezTo>
                    <a:pt x="255" y="0"/>
                    <a:pt x="249" y="2"/>
                    <a:pt x="245" y="7"/>
                  </a:cubicBezTo>
                  <a:cubicBezTo>
                    <a:pt x="217" y="45"/>
                    <a:pt x="217" y="45"/>
                    <a:pt x="217" y="45"/>
                  </a:cubicBezTo>
                  <a:cubicBezTo>
                    <a:pt x="189" y="7"/>
                    <a:pt x="189" y="7"/>
                    <a:pt x="189" y="7"/>
                  </a:cubicBezTo>
                  <a:cubicBezTo>
                    <a:pt x="186" y="2"/>
                    <a:pt x="180" y="0"/>
                    <a:pt x="174" y="1"/>
                  </a:cubicBezTo>
                  <a:cubicBezTo>
                    <a:pt x="168" y="2"/>
                    <a:pt x="164" y="7"/>
                    <a:pt x="163" y="12"/>
                  </a:cubicBezTo>
                  <a:cubicBezTo>
                    <a:pt x="151" y="58"/>
                    <a:pt x="151" y="58"/>
                    <a:pt x="151" y="58"/>
                  </a:cubicBezTo>
                  <a:cubicBezTo>
                    <a:pt x="111" y="34"/>
                    <a:pt x="111" y="34"/>
                    <a:pt x="111" y="34"/>
                  </a:cubicBezTo>
                  <a:cubicBezTo>
                    <a:pt x="106" y="31"/>
                    <a:pt x="99" y="31"/>
                    <a:pt x="95" y="34"/>
                  </a:cubicBezTo>
                  <a:cubicBezTo>
                    <a:pt x="90" y="37"/>
                    <a:pt x="87" y="43"/>
                    <a:pt x="88" y="49"/>
                  </a:cubicBezTo>
                  <a:cubicBezTo>
                    <a:pt x="95" y="96"/>
                    <a:pt x="95" y="96"/>
                    <a:pt x="95" y="96"/>
                  </a:cubicBezTo>
                  <a:cubicBezTo>
                    <a:pt x="49" y="88"/>
                    <a:pt x="49" y="88"/>
                    <a:pt x="49" y="88"/>
                  </a:cubicBezTo>
                  <a:cubicBezTo>
                    <a:pt x="43" y="87"/>
                    <a:pt x="37" y="90"/>
                    <a:pt x="34" y="95"/>
                  </a:cubicBezTo>
                  <a:cubicBezTo>
                    <a:pt x="31" y="100"/>
                    <a:pt x="30" y="106"/>
                    <a:pt x="33" y="111"/>
                  </a:cubicBezTo>
                  <a:cubicBezTo>
                    <a:pt x="58" y="152"/>
                    <a:pt x="58" y="152"/>
                    <a:pt x="58" y="152"/>
                  </a:cubicBezTo>
                  <a:cubicBezTo>
                    <a:pt x="12" y="163"/>
                    <a:pt x="12" y="163"/>
                    <a:pt x="12" y="163"/>
                  </a:cubicBezTo>
                  <a:cubicBezTo>
                    <a:pt x="6" y="164"/>
                    <a:pt x="2" y="169"/>
                    <a:pt x="1" y="174"/>
                  </a:cubicBezTo>
                  <a:cubicBezTo>
                    <a:pt x="0" y="180"/>
                    <a:pt x="2" y="186"/>
                    <a:pt x="7" y="190"/>
                  </a:cubicBezTo>
                  <a:close/>
                  <a:moveTo>
                    <a:pt x="77" y="172"/>
                  </a:moveTo>
                  <a:cubicBezTo>
                    <a:pt x="81" y="171"/>
                    <a:pt x="85" y="168"/>
                    <a:pt x="87" y="163"/>
                  </a:cubicBezTo>
                  <a:cubicBezTo>
                    <a:pt x="89" y="159"/>
                    <a:pt x="88" y="154"/>
                    <a:pt x="86" y="150"/>
                  </a:cubicBezTo>
                  <a:cubicBezTo>
                    <a:pt x="65" y="116"/>
                    <a:pt x="65" y="116"/>
                    <a:pt x="65" y="116"/>
                  </a:cubicBezTo>
                  <a:cubicBezTo>
                    <a:pt x="105" y="122"/>
                    <a:pt x="105" y="122"/>
                    <a:pt x="105" y="122"/>
                  </a:cubicBezTo>
                  <a:cubicBezTo>
                    <a:pt x="109" y="123"/>
                    <a:pt x="114" y="121"/>
                    <a:pt x="117" y="118"/>
                  </a:cubicBezTo>
                  <a:cubicBezTo>
                    <a:pt x="121" y="114"/>
                    <a:pt x="122" y="109"/>
                    <a:pt x="122" y="105"/>
                  </a:cubicBezTo>
                  <a:cubicBezTo>
                    <a:pt x="116" y="65"/>
                    <a:pt x="116" y="65"/>
                    <a:pt x="116" y="65"/>
                  </a:cubicBezTo>
                  <a:cubicBezTo>
                    <a:pt x="150" y="86"/>
                    <a:pt x="150" y="86"/>
                    <a:pt x="150" y="86"/>
                  </a:cubicBezTo>
                  <a:cubicBezTo>
                    <a:pt x="154" y="89"/>
                    <a:pt x="159" y="89"/>
                    <a:pt x="163" y="87"/>
                  </a:cubicBezTo>
                  <a:cubicBezTo>
                    <a:pt x="168" y="85"/>
                    <a:pt x="171" y="81"/>
                    <a:pt x="172" y="77"/>
                  </a:cubicBezTo>
                  <a:cubicBezTo>
                    <a:pt x="182" y="38"/>
                    <a:pt x="182" y="38"/>
                    <a:pt x="182" y="38"/>
                  </a:cubicBezTo>
                  <a:cubicBezTo>
                    <a:pt x="205" y="70"/>
                    <a:pt x="205" y="70"/>
                    <a:pt x="205" y="70"/>
                  </a:cubicBezTo>
                  <a:cubicBezTo>
                    <a:pt x="208" y="74"/>
                    <a:pt x="212" y="76"/>
                    <a:pt x="217" y="76"/>
                  </a:cubicBezTo>
                  <a:cubicBezTo>
                    <a:pt x="222" y="76"/>
                    <a:pt x="227" y="74"/>
                    <a:pt x="229" y="70"/>
                  </a:cubicBezTo>
                  <a:cubicBezTo>
                    <a:pt x="253" y="38"/>
                    <a:pt x="253" y="38"/>
                    <a:pt x="253" y="38"/>
                  </a:cubicBezTo>
                  <a:cubicBezTo>
                    <a:pt x="262" y="77"/>
                    <a:pt x="262" y="77"/>
                    <a:pt x="262" y="77"/>
                  </a:cubicBezTo>
                  <a:cubicBezTo>
                    <a:pt x="264" y="81"/>
                    <a:pt x="267" y="85"/>
                    <a:pt x="271" y="87"/>
                  </a:cubicBezTo>
                  <a:cubicBezTo>
                    <a:pt x="276" y="89"/>
                    <a:pt x="281" y="89"/>
                    <a:pt x="285" y="86"/>
                  </a:cubicBezTo>
                  <a:cubicBezTo>
                    <a:pt x="319" y="65"/>
                    <a:pt x="319" y="65"/>
                    <a:pt x="319" y="65"/>
                  </a:cubicBezTo>
                  <a:cubicBezTo>
                    <a:pt x="313" y="105"/>
                    <a:pt x="313" y="105"/>
                    <a:pt x="313" y="105"/>
                  </a:cubicBezTo>
                  <a:cubicBezTo>
                    <a:pt x="312" y="109"/>
                    <a:pt x="314" y="114"/>
                    <a:pt x="317" y="118"/>
                  </a:cubicBezTo>
                  <a:cubicBezTo>
                    <a:pt x="320" y="121"/>
                    <a:pt x="325" y="123"/>
                    <a:pt x="330" y="122"/>
                  </a:cubicBezTo>
                  <a:cubicBezTo>
                    <a:pt x="369" y="116"/>
                    <a:pt x="369" y="116"/>
                    <a:pt x="369" y="116"/>
                  </a:cubicBezTo>
                  <a:cubicBezTo>
                    <a:pt x="349" y="150"/>
                    <a:pt x="349" y="150"/>
                    <a:pt x="349" y="150"/>
                  </a:cubicBezTo>
                  <a:cubicBezTo>
                    <a:pt x="346" y="154"/>
                    <a:pt x="346" y="159"/>
                    <a:pt x="348" y="163"/>
                  </a:cubicBezTo>
                  <a:cubicBezTo>
                    <a:pt x="349" y="168"/>
                    <a:pt x="353" y="171"/>
                    <a:pt x="358" y="172"/>
                  </a:cubicBezTo>
                  <a:cubicBezTo>
                    <a:pt x="397" y="182"/>
                    <a:pt x="397" y="182"/>
                    <a:pt x="397" y="182"/>
                  </a:cubicBezTo>
                  <a:cubicBezTo>
                    <a:pt x="365" y="205"/>
                    <a:pt x="365" y="205"/>
                    <a:pt x="365" y="205"/>
                  </a:cubicBezTo>
                  <a:cubicBezTo>
                    <a:pt x="361" y="208"/>
                    <a:pt x="358" y="213"/>
                    <a:pt x="358" y="217"/>
                  </a:cubicBezTo>
                  <a:cubicBezTo>
                    <a:pt x="358" y="222"/>
                    <a:pt x="361" y="227"/>
                    <a:pt x="365" y="230"/>
                  </a:cubicBezTo>
                  <a:cubicBezTo>
                    <a:pt x="397" y="253"/>
                    <a:pt x="397" y="253"/>
                    <a:pt x="397" y="253"/>
                  </a:cubicBezTo>
                  <a:cubicBezTo>
                    <a:pt x="358" y="263"/>
                    <a:pt x="358" y="263"/>
                    <a:pt x="358" y="263"/>
                  </a:cubicBezTo>
                  <a:cubicBezTo>
                    <a:pt x="353" y="264"/>
                    <a:pt x="349" y="267"/>
                    <a:pt x="348" y="272"/>
                  </a:cubicBezTo>
                  <a:cubicBezTo>
                    <a:pt x="346" y="276"/>
                    <a:pt x="346" y="281"/>
                    <a:pt x="349" y="285"/>
                  </a:cubicBezTo>
                  <a:cubicBezTo>
                    <a:pt x="369" y="319"/>
                    <a:pt x="369" y="319"/>
                    <a:pt x="369" y="319"/>
                  </a:cubicBezTo>
                  <a:cubicBezTo>
                    <a:pt x="330" y="313"/>
                    <a:pt x="330" y="313"/>
                    <a:pt x="330" y="313"/>
                  </a:cubicBezTo>
                  <a:cubicBezTo>
                    <a:pt x="325" y="312"/>
                    <a:pt x="320" y="314"/>
                    <a:pt x="317" y="317"/>
                  </a:cubicBezTo>
                  <a:cubicBezTo>
                    <a:pt x="314" y="321"/>
                    <a:pt x="312" y="326"/>
                    <a:pt x="313" y="330"/>
                  </a:cubicBezTo>
                  <a:cubicBezTo>
                    <a:pt x="319" y="370"/>
                    <a:pt x="319" y="370"/>
                    <a:pt x="319" y="370"/>
                  </a:cubicBezTo>
                  <a:cubicBezTo>
                    <a:pt x="285" y="349"/>
                    <a:pt x="285" y="349"/>
                    <a:pt x="285" y="349"/>
                  </a:cubicBezTo>
                  <a:cubicBezTo>
                    <a:pt x="281" y="346"/>
                    <a:pt x="276" y="346"/>
                    <a:pt x="271" y="348"/>
                  </a:cubicBezTo>
                  <a:cubicBezTo>
                    <a:pt x="267" y="350"/>
                    <a:pt x="264" y="354"/>
                    <a:pt x="262" y="358"/>
                  </a:cubicBezTo>
                  <a:cubicBezTo>
                    <a:pt x="253" y="397"/>
                    <a:pt x="253" y="397"/>
                    <a:pt x="253" y="397"/>
                  </a:cubicBezTo>
                  <a:cubicBezTo>
                    <a:pt x="229" y="365"/>
                    <a:pt x="229" y="365"/>
                    <a:pt x="229" y="365"/>
                  </a:cubicBezTo>
                  <a:cubicBezTo>
                    <a:pt x="227" y="361"/>
                    <a:pt x="222" y="359"/>
                    <a:pt x="217" y="359"/>
                  </a:cubicBezTo>
                  <a:cubicBezTo>
                    <a:pt x="212" y="359"/>
                    <a:pt x="208" y="361"/>
                    <a:pt x="205" y="365"/>
                  </a:cubicBezTo>
                  <a:cubicBezTo>
                    <a:pt x="182" y="397"/>
                    <a:pt x="182" y="397"/>
                    <a:pt x="182" y="397"/>
                  </a:cubicBezTo>
                  <a:cubicBezTo>
                    <a:pt x="172" y="358"/>
                    <a:pt x="172" y="358"/>
                    <a:pt x="172" y="358"/>
                  </a:cubicBezTo>
                  <a:cubicBezTo>
                    <a:pt x="171" y="354"/>
                    <a:pt x="168" y="350"/>
                    <a:pt x="163" y="348"/>
                  </a:cubicBezTo>
                  <a:cubicBezTo>
                    <a:pt x="161" y="347"/>
                    <a:pt x="159" y="347"/>
                    <a:pt x="157" y="347"/>
                  </a:cubicBezTo>
                  <a:cubicBezTo>
                    <a:pt x="155" y="347"/>
                    <a:pt x="152" y="347"/>
                    <a:pt x="150" y="349"/>
                  </a:cubicBezTo>
                  <a:cubicBezTo>
                    <a:pt x="116" y="370"/>
                    <a:pt x="116" y="370"/>
                    <a:pt x="116" y="370"/>
                  </a:cubicBezTo>
                  <a:cubicBezTo>
                    <a:pt x="122" y="330"/>
                    <a:pt x="122" y="330"/>
                    <a:pt x="122" y="330"/>
                  </a:cubicBezTo>
                  <a:cubicBezTo>
                    <a:pt x="122" y="326"/>
                    <a:pt x="121" y="321"/>
                    <a:pt x="117" y="317"/>
                  </a:cubicBezTo>
                  <a:cubicBezTo>
                    <a:pt x="114" y="314"/>
                    <a:pt x="109" y="312"/>
                    <a:pt x="105" y="313"/>
                  </a:cubicBezTo>
                  <a:cubicBezTo>
                    <a:pt x="65" y="319"/>
                    <a:pt x="65" y="319"/>
                    <a:pt x="65" y="319"/>
                  </a:cubicBezTo>
                  <a:cubicBezTo>
                    <a:pt x="86" y="285"/>
                    <a:pt x="86" y="285"/>
                    <a:pt x="86" y="285"/>
                  </a:cubicBezTo>
                  <a:cubicBezTo>
                    <a:pt x="88" y="281"/>
                    <a:pt x="89" y="276"/>
                    <a:pt x="87" y="272"/>
                  </a:cubicBezTo>
                  <a:cubicBezTo>
                    <a:pt x="85" y="267"/>
                    <a:pt x="81" y="264"/>
                    <a:pt x="77" y="263"/>
                  </a:cubicBezTo>
                  <a:cubicBezTo>
                    <a:pt x="38" y="253"/>
                    <a:pt x="38" y="253"/>
                    <a:pt x="38" y="253"/>
                  </a:cubicBezTo>
                  <a:cubicBezTo>
                    <a:pt x="70" y="230"/>
                    <a:pt x="70" y="230"/>
                    <a:pt x="70" y="230"/>
                  </a:cubicBezTo>
                  <a:cubicBezTo>
                    <a:pt x="74" y="227"/>
                    <a:pt x="76" y="222"/>
                    <a:pt x="76" y="217"/>
                  </a:cubicBezTo>
                  <a:cubicBezTo>
                    <a:pt x="76" y="213"/>
                    <a:pt x="74" y="208"/>
                    <a:pt x="70" y="205"/>
                  </a:cubicBezTo>
                  <a:cubicBezTo>
                    <a:pt x="38" y="182"/>
                    <a:pt x="38" y="182"/>
                    <a:pt x="38" y="182"/>
                  </a:cubicBezTo>
                  <a:lnTo>
                    <a:pt x="77" y="172"/>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sp>
        <p:nvSpPr>
          <p:cNvPr id="5968" name="Google Shape;5968;p341"/>
          <p:cNvSpPr/>
          <p:nvPr/>
        </p:nvSpPr>
        <p:spPr>
          <a:xfrm>
            <a:off x="10413451" y="3905351"/>
            <a:ext cx="450400" cy="450400"/>
          </a:xfrm>
          <a:custGeom>
            <a:avLst/>
            <a:gdLst/>
            <a:ahLst/>
            <a:cxnLst/>
            <a:rect l="l" t="t" r="r" b="b"/>
            <a:pathLst>
              <a:path w="346" h="346" extrusionOk="0">
                <a:moveTo>
                  <a:pt x="346" y="0"/>
                </a:moveTo>
                <a:cubicBezTo>
                  <a:pt x="0" y="0"/>
                  <a:pt x="0" y="0"/>
                  <a:pt x="0" y="0"/>
                </a:cubicBezTo>
                <a:cubicBezTo>
                  <a:pt x="0" y="346"/>
                  <a:pt x="0" y="346"/>
                  <a:pt x="0" y="346"/>
                </a:cubicBezTo>
                <a:cubicBezTo>
                  <a:pt x="346" y="346"/>
                  <a:pt x="346" y="346"/>
                  <a:pt x="346" y="346"/>
                </a:cubicBezTo>
                <a:cubicBezTo>
                  <a:pt x="346" y="346"/>
                  <a:pt x="346" y="346"/>
                  <a:pt x="346" y="346"/>
                </a:cubicBezTo>
                <a:cubicBezTo>
                  <a:pt x="346" y="0"/>
                  <a:pt x="346" y="0"/>
                  <a:pt x="346" y="0"/>
                </a:cubicBezTo>
                <a:close/>
                <a:moveTo>
                  <a:pt x="81" y="245"/>
                </a:moveTo>
                <a:cubicBezTo>
                  <a:pt x="83" y="243"/>
                  <a:pt x="83" y="243"/>
                  <a:pt x="83" y="243"/>
                </a:cubicBezTo>
                <a:cubicBezTo>
                  <a:pt x="151" y="280"/>
                  <a:pt x="151" y="280"/>
                  <a:pt x="151" y="280"/>
                </a:cubicBezTo>
                <a:cubicBezTo>
                  <a:pt x="130" y="298"/>
                  <a:pt x="130" y="298"/>
                  <a:pt x="130" y="298"/>
                </a:cubicBezTo>
                <a:cubicBezTo>
                  <a:pt x="129" y="299"/>
                  <a:pt x="127" y="300"/>
                  <a:pt x="125" y="300"/>
                </a:cubicBezTo>
                <a:cubicBezTo>
                  <a:pt x="123" y="300"/>
                  <a:pt x="121" y="299"/>
                  <a:pt x="120" y="297"/>
                </a:cubicBezTo>
                <a:cubicBezTo>
                  <a:pt x="80" y="255"/>
                  <a:pt x="80" y="255"/>
                  <a:pt x="80" y="255"/>
                </a:cubicBezTo>
                <a:cubicBezTo>
                  <a:pt x="78" y="252"/>
                  <a:pt x="78" y="248"/>
                  <a:pt x="81" y="245"/>
                </a:cubicBezTo>
                <a:close/>
                <a:moveTo>
                  <a:pt x="85" y="227"/>
                </a:moveTo>
                <a:cubicBezTo>
                  <a:pt x="77" y="223"/>
                  <a:pt x="72" y="215"/>
                  <a:pt x="70" y="206"/>
                </a:cubicBezTo>
                <a:cubicBezTo>
                  <a:pt x="64" y="171"/>
                  <a:pt x="64" y="171"/>
                  <a:pt x="64" y="171"/>
                </a:cubicBezTo>
                <a:cubicBezTo>
                  <a:pt x="14" y="142"/>
                  <a:pt x="14" y="142"/>
                  <a:pt x="14" y="142"/>
                </a:cubicBezTo>
                <a:cubicBezTo>
                  <a:pt x="14" y="59"/>
                  <a:pt x="14" y="59"/>
                  <a:pt x="14" y="59"/>
                </a:cubicBezTo>
                <a:cubicBezTo>
                  <a:pt x="96" y="108"/>
                  <a:pt x="96" y="108"/>
                  <a:pt x="96" y="108"/>
                </a:cubicBezTo>
                <a:cubicBezTo>
                  <a:pt x="128" y="93"/>
                  <a:pt x="128" y="93"/>
                  <a:pt x="128" y="93"/>
                </a:cubicBezTo>
                <a:cubicBezTo>
                  <a:pt x="139" y="88"/>
                  <a:pt x="150" y="88"/>
                  <a:pt x="160" y="94"/>
                </a:cubicBezTo>
                <a:cubicBezTo>
                  <a:pt x="163" y="96"/>
                  <a:pt x="163" y="96"/>
                  <a:pt x="163" y="96"/>
                </a:cubicBezTo>
                <a:cubicBezTo>
                  <a:pt x="89" y="160"/>
                  <a:pt x="89" y="160"/>
                  <a:pt x="89" y="160"/>
                </a:cubicBezTo>
                <a:cubicBezTo>
                  <a:pt x="84" y="165"/>
                  <a:pt x="81" y="171"/>
                  <a:pt x="81" y="178"/>
                </a:cubicBezTo>
                <a:cubicBezTo>
                  <a:pt x="80" y="184"/>
                  <a:pt x="82" y="191"/>
                  <a:pt x="87" y="196"/>
                </a:cubicBezTo>
                <a:cubicBezTo>
                  <a:pt x="96" y="206"/>
                  <a:pt x="112" y="208"/>
                  <a:pt x="123" y="198"/>
                </a:cubicBezTo>
                <a:cubicBezTo>
                  <a:pt x="148" y="176"/>
                  <a:pt x="148" y="176"/>
                  <a:pt x="148" y="176"/>
                </a:cubicBezTo>
                <a:cubicBezTo>
                  <a:pt x="161" y="164"/>
                  <a:pt x="175" y="163"/>
                  <a:pt x="191" y="174"/>
                </a:cubicBezTo>
                <a:cubicBezTo>
                  <a:pt x="275" y="217"/>
                  <a:pt x="275" y="217"/>
                  <a:pt x="275" y="217"/>
                </a:cubicBezTo>
                <a:cubicBezTo>
                  <a:pt x="277" y="218"/>
                  <a:pt x="277" y="219"/>
                  <a:pt x="277" y="219"/>
                </a:cubicBezTo>
                <a:cubicBezTo>
                  <a:pt x="277" y="220"/>
                  <a:pt x="277" y="221"/>
                  <a:pt x="276" y="222"/>
                </a:cubicBezTo>
                <a:cubicBezTo>
                  <a:pt x="206" y="286"/>
                  <a:pt x="206" y="286"/>
                  <a:pt x="206" y="286"/>
                </a:cubicBezTo>
                <a:cubicBezTo>
                  <a:pt x="205" y="287"/>
                  <a:pt x="205" y="287"/>
                  <a:pt x="205" y="287"/>
                </a:cubicBezTo>
                <a:cubicBezTo>
                  <a:pt x="204" y="290"/>
                  <a:pt x="200" y="291"/>
                  <a:pt x="197" y="289"/>
                </a:cubicBezTo>
                <a:lnTo>
                  <a:pt x="85" y="227"/>
                </a:lnTo>
                <a:close/>
                <a:moveTo>
                  <a:pt x="270" y="176"/>
                </a:moveTo>
                <a:cubicBezTo>
                  <a:pt x="269" y="197"/>
                  <a:pt x="269" y="197"/>
                  <a:pt x="269" y="197"/>
                </a:cubicBezTo>
                <a:cubicBezTo>
                  <a:pt x="198" y="161"/>
                  <a:pt x="198" y="161"/>
                  <a:pt x="198" y="161"/>
                </a:cubicBezTo>
                <a:cubicBezTo>
                  <a:pt x="177" y="147"/>
                  <a:pt x="157" y="149"/>
                  <a:pt x="139" y="164"/>
                </a:cubicBezTo>
                <a:cubicBezTo>
                  <a:pt x="113" y="187"/>
                  <a:pt x="113" y="187"/>
                  <a:pt x="113" y="187"/>
                </a:cubicBezTo>
                <a:cubicBezTo>
                  <a:pt x="108" y="191"/>
                  <a:pt x="102" y="191"/>
                  <a:pt x="98" y="186"/>
                </a:cubicBezTo>
                <a:cubicBezTo>
                  <a:pt x="96" y="184"/>
                  <a:pt x="95" y="181"/>
                  <a:pt x="95" y="179"/>
                </a:cubicBezTo>
                <a:cubicBezTo>
                  <a:pt x="95" y="176"/>
                  <a:pt x="97" y="173"/>
                  <a:pt x="99" y="171"/>
                </a:cubicBezTo>
                <a:cubicBezTo>
                  <a:pt x="173" y="106"/>
                  <a:pt x="173" y="106"/>
                  <a:pt x="173" y="106"/>
                </a:cubicBezTo>
                <a:cubicBezTo>
                  <a:pt x="180" y="101"/>
                  <a:pt x="189" y="99"/>
                  <a:pt x="197" y="103"/>
                </a:cubicBezTo>
                <a:cubicBezTo>
                  <a:pt x="223" y="115"/>
                  <a:pt x="223" y="115"/>
                  <a:pt x="223" y="115"/>
                </a:cubicBezTo>
                <a:cubicBezTo>
                  <a:pt x="331" y="24"/>
                  <a:pt x="331" y="24"/>
                  <a:pt x="331" y="24"/>
                </a:cubicBezTo>
                <a:cubicBezTo>
                  <a:pt x="331" y="124"/>
                  <a:pt x="331" y="124"/>
                  <a:pt x="331" y="124"/>
                </a:cubicBezTo>
                <a:lnTo>
                  <a:pt x="270" y="176"/>
                </a:lnTo>
                <a:close/>
                <a:moveTo>
                  <a:pt x="319" y="15"/>
                </a:moveTo>
                <a:cubicBezTo>
                  <a:pt x="221" y="98"/>
                  <a:pt x="221" y="98"/>
                  <a:pt x="221" y="98"/>
                </a:cubicBezTo>
                <a:cubicBezTo>
                  <a:pt x="204" y="90"/>
                  <a:pt x="204" y="90"/>
                  <a:pt x="204" y="90"/>
                </a:cubicBezTo>
                <a:cubicBezTo>
                  <a:pt x="195" y="86"/>
                  <a:pt x="186" y="85"/>
                  <a:pt x="178" y="87"/>
                </a:cubicBezTo>
                <a:cubicBezTo>
                  <a:pt x="167" y="81"/>
                  <a:pt x="167" y="81"/>
                  <a:pt x="167" y="81"/>
                </a:cubicBezTo>
                <a:cubicBezTo>
                  <a:pt x="153" y="73"/>
                  <a:pt x="137" y="72"/>
                  <a:pt x="122" y="79"/>
                </a:cubicBezTo>
                <a:cubicBezTo>
                  <a:pt x="97" y="92"/>
                  <a:pt x="97" y="92"/>
                  <a:pt x="97" y="92"/>
                </a:cubicBezTo>
                <a:cubicBezTo>
                  <a:pt x="14" y="42"/>
                  <a:pt x="14" y="42"/>
                  <a:pt x="14" y="42"/>
                </a:cubicBezTo>
                <a:cubicBezTo>
                  <a:pt x="14" y="15"/>
                  <a:pt x="14" y="15"/>
                  <a:pt x="14" y="15"/>
                </a:cubicBezTo>
                <a:lnTo>
                  <a:pt x="319" y="15"/>
                </a:lnTo>
                <a:close/>
                <a:moveTo>
                  <a:pt x="14" y="332"/>
                </a:moveTo>
                <a:cubicBezTo>
                  <a:pt x="14" y="159"/>
                  <a:pt x="14" y="159"/>
                  <a:pt x="14" y="159"/>
                </a:cubicBezTo>
                <a:cubicBezTo>
                  <a:pt x="50" y="180"/>
                  <a:pt x="50" y="180"/>
                  <a:pt x="50" y="180"/>
                </a:cubicBezTo>
                <a:cubicBezTo>
                  <a:pt x="55" y="209"/>
                  <a:pt x="55" y="209"/>
                  <a:pt x="55" y="209"/>
                </a:cubicBezTo>
                <a:cubicBezTo>
                  <a:pt x="57" y="219"/>
                  <a:pt x="63" y="228"/>
                  <a:pt x="70" y="235"/>
                </a:cubicBezTo>
                <a:cubicBezTo>
                  <a:pt x="62" y="243"/>
                  <a:pt x="61" y="256"/>
                  <a:pt x="69" y="265"/>
                </a:cubicBezTo>
                <a:cubicBezTo>
                  <a:pt x="109" y="307"/>
                  <a:pt x="109" y="307"/>
                  <a:pt x="109" y="307"/>
                </a:cubicBezTo>
                <a:cubicBezTo>
                  <a:pt x="113" y="311"/>
                  <a:pt x="118" y="314"/>
                  <a:pt x="124" y="314"/>
                </a:cubicBezTo>
                <a:cubicBezTo>
                  <a:pt x="125" y="314"/>
                  <a:pt x="125" y="314"/>
                  <a:pt x="126" y="314"/>
                </a:cubicBezTo>
                <a:cubicBezTo>
                  <a:pt x="131" y="314"/>
                  <a:pt x="136" y="313"/>
                  <a:pt x="140" y="309"/>
                </a:cubicBezTo>
                <a:cubicBezTo>
                  <a:pt x="165" y="288"/>
                  <a:pt x="165" y="288"/>
                  <a:pt x="165" y="288"/>
                </a:cubicBezTo>
                <a:cubicBezTo>
                  <a:pt x="189" y="302"/>
                  <a:pt x="189" y="302"/>
                  <a:pt x="189" y="302"/>
                </a:cubicBezTo>
                <a:cubicBezTo>
                  <a:pt x="193" y="304"/>
                  <a:pt x="196" y="305"/>
                  <a:pt x="200" y="305"/>
                </a:cubicBezTo>
                <a:cubicBezTo>
                  <a:pt x="207" y="305"/>
                  <a:pt x="213" y="301"/>
                  <a:pt x="217" y="296"/>
                </a:cubicBezTo>
                <a:cubicBezTo>
                  <a:pt x="286" y="233"/>
                  <a:pt x="286" y="233"/>
                  <a:pt x="286" y="233"/>
                </a:cubicBezTo>
                <a:cubicBezTo>
                  <a:pt x="290" y="229"/>
                  <a:pt x="292" y="223"/>
                  <a:pt x="292" y="217"/>
                </a:cubicBezTo>
                <a:cubicBezTo>
                  <a:pt x="291" y="212"/>
                  <a:pt x="288" y="208"/>
                  <a:pt x="283" y="204"/>
                </a:cubicBezTo>
                <a:cubicBezTo>
                  <a:pt x="284" y="183"/>
                  <a:pt x="284" y="183"/>
                  <a:pt x="284" y="183"/>
                </a:cubicBezTo>
                <a:cubicBezTo>
                  <a:pt x="331" y="143"/>
                  <a:pt x="331" y="143"/>
                  <a:pt x="331" y="143"/>
                </a:cubicBezTo>
                <a:cubicBezTo>
                  <a:pt x="331" y="332"/>
                  <a:pt x="331" y="332"/>
                  <a:pt x="331" y="332"/>
                </a:cubicBezTo>
                <a:lnTo>
                  <a:pt x="14" y="332"/>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91433" tIns="45700" rIns="91433" bIns="45700" anchor="t" anchorCtr="0">
            <a:noAutofit/>
          </a:bodyPr>
          <a:lstStyle/>
          <a:p>
            <a:endParaRPr>
              <a:solidFill>
                <a:srgbClr val="000000"/>
              </a:solidFill>
              <a:latin typeface="Arial"/>
              <a:ea typeface="Arial"/>
              <a:cs typeface="Arial"/>
              <a:sym typeface="Arial"/>
            </a:endParaRPr>
          </a:p>
        </p:txBody>
      </p:sp>
      <p:sp>
        <p:nvSpPr>
          <p:cNvPr id="5969" name="Google Shape;5969;p341"/>
          <p:cNvSpPr txBox="1"/>
          <p:nvPr/>
        </p:nvSpPr>
        <p:spPr>
          <a:xfrm>
            <a:off x="9946100" y="2949251"/>
            <a:ext cx="1598400" cy="323600"/>
          </a:xfrm>
          <a:prstGeom prst="rect">
            <a:avLst/>
          </a:prstGeom>
          <a:noFill/>
          <a:ln>
            <a:noFill/>
          </a:ln>
        </p:spPr>
        <p:txBody>
          <a:bodyPr spcFirstLastPara="1" wrap="square" lIns="121900" tIns="121900" rIns="121900" bIns="121900" anchor="t" anchorCtr="0">
            <a:noAutofit/>
          </a:bodyPr>
          <a:lstStyle/>
          <a:p>
            <a:r>
              <a:rPr lang="en" sz="1333" b="1"/>
              <a:t>Go-live event!</a:t>
            </a:r>
            <a:endParaRPr sz="1333" b="1"/>
          </a:p>
        </p:txBody>
      </p:sp>
      <p:sp>
        <p:nvSpPr>
          <p:cNvPr id="5970" name="Google Shape;5970;p341"/>
          <p:cNvSpPr txBox="1"/>
          <p:nvPr/>
        </p:nvSpPr>
        <p:spPr>
          <a:xfrm>
            <a:off x="9774100" y="4389184"/>
            <a:ext cx="1770400" cy="323600"/>
          </a:xfrm>
          <a:prstGeom prst="rect">
            <a:avLst/>
          </a:prstGeom>
          <a:noFill/>
          <a:ln>
            <a:noFill/>
          </a:ln>
        </p:spPr>
        <p:txBody>
          <a:bodyPr spcFirstLastPara="1" wrap="square" lIns="121900" tIns="121900" rIns="121900" bIns="121900" anchor="t" anchorCtr="0">
            <a:noAutofit/>
          </a:bodyPr>
          <a:lstStyle/>
          <a:p>
            <a:r>
              <a:rPr lang="en" sz="933"/>
              <a:t>And launch of Da Vinci Desk</a:t>
            </a:r>
            <a:endParaRPr sz="933"/>
          </a:p>
        </p:txBody>
      </p:sp>
      <p:grpSp>
        <p:nvGrpSpPr>
          <p:cNvPr id="5971" name="Google Shape;5971;p341"/>
          <p:cNvGrpSpPr/>
          <p:nvPr/>
        </p:nvGrpSpPr>
        <p:grpSpPr>
          <a:xfrm>
            <a:off x="1360286" y="3117237"/>
            <a:ext cx="287029" cy="273023"/>
            <a:chOff x="5868988" y="4249738"/>
            <a:chExt cx="298450" cy="298450"/>
          </a:xfrm>
        </p:grpSpPr>
        <p:sp>
          <p:nvSpPr>
            <p:cNvPr id="5972" name="Google Shape;5972;p341"/>
            <p:cNvSpPr/>
            <p:nvPr/>
          </p:nvSpPr>
          <p:spPr>
            <a:xfrm>
              <a:off x="5983288" y="4356100"/>
              <a:ext cx="80963" cy="87313"/>
            </a:xfrm>
            <a:custGeom>
              <a:avLst/>
              <a:gdLst/>
              <a:ahLst/>
              <a:cxnLst/>
              <a:rect l="l" t="t" r="r" b="b"/>
              <a:pathLst>
                <a:path w="52" h="56" extrusionOk="0">
                  <a:moveTo>
                    <a:pt x="50" y="25"/>
                  </a:moveTo>
                  <a:cubicBezTo>
                    <a:pt x="6" y="1"/>
                    <a:pt x="6" y="1"/>
                    <a:pt x="6" y="1"/>
                  </a:cubicBezTo>
                  <a:cubicBezTo>
                    <a:pt x="5" y="0"/>
                    <a:pt x="3" y="0"/>
                    <a:pt x="2" y="1"/>
                  </a:cubicBezTo>
                  <a:cubicBezTo>
                    <a:pt x="1" y="1"/>
                    <a:pt x="0" y="3"/>
                    <a:pt x="0" y="4"/>
                  </a:cubicBezTo>
                  <a:cubicBezTo>
                    <a:pt x="0" y="52"/>
                    <a:pt x="0" y="52"/>
                    <a:pt x="0" y="52"/>
                  </a:cubicBezTo>
                  <a:cubicBezTo>
                    <a:pt x="0" y="54"/>
                    <a:pt x="1" y="55"/>
                    <a:pt x="2" y="56"/>
                  </a:cubicBezTo>
                  <a:cubicBezTo>
                    <a:pt x="3" y="56"/>
                    <a:pt x="3" y="56"/>
                    <a:pt x="4" y="56"/>
                  </a:cubicBezTo>
                  <a:cubicBezTo>
                    <a:pt x="5" y="56"/>
                    <a:pt x="5" y="56"/>
                    <a:pt x="6" y="56"/>
                  </a:cubicBezTo>
                  <a:cubicBezTo>
                    <a:pt x="50" y="32"/>
                    <a:pt x="50" y="32"/>
                    <a:pt x="50" y="32"/>
                  </a:cubicBezTo>
                  <a:cubicBezTo>
                    <a:pt x="51" y="31"/>
                    <a:pt x="52" y="30"/>
                    <a:pt x="52" y="28"/>
                  </a:cubicBezTo>
                  <a:cubicBezTo>
                    <a:pt x="52" y="27"/>
                    <a:pt x="51" y="26"/>
                    <a:pt x="50" y="25"/>
                  </a:cubicBezTo>
                  <a:close/>
                  <a:moveTo>
                    <a:pt x="42" y="28"/>
                  </a:moveTo>
                  <a:cubicBezTo>
                    <a:pt x="7" y="48"/>
                    <a:pt x="7" y="48"/>
                    <a:pt x="7" y="48"/>
                  </a:cubicBezTo>
                  <a:cubicBezTo>
                    <a:pt x="7" y="9"/>
                    <a:pt x="7" y="9"/>
                    <a:pt x="7" y="9"/>
                  </a:cubicBezTo>
                  <a:lnTo>
                    <a:pt x="42" y="2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3" name="Google Shape;5973;p341"/>
            <p:cNvSpPr/>
            <p:nvPr/>
          </p:nvSpPr>
          <p:spPr>
            <a:xfrm>
              <a:off x="5868988" y="4249738"/>
              <a:ext cx="298450" cy="298450"/>
            </a:xfrm>
            <a:custGeom>
              <a:avLst/>
              <a:gdLst/>
              <a:ahLst/>
              <a:cxnLst/>
              <a:rect l="l" t="t" r="r" b="b"/>
              <a:pathLst>
                <a:path w="188" h="188" extrusionOk="0">
                  <a:moveTo>
                    <a:pt x="180" y="181"/>
                  </a:moveTo>
                  <a:lnTo>
                    <a:pt x="8" y="181"/>
                  </a:lnTo>
                  <a:lnTo>
                    <a:pt x="8" y="8"/>
                  </a:lnTo>
                  <a:lnTo>
                    <a:pt x="180" y="8"/>
                  </a:lnTo>
                  <a:lnTo>
                    <a:pt x="180" y="181"/>
                  </a:lnTo>
                  <a:close/>
                  <a:moveTo>
                    <a:pt x="0" y="0"/>
                  </a:moveTo>
                  <a:lnTo>
                    <a:pt x="0" y="188"/>
                  </a:lnTo>
                  <a:lnTo>
                    <a:pt x="188" y="188"/>
                  </a:lnTo>
                  <a:lnTo>
                    <a:pt x="188"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4" name="Google Shape;5974;p341"/>
            <p:cNvSpPr/>
            <p:nvPr/>
          </p:nvSpPr>
          <p:spPr>
            <a:xfrm>
              <a:off x="5907088" y="4322763"/>
              <a:ext cx="227013" cy="150813"/>
            </a:xfrm>
            <a:custGeom>
              <a:avLst/>
              <a:gdLst/>
              <a:ahLst/>
              <a:cxnLst/>
              <a:rect l="l" t="t" r="r" b="b"/>
              <a:pathLst>
                <a:path w="143" h="95" extrusionOk="0">
                  <a:moveTo>
                    <a:pt x="0" y="0"/>
                  </a:moveTo>
                  <a:lnTo>
                    <a:pt x="0" y="95"/>
                  </a:lnTo>
                  <a:lnTo>
                    <a:pt x="143" y="95"/>
                  </a:lnTo>
                  <a:lnTo>
                    <a:pt x="143" y="0"/>
                  </a:lnTo>
                  <a:lnTo>
                    <a:pt x="0" y="0"/>
                  </a:lnTo>
                  <a:close/>
                  <a:moveTo>
                    <a:pt x="136" y="88"/>
                  </a:moveTo>
                  <a:lnTo>
                    <a:pt x="7" y="88"/>
                  </a:lnTo>
                  <a:lnTo>
                    <a:pt x="7" y="8"/>
                  </a:lnTo>
                  <a:lnTo>
                    <a:pt x="136" y="8"/>
                  </a:lnTo>
                  <a:lnTo>
                    <a:pt x="136" y="8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5" name="Google Shape;5975;p341"/>
            <p:cNvSpPr/>
            <p:nvPr/>
          </p:nvSpPr>
          <p:spPr>
            <a:xfrm>
              <a:off x="5927725" y="4335463"/>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6" name="Google Shape;5976;p341"/>
            <p:cNvSpPr/>
            <p:nvPr/>
          </p:nvSpPr>
          <p:spPr>
            <a:xfrm>
              <a:off x="5927725" y="4364038"/>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7" name="Google Shape;5977;p341"/>
            <p:cNvSpPr/>
            <p:nvPr/>
          </p:nvSpPr>
          <p:spPr>
            <a:xfrm>
              <a:off x="5927725" y="4391025"/>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8" name="Google Shape;5978;p341"/>
            <p:cNvSpPr/>
            <p:nvPr/>
          </p:nvSpPr>
          <p:spPr>
            <a:xfrm>
              <a:off x="5927725" y="4421188"/>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79" name="Google Shape;5979;p341"/>
            <p:cNvSpPr/>
            <p:nvPr/>
          </p:nvSpPr>
          <p:spPr>
            <a:xfrm>
              <a:off x="5927725" y="4449763"/>
              <a:ext cx="15900" cy="144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80" name="Google Shape;5980;p341"/>
            <p:cNvSpPr/>
            <p:nvPr/>
          </p:nvSpPr>
          <p:spPr>
            <a:xfrm>
              <a:off x="6096000" y="4335463"/>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81" name="Google Shape;5981;p341"/>
            <p:cNvSpPr/>
            <p:nvPr/>
          </p:nvSpPr>
          <p:spPr>
            <a:xfrm>
              <a:off x="6096000" y="4364038"/>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82" name="Google Shape;5982;p341"/>
            <p:cNvSpPr/>
            <p:nvPr/>
          </p:nvSpPr>
          <p:spPr>
            <a:xfrm>
              <a:off x="6096000" y="4391025"/>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83" name="Google Shape;5983;p341"/>
            <p:cNvSpPr/>
            <p:nvPr/>
          </p:nvSpPr>
          <p:spPr>
            <a:xfrm>
              <a:off x="6096000" y="4421188"/>
              <a:ext cx="159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84" name="Google Shape;5984;p341"/>
            <p:cNvSpPr/>
            <p:nvPr/>
          </p:nvSpPr>
          <p:spPr>
            <a:xfrm>
              <a:off x="6096000" y="4449763"/>
              <a:ext cx="15900" cy="144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sp>
        <p:nvSpPr>
          <p:cNvPr id="5985" name="Google Shape;5985;p341"/>
          <p:cNvSpPr txBox="1"/>
          <p:nvPr/>
        </p:nvSpPr>
        <p:spPr>
          <a:xfrm>
            <a:off x="11222133" y="3570101"/>
            <a:ext cx="947200" cy="614400"/>
          </a:xfrm>
          <a:prstGeom prst="rect">
            <a:avLst/>
          </a:prstGeom>
          <a:noFill/>
          <a:ln>
            <a:noFill/>
          </a:ln>
        </p:spPr>
        <p:txBody>
          <a:bodyPr spcFirstLastPara="1" wrap="square" lIns="121900" tIns="121900" rIns="121900" bIns="121900" anchor="ctr" anchorCtr="0">
            <a:noAutofit/>
          </a:bodyPr>
          <a:lstStyle/>
          <a:p>
            <a:pPr algn="ctr"/>
            <a:r>
              <a:rPr lang="en" sz="933" b="1"/>
              <a:t>TBC: post </a:t>
            </a:r>
            <a:endParaRPr sz="933" b="1"/>
          </a:p>
          <a:p>
            <a:pPr algn="ctr"/>
            <a:r>
              <a:rPr lang="en" sz="933" b="1"/>
              <a:t>go-live comms</a:t>
            </a:r>
            <a:endParaRPr sz="933" b="1"/>
          </a:p>
        </p:txBody>
      </p:sp>
      <p:cxnSp>
        <p:nvCxnSpPr>
          <p:cNvPr id="5986" name="Google Shape;5986;p341"/>
          <p:cNvCxnSpPr/>
          <p:nvPr/>
        </p:nvCxnSpPr>
        <p:spPr>
          <a:xfrm rot="10800000" flipH="1">
            <a:off x="3401175" y="3260484"/>
            <a:ext cx="2400" cy="438000"/>
          </a:xfrm>
          <a:prstGeom prst="straightConnector1">
            <a:avLst/>
          </a:prstGeom>
          <a:noFill/>
          <a:ln w="25400" cap="flat" cmpd="sng">
            <a:solidFill>
              <a:srgbClr val="D9D9D9"/>
            </a:solidFill>
            <a:prstDash val="solid"/>
            <a:miter lim="800000"/>
            <a:headEnd type="none" w="sm" len="sm"/>
            <a:tailEnd type="none" w="sm" len="sm"/>
          </a:ln>
        </p:spPr>
      </p:cxnSp>
      <p:sp>
        <p:nvSpPr>
          <p:cNvPr id="5987" name="Google Shape;5987;p341"/>
          <p:cNvSpPr txBox="1"/>
          <p:nvPr/>
        </p:nvSpPr>
        <p:spPr>
          <a:xfrm>
            <a:off x="3175951"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3</a:t>
            </a:r>
            <a:endParaRPr sz="2400" b="1">
              <a:solidFill>
                <a:srgbClr val="FFFFFF"/>
              </a:solidFill>
            </a:endParaRPr>
          </a:p>
        </p:txBody>
      </p:sp>
      <p:sp>
        <p:nvSpPr>
          <p:cNvPr id="5988" name="Google Shape;5988;p341"/>
          <p:cNvSpPr/>
          <p:nvPr/>
        </p:nvSpPr>
        <p:spPr>
          <a:xfrm>
            <a:off x="3048959" y="2738309"/>
            <a:ext cx="704400" cy="704400"/>
          </a:xfrm>
          <a:prstGeom prst="roundRect">
            <a:avLst>
              <a:gd name="adj" fmla="val 16667"/>
            </a:avLst>
          </a:prstGeom>
          <a:solidFill>
            <a:srgbClr val="F3F3F3"/>
          </a:solidFill>
          <a:ln w="9525" cap="flat" cmpd="sng">
            <a:solidFill>
              <a:srgbClr val="46464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89" name="Google Shape;5989;p341"/>
          <p:cNvSpPr/>
          <p:nvPr/>
        </p:nvSpPr>
        <p:spPr>
          <a:xfrm>
            <a:off x="3417061" y="2803562"/>
            <a:ext cx="283353" cy="283359"/>
          </a:xfrm>
          <a:custGeom>
            <a:avLst/>
            <a:gdLst/>
            <a:ahLst/>
            <a:cxnLst/>
            <a:rect l="l" t="t" r="r" b="b"/>
            <a:pathLst>
              <a:path w="78" h="77" extrusionOk="0">
                <a:moveTo>
                  <a:pt x="0" y="0"/>
                </a:moveTo>
                <a:lnTo>
                  <a:pt x="0" y="77"/>
                </a:lnTo>
                <a:lnTo>
                  <a:pt x="78" y="77"/>
                </a:lnTo>
                <a:lnTo>
                  <a:pt x="78" y="0"/>
                </a:lnTo>
                <a:lnTo>
                  <a:pt x="0" y="0"/>
                </a:lnTo>
                <a:close/>
                <a:moveTo>
                  <a:pt x="39" y="42"/>
                </a:moveTo>
                <a:lnTo>
                  <a:pt x="5" y="3"/>
                </a:lnTo>
                <a:lnTo>
                  <a:pt x="72" y="3"/>
                </a:lnTo>
                <a:lnTo>
                  <a:pt x="39" y="42"/>
                </a:lnTo>
                <a:close/>
                <a:moveTo>
                  <a:pt x="32" y="38"/>
                </a:moveTo>
                <a:lnTo>
                  <a:pt x="3" y="71"/>
                </a:lnTo>
                <a:lnTo>
                  <a:pt x="3" y="6"/>
                </a:lnTo>
                <a:lnTo>
                  <a:pt x="32" y="38"/>
                </a:lnTo>
                <a:close/>
                <a:moveTo>
                  <a:pt x="34" y="41"/>
                </a:moveTo>
                <a:lnTo>
                  <a:pt x="39" y="47"/>
                </a:lnTo>
                <a:lnTo>
                  <a:pt x="44" y="41"/>
                </a:lnTo>
                <a:lnTo>
                  <a:pt x="72" y="74"/>
                </a:lnTo>
                <a:lnTo>
                  <a:pt x="5" y="74"/>
                </a:lnTo>
                <a:lnTo>
                  <a:pt x="34" y="41"/>
                </a:lnTo>
                <a:close/>
                <a:moveTo>
                  <a:pt x="46" y="38"/>
                </a:moveTo>
                <a:lnTo>
                  <a:pt x="74" y="6"/>
                </a:lnTo>
                <a:lnTo>
                  <a:pt x="74" y="71"/>
                </a:lnTo>
                <a:lnTo>
                  <a:pt x="46" y="3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nvGrpSpPr>
          <p:cNvPr id="5990" name="Google Shape;5990;p341"/>
          <p:cNvGrpSpPr/>
          <p:nvPr/>
        </p:nvGrpSpPr>
        <p:grpSpPr>
          <a:xfrm>
            <a:off x="3103560" y="2803556"/>
            <a:ext cx="283368" cy="283368"/>
            <a:chOff x="6615113" y="3573463"/>
            <a:chExt cx="298450" cy="298450"/>
          </a:xfrm>
        </p:grpSpPr>
        <p:sp>
          <p:nvSpPr>
            <p:cNvPr id="5991" name="Google Shape;5991;p341"/>
            <p:cNvSpPr/>
            <p:nvPr/>
          </p:nvSpPr>
          <p:spPr>
            <a:xfrm>
              <a:off x="6654800" y="3636963"/>
              <a:ext cx="220663" cy="171450"/>
            </a:xfrm>
            <a:custGeom>
              <a:avLst/>
              <a:gdLst/>
              <a:ahLst/>
              <a:cxnLst/>
              <a:rect l="l" t="t" r="r" b="b"/>
              <a:pathLst>
                <a:path w="139" h="108" extrusionOk="0">
                  <a:moveTo>
                    <a:pt x="0" y="0"/>
                  </a:moveTo>
                  <a:lnTo>
                    <a:pt x="0" y="102"/>
                  </a:lnTo>
                  <a:lnTo>
                    <a:pt x="42" y="102"/>
                  </a:lnTo>
                  <a:lnTo>
                    <a:pt x="42" y="108"/>
                  </a:lnTo>
                  <a:lnTo>
                    <a:pt x="96" y="108"/>
                  </a:lnTo>
                  <a:lnTo>
                    <a:pt x="96" y="102"/>
                  </a:lnTo>
                  <a:lnTo>
                    <a:pt x="139" y="102"/>
                  </a:lnTo>
                  <a:lnTo>
                    <a:pt x="139" y="0"/>
                  </a:lnTo>
                  <a:lnTo>
                    <a:pt x="0" y="0"/>
                  </a:lnTo>
                  <a:close/>
                  <a:moveTo>
                    <a:pt x="129" y="10"/>
                  </a:moveTo>
                  <a:lnTo>
                    <a:pt x="129" y="88"/>
                  </a:lnTo>
                  <a:lnTo>
                    <a:pt x="9" y="88"/>
                  </a:lnTo>
                  <a:lnTo>
                    <a:pt x="9" y="10"/>
                  </a:lnTo>
                  <a:lnTo>
                    <a:pt x="129" y="1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92" name="Google Shape;5992;p341"/>
            <p:cNvSpPr/>
            <p:nvPr/>
          </p:nvSpPr>
          <p:spPr>
            <a:xfrm>
              <a:off x="6615113" y="3573463"/>
              <a:ext cx="298450" cy="298450"/>
            </a:xfrm>
            <a:custGeom>
              <a:avLst/>
              <a:gdLst/>
              <a:ahLst/>
              <a:cxnLst/>
              <a:rect l="l" t="t" r="r" b="b"/>
              <a:pathLst>
                <a:path w="188" h="188" extrusionOk="0">
                  <a:moveTo>
                    <a:pt x="180" y="180"/>
                  </a:moveTo>
                  <a:lnTo>
                    <a:pt x="8" y="180"/>
                  </a:lnTo>
                  <a:lnTo>
                    <a:pt x="8" y="7"/>
                  </a:lnTo>
                  <a:lnTo>
                    <a:pt x="179" y="7"/>
                  </a:lnTo>
                  <a:lnTo>
                    <a:pt x="180" y="180"/>
                  </a:lnTo>
                  <a:close/>
                  <a:moveTo>
                    <a:pt x="0" y="0"/>
                  </a:moveTo>
                  <a:lnTo>
                    <a:pt x="0" y="188"/>
                  </a:lnTo>
                  <a:lnTo>
                    <a:pt x="188" y="188"/>
                  </a:lnTo>
                  <a:lnTo>
                    <a:pt x="188"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5993" name="Google Shape;5993;p341"/>
          <p:cNvGrpSpPr/>
          <p:nvPr/>
        </p:nvGrpSpPr>
        <p:grpSpPr>
          <a:xfrm>
            <a:off x="3108112" y="3114900"/>
            <a:ext cx="283361" cy="283377"/>
            <a:chOff x="3162300" y="1219200"/>
            <a:chExt cx="123825" cy="123825"/>
          </a:xfrm>
        </p:grpSpPr>
        <p:sp>
          <p:nvSpPr>
            <p:cNvPr id="5994" name="Google Shape;5994;p341"/>
            <p:cNvSpPr/>
            <p:nvPr/>
          </p:nvSpPr>
          <p:spPr>
            <a:xfrm>
              <a:off x="3171825" y="1243013"/>
              <a:ext cx="103188" cy="76200"/>
            </a:xfrm>
            <a:custGeom>
              <a:avLst/>
              <a:gdLst/>
              <a:ahLst/>
              <a:cxnLst/>
              <a:rect l="l" t="t" r="r" b="b"/>
              <a:pathLst>
                <a:path w="65" h="48" extrusionOk="0">
                  <a:moveTo>
                    <a:pt x="62" y="38"/>
                  </a:moveTo>
                  <a:lnTo>
                    <a:pt x="62" y="0"/>
                  </a:lnTo>
                  <a:lnTo>
                    <a:pt x="4" y="0"/>
                  </a:lnTo>
                  <a:lnTo>
                    <a:pt x="4" y="38"/>
                  </a:lnTo>
                  <a:lnTo>
                    <a:pt x="0" y="38"/>
                  </a:lnTo>
                  <a:lnTo>
                    <a:pt x="0" y="48"/>
                  </a:lnTo>
                  <a:lnTo>
                    <a:pt x="65" y="48"/>
                  </a:lnTo>
                  <a:lnTo>
                    <a:pt x="65" y="38"/>
                  </a:lnTo>
                  <a:lnTo>
                    <a:pt x="62" y="38"/>
                  </a:lnTo>
                  <a:close/>
                  <a:moveTo>
                    <a:pt x="58" y="3"/>
                  </a:moveTo>
                  <a:lnTo>
                    <a:pt x="58" y="38"/>
                  </a:lnTo>
                  <a:lnTo>
                    <a:pt x="7" y="38"/>
                  </a:lnTo>
                  <a:lnTo>
                    <a:pt x="7" y="3"/>
                  </a:lnTo>
                  <a:lnTo>
                    <a:pt x="58" y="3"/>
                  </a:lnTo>
                  <a:close/>
                  <a:moveTo>
                    <a:pt x="4" y="44"/>
                  </a:moveTo>
                  <a:lnTo>
                    <a:pt x="4" y="41"/>
                  </a:lnTo>
                  <a:lnTo>
                    <a:pt x="62" y="41"/>
                  </a:lnTo>
                  <a:lnTo>
                    <a:pt x="62" y="44"/>
                  </a:lnTo>
                  <a:lnTo>
                    <a:pt x="4" y="4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95" name="Google Shape;5995;p341"/>
            <p:cNvSpPr/>
            <p:nvPr/>
          </p:nvSpPr>
          <p:spPr>
            <a:xfrm>
              <a:off x="3187700" y="1252538"/>
              <a:ext cx="73025" cy="46038"/>
            </a:xfrm>
            <a:custGeom>
              <a:avLst/>
              <a:gdLst/>
              <a:ahLst/>
              <a:cxnLst/>
              <a:rect l="l" t="t" r="r" b="b"/>
              <a:pathLst>
                <a:path w="46" h="29" extrusionOk="0">
                  <a:moveTo>
                    <a:pt x="46" y="0"/>
                  </a:moveTo>
                  <a:lnTo>
                    <a:pt x="0" y="0"/>
                  </a:lnTo>
                  <a:lnTo>
                    <a:pt x="0" y="29"/>
                  </a:lnTo>
                  <a:lnTo>
                    <a:pt x="46" y="29"/>
                  </a:lnTo>
                  <a:lnTo>
                    <a:pt x="46" y="0"/>
                  </a:lnTo>
                  <a:close/>
                  <a:moveTo>
                    <a:pt x="3" y="26"/>
                  </a:moveTo>
                  <a:lnTo>
                    <a:pt x="3" y="3"/>
                  </a:lnTo>
                  <a:lnTo>
                    <a:pt x="43" y="3"/>
                  </a:lnTo>
                  <a:lnTo>
                    <a:pt x="43" y="26"/>
                  </a:lnTo>
                  <a:lnTo>
                    <a:pt x="3" y="26"/>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5996" name="Google Shape;5996;p341"/>
            <p:cNvSpPr/>
            <p:nvPr/>
          </p:nvSpPr>
          <p:spPr>
            <a:xfrm>
              <a:off x="3162300" y="1219200"/>
              <a:ext cx="123825" cy="123825"/>
            </a:xfrm>
            <a:custGeom>
              <a:avLst/>
              <a:gdLst/>
              <a:ahLst/>
              <a:cxnLst/>
              <a:rect l="l" t="t" r="r" b="b"/>
              <a:pathLst>
                <a:path w="78" h="78" extrusionOk="0">
                  <a:moveTo>
                    <a:pt x="0" y="0"/>
                  </a:moveTo>
                  <a:lnTo>
                    <a:pt x="0" y="78"/>
                  </a:lnTo>
                  <a:lnTo>
                    <a:pt x="78" y="78"/>
                  </a:lnTo>
                  <a:lnTo>
                    <a:pt x="78" y="0"/>
                  </a:lnTo>
                  <a:lnTo>
                    <a:pt x="0" y="0"/>
                  </a:lnTo>
                  <a:close/>
                  <a:moveTo>
                    <a:pt x="74" y="74"/>
                  </a:moveTo>
                  <a:lnTo>
                    <a:pt x="3" y="74"/>
                  </a:lnTo>
                  <a:lnTo>
                    <a:pt x="3" y="3"/>
                  </a:lnTo>
                  <a:lnTo>
                    <a:pt x="74" y="3"/>
                  </a:lnTo>
                  <a:lnTo>
                    <a:pt x="74" y="7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sp>
        <p:nvSpPr>
          <p:cNvPr id="5997" name="Google Shape;5997;p341"/>
          <p:cNvSpPr/>
          <p:nvPr/>
        </p:nvSpPr>
        <p:spPr>
          <a:xfrm>
            <a:off x="4540900" y="2724997"/>
            <a:ext cx="704400" cy="7044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5998" name="Google Shape;5998;p341"/>
          <p:cNvCxnSpPr/>
          <p:nvPr/>
        </p:nvCxnSpPr>
        <p:spPr>
          <a:xfrm>
            <a:off x="4873361" y="3397995"/>
            <a:ext cx="2400" cy="461600"/>
          </a:xfrm>
          <a:prstGeom prst="straightConnector1">
            <a:avLst/>
          </a:prstGeom>
          <a:noFill/>
          <a:ln w="25400" cap="flat" cmpd="sng">
            <a:solidFill>
              <a:srgbClr val="464646"/>
            </a:solidFill>
            <a:prstDash val="solid"/>
            <a:miter lim="800000"/>
            <a:headEnd type="none" w="sm" len="sm"/>
            <a:tailEnd type="none" w="sm" len="sm"/>
          </a:ln>
        </p:spPr>
      </p:cxnSp>
      <p:grpSp>
        <p:nvGrpSpPr>
          <p:cNvPr id="5999" name="Google Shape;5999;p341"/>
          <p:cNvGrpSpPr/>
          <p:nvPr/>
        </p:nvGrpSpPr>
        <p:grpSpPr>
          <a:xfrm>
            <a:off x="4732806" y="2917211"/>
            <a:ext cx="320253" cy="320284"/>
            <a:chOff x="5035550" y="3784600"/>
            <a:chExt cx="422276" cy="420688"/>
          </a:xfrm>
        </p:grpSpPr>
        <p:sp>
          <p:nvSpPr>
            <p:cNvPr id="6000" name="Google Shape;6000;p341"/>
            <p:cNvSpPr/>
            <p:nvPr/>
          </p:nvSpPr>
          <p:spPr>
            <a:xfrm>
              <a:off x="5035550" y="3784600"/>
              <a:ext cx="422275" cy="420688"/>
            </a:xfrm>
            <a:custGeom>
              <a:avLst/>
              <a:gdLst/>
              <a:ahLst/>
              <a:cxnLst/>
              <a:rect l="l" t="t" r="r" b="b"/>
              <a:pathLst>
                <a:path w="192" h="192" extrusionOk="0">
                  <a:moveTo>
                    <a:pt x="184" y="184"/>
                  </a:moveTo>
                  <a:cubicBezTo>
                    <a:pt x="158" y="184"/>
                    <a:pt x="158" y="184"/>
                    <a:pt x="158" y="184"/>
                  </a:cubicBezTo>
                  <a:cubicBezTo>
                    <a:pt x="154" y="152"/>
                    <a:pt x="154" y="152"/>
                    <a:pt x="154" y="152"/>
                  </a:cubicBezTo>
                  <a:cubicBezTo>
                    <a:pt x="152" y="144"/>
                    <a:pt x="145" y="137"/>
                    <a:pt x="137" y="134"/>
                  </a:cubicBezTo>
                  <a:cubicBezTo>
                    <a:pt x="112" y="126"/>
                    <a:pt x="112" y="126"/>
                    <a:pt x="112" y="126"/>
                  </a:cubicBezTo>
                  <a:cubicBezTo>
                    <a:pt x="109" y="125"/>
                    <a:pt x="106" y="126"/>
                    <a:pt x="103" y="128"/>
                  </a:cubicBezTo>
                  <a:cubicBezTo>
                    <a:pt x="102" y="130"/>
                    <a:pt x="102" y="130"/>
                    <a:pt x="102" y="130"/>
                  </a:cubicBezTo>
                  <a:cubicBezTo>
                    <a:pt x="100" y="132"/>
                    <a:pt x="98" y="133"/>
                    <a:pt x="96" y="133"/>
                  </a:cubicBezTo>
                  <a:cubicBezTo>
                    <a:pt x="93" y="133"/>
                    <a:pt x="91" y="132"/>
                    <a:pt x="89" y="130"/>
                  </a:cubicBezTo>
                  <a:cubicBezTo>
                    <a:pt x="88" y="128"/>
                    <a:pt x="88" y="128"/>
                    <a:pt x="88" y="128"/>
                  </a:cubicBezTo>
                  <a:cubicBezTo>
                    <a:pt x="85" y="126"/>
                    <a:pt x="82" y="125"/>
                    <a:pt x="79" y="126"/>
                  </a:cubicBezTo>
                  <a:cubicBezTo>
                    <a:pt x="69" y="129"/>
                    <a:pt x="69" y="129"/>
                    <a:pt x="69" y="129"/>
                  </a:cubicBezTo>
                  <a:cubicBezTo>
                    <a:pt x="67" y="114"/>
                    <a:pt x="67" y="114"/>
                    <a:pt x="67" y="114"/>
                  </a:cubicBezTo>
                  <a:cubicBezTo>
                    <a:pt x="67" y="113"/>
                    <a:pt x="67" y="113"/>
                    <a:pt x="67" y="113"/>
                  </a:cubicBezTo>
                  <a:cubicBezTo>
                    <a:pt x="65" y="108"/>
                    <a:pt x="61" y="103"/>
                    <a:pt x="55" y="101"/>
                  </a:cubicBezTo>
                  <a:cubicBezTo>
                    <a:pt x="40" y="96"/>
                    <a:pt x="40" y="96"/>
                    <a:pt x="40" y="96"/>
                  </a:cubicBezTo>
                  <a:cubicBezTo>
                    <a:pt x="38" y="95"/>
                    <a:pt x="35" y="96"/>
                    <a:pt x="34" y="98"/>
                  </a:cubicBezTo>
                  <a:cubicBezTo>
                    <a:pt x="32" y="99"/>
                    <a:pt x="32" y="99"/>
                    <a:pt x="32" y="99"/>
                  </a:cubicBezTo>
                  <a:cubicBezTo>
                    <a:pt x="32" y="100"/>
                    <a:pt x="31" y="100"/>
                    <a:pt x="30" y="100"/>
                  </a:cubicBezTo>
                  <a:cubicBezTo>
                    <a:pt x="29" y="100"/>
                    <a:pt x="28" y="100"/>
                    <a:pt x="27" y="99"/>
                  </a:cubicBezTo>
                  <a:cubicBezTo>
                    <a:pt x="26" y="98"/>
                    <a:pt x="26" y="98"/>
                    <a:pt x="26" y="98"/>
                  </a:cubicBezTo>
                  <a:cubicBezTo>
                    <a:pt x="24" y="96"/>
                    <a:pt x="21" y="95"/>
                    <a:pt x="19" y="96"/>
                  </a:cubicBezTo>
                  <a:cubicBezTo>
                    <a:pt x="7" y="100"/>
                    <a:pt x="7" y="100"/>
                    <a:pt x="7" y="100"/>
                  </a:cubicBezTo>
                  <a:cubicBezTo>
                    <a:pt x="7" y="8"/>
                    <a:pt x="7" y="8"/>
                    <a:pt x="7" y="8"/>
                  </a:cubicBezTo>
                  <a:cubicBezTo>
                    <a:pt x="81" y="8"/>
                    <a:pt x="81" y="8"/>
                    <a:pt x="81" y="8"/>
                  </a:cubicBezTo>
                  <a:cubicBezTo>
                    <a:pt x="81" y="0"/>
                    <a:pt x="81" y="0"/>
                    <a:pt x="81" y="0"/>
                  </a:cubicBezTo>
                  <a:cubicBezTo>
                    <a:pt x="0" y="0"/>
                    <a:pt x="0" y="0"/>
                    <a:pt x="0" y="0"/>
                  </a:cubicBezTo>
                  <a:cubicBezTo>
                    <a:pt x="0" y="192"/>
                    <a:pt x="0" y="192"/>
                    <a:pt x="0" y="192"/>
                  </a:cubicBezTo>
                  <a:cubicBezTo>
                    <a:pt x="40" y="192"/>
                    <a:pt x="40" y="192"/>
                    <a:pt x="40" y="192"/>
                  </a:cubicBezTo>
                  <a:cubicBezTo>
                    <a:pt x="44" y="155"/>
                    <a:pt x="44" y="155"/>
                    <a:pt x="44" y="155"/>
                  </a:cubicBezTo>
                  <a:cubicBezTo>
                    <a:pt x="46" y="149"/>
                    <a:pt x="51" y="144"/>
                    <a:pt x="57" y="142"/>
                  </a:cubicBezTo>
                  <a:cubicBezTo>
                    <a:pt x="81" y="134"/>
                    <a:pt x="81" y="134"/>
                    <a:pt x="81" y="134"/>
                  </a:cubicBezTo>
                  <a:cubicBezTo>
                    <a:pt x="82" y="134"/>
                    <a:pt x="82" y="134"/>
                    <a:pt x="82" y="134"/>
                  </a:cubicBezTo>
                  <a:cubicBezTo>
                    <a:pt x="82" y="134"/>
                    <a:pt x="82" y="134"/>
                    <a:pt x="82" y="134"/>
                  </a:cubicBezTo>
                  <a:cubicBezTo>
                    <a:pt x="84" y="136"/>
                    <a:pt x="84" y="136"/>
                    <a:pt x="84" y="136"/>
                  </a:cubicBezTo>
                  <a:cubicBezTo>
                    <a:pt x="87" y="139"/>
                    <a:pt x="91" y="141"/>
                    <a:pt x="96" y="141"/>
                  </a:cubicBezTo>
                  <a:cubicBezTo>
                    <a:pt x="100" y="141"/>
                    <a:pt x="104" y="139"/>
                    <a:pt x="107" y="136"/>
                  </a:cubicBezTo>
                  <a:cubicBezTo>
                    <a:pt x="109" y="134"/>
                    <a:pt x="109" y="134"/>
                    <a:pt x="109" y="134"/>
                  </a:cubicBezTo>
                  <a:cubicBezTo>
                    <a:pt x="109" y="134"/>
                    <a:pt x="109" y="134"/>
                    <a:pt x="109" y="134"/>
                  </a:cubicBezTo>
                  <a:cubicBezTo>
                    <a:pt x="109" y="134"/>
                    <a:pt x="109" y="134"/>
                    <a:pt x="109" y="134"/>
                  </a:cubicBezTo>
                  <a:cubicBezTo>
                    <a:pt x="134" y="142"/>
                    <a:pt x="134" y="142"/>
                    <a:pt x="134" y="142"/>
                  </a:cubicBezTo>
                  <a:cubicBezTo>
                    <a:pt x="140" y="144"/>
                    <a:pt x="145" y="149"/>
                    <a:pt x="146" y="154"/>
                  </a:cubicBezTo>
                  <a:cubicBezTo>
                    <a:pt x="151" y="192"/>
                    <a:pt x="151" y="192"/>
                    <a:pt x="151" y="192"/>
                  </a:cubicBezTo>
                  <a:cubicBezTo>
                    <a:pt x="192" y="192"/>
                    <a:pt x="192" y="192"/>
                    <a:pt x="192" y="192"/>
                  </a:cubicBezTo>
                  <a:cubicBezTo>
                    <a:pt x="192" y="88"/>
                    <a:pt x="192" y="88"/>
                    <a:pt x="192" y="88"/>
                  </a:cubicBezTo>
                  <a:cubicBezTo>
                    <a:pt x="184" y="88"/>
                    <a:pt x="184" y="88"/>
                    <a:pt x="184" y="88"/>
                  </a:cubicBezTo>
                  <a:lnTo>
                    <a:pt x="184" y="184"/>
                  </a:lnTo>
                  <a:close/>
                  <a:moveTo>
                    <a:pt x="33" y="184"/>
                  </a:moveTo>
                  <a:cubicBezTo>
                    <a:pt x="7" y="184"/>
                    <a:pt x="7" y="184"/>
                    <a:pt x="7" y="184"/>
                  </a:cubicBezTo>
                  <a:cubicBezTo>
                    <a:pt x="7" y="109"/>
                    <a:pt x="7" y="109"/>
                    <a:pt x="7" y="109"/>
                  </a:cubicBezTo>
                  <a:cubicBezTo>
                    <a:pt x="21" y="104"/>
                    <a:pt x="21" y="104"/>
                    <a:pt x="21" y="104"/>
                  </a:cubicBezTo>
                  <a:cubicBezTo>
                    <a:pt x="21" y="105"/>
                    <a:pt x="21" y="105"/>
                    <a:pt x="21" y="105"/>
                  </a:cubicBezTo>
                  <a:cubicBezTo>
                    <a:pt x="24" y="107"/>
                    <a:pt x="27" y="108"/>
                    <a:pt x="30" y="108"/>
                  </a:cubicBezTo>
                  <a:cubicBezTo>
                    <a:pt x="33" y="108"/>
                    <a:pt x="36" y="107"/>
                    <a:pt x="38" y="105"/>
                  </a:cubicBezTo>
                  <a:cubicBezTo>
                    <a:pt x="39" y="104"/>
                    <a:pt x="39" y="104"/>
                    <a:pt x="39" y="104"/>
                  </a:cubicBezTo>
                  <a:cubicBezTo>
                    <a:pt x="53" y="109"/>
                    <a:pt x="53" y="109"/>
                    <a:pt x="53" y="109"/>
                  </a:cubicBezTo>
                  <a:cubicBezTo>
                    <a:pt x="56" y="110"/>
                    <a:pt x="58" y="112"/>
                    <a:pt x="59" y="115"/>
                  </a:cubicBezTo>
                  <a:cubicBezTo>
                    <a:pt x="61" y="132"/>
                    <a:pt x="61" y="132"/>
                    <a:pt x="61" y="132"/>
                  </a:cubicBezTo>
                  <a:cubicBezTo>
                    <a:pt x="54" y="134"/>
                    <a:pt x="54" y="134"/>
                    <a:pt x="54" y="134"/>
                  </a:cubicBezTo>
                  <a:cubicBezTo>
                    <a:pt x="46" y="137"/>
                    <a:pt x="39" y="144"/>
                    <a:pt x="37" y="153"/>
                  </a:cubicBezTo>
                  <a:lnTo>
                    <a:pt x="33" y="18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01" name="Google Shape;6001;p341"/>
            <p:cNvSpPr/>
            <p:nvPr/>
          </p:nvSpPr>
          <p:spPr>
            <a:xfrm>
              <a:off x="5195888" y="3919538"/>
              <a:ext cx="98425" cy="134938"/>
            </a:xfrm>
            <a:custGeom>
              <a:avLst/>
              <a:gdLst/>
              <a:ahLst/>
              <a:cxnLst/>
              <a:rect l="l" t="t" r="r" b="b"/>
              <a:pathLst>
                <a:path w="45" h="61" extrusionOk="0">
                  <a:moveTo>
                    <a:pt x="23" y="0"/>
                  </a:moveTo>
                  <a:cubicBezTo>
                    <a:pt x="10" y="0"/>
                    <a:pt x="0" y="11"/>
                    <a:pt x="0" y="25"/>
                  </a:cubicBezTo>
                  <a:cubicBezTo>
                    <a:pt x="0" y="38"/>
                    <a:pt x="3" y="48"/>
                    <a:pt x="8" y="53"/>
                  </a:cubicBezTo>
                  <a:cubicBezTo>
                    <a:pt x="12" y="58"/>
                    <a:pt x="16" y="61"/>
                    <a:pt x="23" y="61"/>
                  </a:cubicBezTo>
                  <a:cubicBezTo>
                    <a:pt x="30" y="61"/>
                    <a:pt x="34" y="57"/>
                    <a:pt x="38" y="53"/>
                  </a:cubicBezTo>
                  <a:cubicBezTo>
                    <a:pt x="43" y="48"/>
                    <a:pt x="45" y="38"/>
                    <a:pt x="45" y="25"/>
                  </a:cubicBezTo>
                  <a:cubicBezTo>
                    <a:pt x="45" y="11"/>
                    <a:pt x="35" y="0"/>
                    <a:pt x="23" y="0"/>
                  </a:cubicBezTo>
                  <a:close/>
                  <a:moveTo>
                    <a:pt x="23" y="54"/>
                  </a:moveTo>
                  <a:cubicBezTo>
                    <a:pt x="20" y="54"/>
                    <a:pt x="18" y="52"/>
                    <a:pt x="14" y="48"/>
                  </a:cubicBezTo>
                  <a:cubicBezTo>
                    <a:pt x="10" y="44"/>
                    <a:pt x="8" y="36"/>
                    <a:pt x="8" y="25"/>
                  </a:cubicBezTo>
                  <a:cubicBezTo>
                    <a:pt x="8" y="15"/>
                    <a:pt x="15" y="8"/>
                    <a:pt x="23" y="8"/>
                  </a:cubicBezTo>
                  <a:cubicBezTo>
                    <a:pt x="31" y="8"/>
                    <a:pt x="37" y="15"/>
                    <a:pt x="37" y="25"/>
                  </a:cubicBezTo>
                  <a:cubicBezTo>
                    <a:pt x="37" y="35"/>
                    <a:pt x="35" y="44"/>
                    <a:pt x="32" y="48"/>
                  </a:cubicBezTo>
                  <a:cubicBezTo>
                    <a:pt x="28" y="52"/>
                    <a:pt x="26" y="54"/>
                    <a:pt x="23" y="54"/>
                  </a:cubicBez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02" name="Google Shape;6002;p341"/>
            <p:cNvSpPr/>
            <p:nvPr/>
          </p:nvSpPr>
          <p:spPr>
            <a:xfrm>
              <a:off x="5068888" y="3898900"/>
              <a:ext cx="65088" cy="88900"/>
            </a:xfrm>
            <a:custGeom>
              <a:avLst/>
              <a:gdLst/>
              <a:ahLst/>
              <a:cxnLst/>
              <a:rect l="l" t="t" r="r" b="b"/>
              <a:pathLst>
                <a:path w="30" h="41" extrusionOk="0">
                  <a:moveTo>
                    <a:pt x="0" y="17"/>
                  </a:moveTo>
                  <a:cubicBezTo>
                    <a:pt x="0" y="25"/>
                    <a:pt x="1" y="31"/>
                    <a:pt x="5" y="35"/>
                  </a:cubicBezTo>
                  <a:cubicBezTo>
                    <a:pt x="7" y="38"/>
                    <a:pt x="10" y="41"/>
                    <a:pt x="15" y="41"/>
                  </a:cubicBezTo>
                  <a:cubicBezTo>
                    <a:pt x="20" y="41"/>
                    <a:pt x="23" y="38"/>
                    <a:pt x="25" y="35"/>
                  </a:cubicBezTo>
                  <a:cubicBezTo>
                    <a:pt x="29" y="31"/>
                    <a:pt x="30" y="25"/>
                    <a:pt x="30" y="17"/>
                  </a:cubicBezTo>
                  <a:cubicBezTo>
                    <a:pt x="30" y="7"/>
                    <a:pt x="24" y="0"/>
                    <a:pt x="15" y="0"/>
                  </a:cubicBezTo>
                  <a:cubicBezTo>
                    <a:pt x="6" y="0"/>
                    <a:pt x="0" y="7"/>
                    <a:pt x="0" y="17"/>
                  </a:cubicBezTo>
                  <a:close/>
                  <a:moveTo>
                    <a:pt x="15" y="33"/>
                  </a:moveTo>
                  <a:cubicBezTo>
                    <a:pt x="14" y="33"/>
                    <a:pt x="13" y="33"/>
                    <a:pt x="11" y="30"/>
                  </a:cubicBezTo>
                  <a:cubicBezTo>
                    <a:pt x="9" y="28"/>
                    <a:pt x="8" y="23"/>
                    <a:pt x="8" y="17"/>
                  </a:cubicBezTo>
                  <a:cubicBezTo>
                    <a:pt x="8" y="12"/>
                    <a:pt x="11" y="8"/>
                    <a:pt x="15" y="8"/>
                  </a:cubicBezTo>
                  <a:cubicBezTo>
                    <a:pt x="19" y="8"/>
                    <a:pt x="23" y="12"/>
                    <a:pt x="23" y="17"/>
                  </a:cubicBezTo>
                  <a:cubicBezTo>
                    <a:pt x="23" y="23"/>
                    <a:pt x="21" y="27"/>
                    <a:pt x="20" y="30"/>
                  </a:cubicBezTo>
                  <a:cubicBezTo>
                    <a:pt x="17" y="33"/>
                    <a:pt x="16" y="33"/>
                    <a:pt x="15" y="33"/>
                  </a:cubicBez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03" name="Google Shape;6003;p341"/>
            <p:cNvSpPr/>
            <p:nvPr/>
          </p:nvSpPr>
          <p:spPr>
            <a:xfrm>
              <a:off x="5237163" y="3784600"/>
              <a:ext cx="220663" cy="242888"/>
            </a:xfrm>
            <a:custGeom>
              <a:avLst/>
              <a:gdLst/>
              <a:ahLst/>
              <a:cxnLst/>
              <a:rect l="l" t="t" r="r" b="b"/>
              <a:pathLst>
                <a:path w="139" h="153" extrusionOk="0">
                  <a:moveTo>
                    <a:pt x="0" y="0"/>
                  </a:moveTo>
                  <a:lnTo>
                    <a:pt x="0" y="74"/>
                  </a:lnTo>
                  <a:lnTo>
                    <a:pt x="10" y="74"/>
                  </a:lnTo>
                  <a:lnTo>
                    <a:pt x="10" y="9"/>
                  </a:lnTo>
                  <a:lnTo>
                    <a:pt x="128" y="9"/>
                  </a:lnTo>
                  <a:lnTo>
                    <a:pt x="128" y="98"/>
                  </a:lnTo>
                  <a:lnTo>
                    <a:pt x="108" y="98"/>
                  </a:lnTo>
                  <a:lnTo>
                    <a:pt x="78" y="130"/>
                  </a:lnTo>
                  <a:lnTo>
                    <a:pt x="78" y="98"/>
                  </a:lnTo>
                  <a:lnTo>
                    <a:pt x="49" y="98"/>
                  </a:lnTo>
                  <a:lnTo>
                    <a:pt x="49" y="109"/>
                  </a:lnTo>
                  <a:lnTo>
                    <a:pt x="67" y="109"/>
                  </a:lnTo>
                  <a:lnTo>
                    <a:pt x="67" y="153"/>
                  </a:lnTo>
                  <a:lnTo>
                    <a:pt x="112" y="109"/>
                  </a:lnTo>
                  <a:lnTo>
                    <a:pt x="139" y="109"/>
                  </a:lnTo>
                  <a:lnTo>
                    <a:pt x="139"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04" name="Google Shape;6004;p341"/>
            <p:cNvSpPr/>
            <p:nvPr/>
          </p:nvSpPr>
          <p:spPr>
            <a:xfrm>
              <a:off x="5294313" y="3843338"/>
              <a:ext cx="103200" cy="174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05" name="Google Shape;6005;p341"/>
            <p:cNvSpPr/>
            <p:nvPr/>
          </p:nvSpPr>
          <p:spPr>
            <a:xfrm>
              <a:off x="5294313" y="3879850"/>
              <a:ext cx="103200" cy="15900"/>
            </a:xfrm>
            <a:prstGeom prst="rect">
              <a:avLst/>
            </a:pr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sp>
        <p:nvSpPr>
          <p:cNvPr id="6006" name="Google Shape;6006;p341"/>
          <p:cNvSpPr/>
          <p:nvPr/>
        </p:nvSpPr>
        <p:spPr>
          <a:xfrm>
            <a:off x="5299243" y="4288000"/>
            <a:ext cx="697600" cy="697600"/>
          </a:xfrm>
          <a:prstGeom prst="roundRect">
            <a:avLst>
              <a:gd name="adj" fmla="val 16667"/>
            </a:avLst>
          </a:prstGeom>
          <a:solidFill>
            <a:srgbClr val="F3F3F3"/>
          </a:solidFill>
          <a:ln w="9525" cap="flat" cmpd="sng">
            <a:solidFill>
              <a:srgbClr val="46464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07" name="Google Shape;6007;p341"/>
          <p:cNvSpPr/>
          <p:nvPr/>
        </p:nvSpPr>
        <p:spPr>
          <a:xfrm>
            <a:off x="5663264" y="4327557"/>
            <a:ext cx="280699" cy="280699"/>
          </a:xfrm>
          <a:custGeom>
            <a:avLst/>
            <a:gdLst/>
            <a:ahLst/>
            <a:cxnLst/>
            <a:rect l="l" t="t" r="r" b="b"/>
            <a:pathLst>
              <a:path w="78" h="77" extrusionOk="0">
                <a:moveTo>
                  <a:pt x="0" y="0"/>
                </a:moveTo>
                <a:lnTo>
                  <a:pt x="0" y="77"/>
                </a:lnTo>
                <a:lnTo>
                  <a:pt x="78" y="77"/>
                </a:lnTo>
                <a:lnTo>
                  <a:pt x="78" y="0"/>
                </a:lnTo>
                <a:lnTo>
                  <a:pt x="0" y="0"/>
                </a:lnTo>
                <a:close/>
                <a:moveTo>
                  <a:pt x="39" y="42"/>
                </a:moveTo>
                <a:lnTo>
                  <a:pt x="5" y="3"/>
                </a:lnTo>
                <a:lnTo>
                  <a:pt x="72" y="3"/>
                </a:lnTo>
                <a:lnTo>
                  <a:pt x="39" y="42"/>
                </a:lnTo>
                <a:close/>
                <a:moveTo>
                  <a:pt x="32" y="38"/>
                </a:moveTo>
                <a:lnTo>
                  <a:pt x="3" y="71"/>
                </a:lnTo>
                <a:lnTo>
                  <a:pt x="3" y="6"/>
                </a:lnTo>
                <a:lnTo>
                  <a:pt x="32" y="38"/>
                </a:lnTo>
                <a:close/>
                <a:moveTo>
                  <a:pt x="34" y="41"/>
                </a:moveTo>
                <a:lnTo>
                  <a:pt x="39" y="47"/>
                </a:lnTo>
                <a:lnTo>
                  <a:pt x="44" y="41"/>
                </a:lnTo>
                <a:lnTo>
                  <a:pt x="72" y="74"/>
                </a:lnTo>
                <a:lnTo>
                  <a:pt x="5" y="74"/>
                </a:lnTo>
                <a:lnTo>
                  <a:pt x="34" y="41"/>
                </a:lnTo>
                <a:close/>
                <a:moveTo>
                  <a:pt x="46" y="38"/>
                </a:moveTo>
                <a:lnTo>
                  <a:pt x="74" y="6"/>
                </a:lnTo>
                <a:lnTo>
                  <a:pt x="74" y="71"/>
                </a:lnTo>
                <a:lnTo>
                  <a:pt x="46" y="3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nvGrpSpPr>
          <p:cNvPr id="6008" name="Google Shape;6008;p341"/>
          <p:cNvGrpSpPr/>
          <p:nvPr/>
        </p:nvGrpSpPr>
        <p:grpSpPr>
          <a:xfrm>
            <a:off x="5367437" y="4327487"/>
            <a:ext cx="280703" cy="280703"/>
            <a:chOff x="6615113" y="3573463"/>
            <a:chExt cx="298450" cy="298450"/>
          </a:xfrm>
        </p:grpSpPr>
        <p:sp>
          <p:nvSpPr>
            <p:cNvPr id="6009" name="Google Shape;6009;p341"/>
            <p:cNvSpPr/>
            <p:nvPr/>
          </p:nvSpPr>
          <p:spPr>
            <a:xfrm>
              <a:off x="6654800" y="3636963"/>
              <a:ext cx="220663" cy="171450"/>
            </a:xfrm>
            <a:custGeom>
              <a:avLst/>
              <a:gdLst/>
              <a:ahLst/>
              <a:cxnLst/>
              <a:rect l="l" t="t" r="r" b="b"/>
              <a:pathLst>
                <a:path w="139" h="108" extrusionOk="0">
                  <a:moveTo>
                    <a:pt x="0" y="0"/>
                  </a:moveTo>
                  <a:lnTo>
                    <a:pt x="0" y="102"/>
                  </a:lnTo>
                  <a:lnTo>
                    <a:pt x="42" y="102"/>
                  </a:lnTo>
                  <a:lnTo>
                    <a:pt x="42" y="108"/>
                  </a:lnTo>
                  <a:lnTo>
                    <a:pt x="96" y="108"/>
                  </a:lnTo>
                  <a:lnTo>
                    <a:pt x="96" y="102"/>
                  </a:lnTo>
                  <a:lnTo>
                    <a:pt x="139" y="102"/>
                  </a:lnTo>
                  <a:lnTo>
                    <a:pt x="139" y="0"/>
                  </a:lnTo>
                  <a:lnTo>
                    <a:pt x="0" y="0"/>
                  </a:lnTo>
                  <a:close/>
                  <a:moveTo>
                    <a:pt x="129" y="10"/>
                  </a:moveTo>
                  <a:lnTo>
                    <a:pt x="129" y="88"/>
                  </a:lnTo>
                  <a:lnTo>
                    <a:pt x="9" y="88"/>
                  </a:lnTo>
                  <a:lnTo>
                    <a:pt x="9" y="10"/>
                  </a:lnTo>
                  <a:lnTo>
                    <a:pt x="129" y="1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10" name="Google Shape;6010;p341"/>
            <p:cNvSpPr/>
            <p:nvPr/>
          </p:nvSpPr>
          <p:spPr>
            <a:xfrm>
              <a:off x="6615113" y="3573463"/>
              <a:ext cx="298450" cy="298450"/>
            </a:xfrm>
            <a:custGeom>
              <a:avLst/>
              <a:gdLst/>
              <a:ahLst/>
              <a:cxnLst/>
              <a:rect l="l" t="t" r="r" b="b"/>
              <a:pathLst>
                <a:path w="188" h="188" extrusionOk="0">
                  <a:moveTo>
                    <a:pt x="180" y="180"/>
                  </a:moveTo>
                  <a:lnTo>
                    <a:pt x="8" y="180"/>
                  </a:lnTo>
                  <a:lnTo>
                    <a:pt x="8" y="7"/>
                  </a:lnTo>
                  <a:lnTo>
                    <a:pt x="179" y="7"/>
                  </a:lnTo>
                  <a:lnTo>
                    <a:pt x="180" y="180"/>
                  </a:lnTo>
                  <a:close/>
                  <a:moveTo>
                    <a:pt x="0" y="0"/>
                  </a:moveTo>
                  <a:lnTo>
                    <a:pt x="0" y="188"/>
                  </a:lnTo>
                  <a:lnTo>
                    <a:pt x="188" y="188"/>
                  </a:lnTo>
                  <a:lnTo>
                    <a:pt x="188"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6011" name="Google Shape;6011;p341"/>
          <p:cNvGrpSpPr/>
          <p:nvPr/>
        </p:nvGrpSpPr>
        <p:grpSpPr>
          <a:xfrm>
            <a:off x="5367668" y="4624507"/>
            <a:ext cx="280720" cy="280720"/>
            <a:chOff x="3162300" y="1219200"/>
            <a:chExt cx="123825" cy="123825"/>
          </a:xfrm>
        </p:grpSpPr>
        <p:sp>
          <p:nvSpPr>
            <p:cNvPr id="6012" name="Google Shape;6012;p341"/>
            <p:cNvSpPr/>
            <p:nvPr/>
          </p:nvSpPr>
          <p:spPr>
            <a:xfrm>
              <a:off x="3171825" y="1243013"/>
              <a:ext cx="103188" cy="76200"/>
            </a:xfrm>
            <a:custGeom>
              <a:avLst/>
              <a:gdLst/>
              <a:ahLst/>
              <a:cxnLst/>
              <a:rect l="l" t="t" r="r" b="b"/>
              <a:pathLst>
                <a:path w="65" h="48" extrusionOk="0">
                  <a:moveTo>
                    <a:pt x="62" y="38"/>
                  </a:moveTo>
                  <a:lnTo>
                    <a:pt x="62" y="0"/>
                  </a:lnTo>
                  <a:lnTo>
                    <a:pt x="4" y="0"/>
                  </a:lnTo>
                  <a:lnTo>
                    <a:pt x="4" y="38"/>
                  </a:lnTo>
                  <a:lnTo>
                    <a:pt x="0" y="38"/>
                  </a:lnTo>
                  <a:lnTo>
                    <a:pt x="0" y="48"/>
                  </a:lnTo>
                  <a:lnTo>
                    <a:pt x="65" y="48"/>
                  </a:lnTo>
                  <a:lnTo>
                    <a:pt x="65" y="38"/>
                  </a:lnTo>
                  <a:lnTo>
                    <a:pt x="62" y="38"/>
                  </a:lnTo>
                  <a:close/>
                  <a:moveTo>
                    <a:pt x="58" y="3"/>
                  </a:moveTo>
                  <a:lnTo>
                    <a:pt x="58" y="38"/>
                  </a:lnTo>
                  <a:lnTo>
                    <a:pt x="7" y="38"/>
                  </a:lnTo>
                  <a:lnTo>
                    <a:pt x="7" y="3"/>
                  </a:lnTo>
                  <a:lnTo>
                    <a:pt x="58" y="3"/>
                  </a:lnTo>
                  <a:close/>
                  <a:moveTo>
                    <a:pt x="4" y="44"/>
                  </a:moveTo>
                  <a:lnTo>
                    <a:pt x="4" y="41"/>
                  </a:lnTo>
                  <a:lnTo>
                    <a:pt x="62" y="41"/>
                  </a:lnTo>
                  <a:lnTo>
                    <a:pt x="62" y="44"/>
                  </a:lnTo>
                  <a:lnTo>
                    <a:pt x="4" y="4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13" name="Google Shape;6013;p341"/>
            <p:cNvSpPr/>
            <p:nvPr/>
          </p:nvSpPr>
          <p:spPr>
            <a:xfrm>
              <a:off x="3187700" y="1252538"/>
              <a:ext cx="73025" cy="46038"/>
            </a:xfrm>
            <a:custGeom>
              <a:avLst/>
              <a:gdLst/>
              <a:ahLst/>
              <a:cxnLst/>
              <a:rect l="l" t="t" r="r" b="b"/>
              <a:pathLst>
                <a:path w="46" h="29" extrusionOk="0">
                  <a:moveTo>
                    <a:pt x="46" y="0"/>
                  </a:moveTo>
                  <a:lnTo>
                    <a:pt x="0" y="0"/>
                  </a:lnTo>
                  <a:lnTo>
                    <a:pt x="0" y="29"/>
                  </a:lnTo>
                  <a:lnTo>
                    <a:pt x="46" y="29"/>
                  </a:lnTo>
                  <a:lnTo>
                    <a:pt x="46" y="0"/>
                  </a:lnTo>
                  <a:close/>
                  <a:moveTo>
                    <a:pt x="3" y="26"/>
                  </a:moveTo>
                  <a:lnTo>
                    <a:pt x="3" y="3"/>
                  </a:lnTo>
                  <a:lnTo>
                    <a:pt x="43" y="3"/>
                  </a:lnTo>
                  <a:lnTo>
                    <a:pt x="43" y="26"/>
                  </a:lnTo>
                  <a:lnTo>
                    <a:pt x="3" y="26"/>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14" name="Google Shape;6014;p341"/>
            <p:cNvSpPr/>
            <p:nvPr/>
          </p:nvSpPr>
          <p:spPr>
            <a:xfrm>
              <a:off x="3162300" y="1219200"/>
              <a:ext cx="123825" cy="123825"/>
            </a:xfrm>
            <a:custGeom>
              <a:avLst/>
              <a:gdLst/>
              <a:ahLst/>
              <a:cxnLst/>
              <a:rect l="l" t="t" r="r" b="b"/>
              <a:pathLst>
                <a:path w="78" h="78" extrusionOk="0">
                  <a:moveTo>
                    <a:pt x="0" y="0"/>
                  </a:moveTo>
                  <a:lnTo>
                    <a:pt x="0" y="78"/>
                  </a:lnTo>
                  <a:lnTo>
                    <a:pt x="78" y="78"/>
                  </a:lnTo>
                  <a:lnTo>
                    <a:pt x="78" y="0"/>
                  </a:lnTo>
                  <a:lnTo>
                    <a:pt x="0" y="0"/>
                  </a:lnTo>
                  <a:close/>
                  <a:moveTo>
                    <a:pt x="74" y="74"/>
                  </a:moveTo>
                  <a:lnTo>
                    <a:pt x="3" y="74"/>
                  </a:lnTo>
                  <a:lnTo>
                    <a:pt x="3" y="3"/>
                  </a:lnTo>
                  <a:lnTo>
                    <a:pt x="74" y="3"/>
                  </a:lnTo>
                  <a:lnTo>
                    <a:pt x="74" y="7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sp>
        <p:nvSpPr>
          <p:cNvPr id="6015" name="Google Shape;6015;p341"/>
          <p:cNvSpPr/>
          <p:nvPr/>
        </p:nvSpPr>
        <p:spPr>
          <a:xfrm>
            <a:off x="6868793" y="4259757"/>
            <a:ext cx="697600" cy="6976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16" name="Google Shape;6016;p341"/>
          <p:cNvSpPr/>
          <p:nvPr/>
        </p:nvSpPr>
        <p:spPr>
          <a:xfrm>
            <a:off x="7071209" y="4490335"/>
            <a:ext cx="292976" cy="292976"/>
          </a:xfrm>
          <a:custGeom>
            <a:avLst/>
            <a:gdLst/>
            <a:ahLst/>
            <a:cxnLst/>
            <a:rect l="l" t="t" r="r" b="b"/>
            <a:pathLst>
              <a:path w="192" h="192" extrusionOk="0">
                <a:moveTo>
                  <a:pt x="112" y="129"/>
                </a:moveTo>
                <a:cubicBezTo>
                  <a:pt x="80" y="129"/>
                  <a:pt x="80" y="129"/>
                  <a:pt x="80" y="129"/>
                </a:cubicBezTo>
                <a:cubicBezTo>
                  <a:pt x="80" y="121"/>
                  <a:pt x="80" y="121"/>
                  <a:pt x="80" y="121"/>
                </a:cubicBezTo>
                <a:cubicBezTo>
                  <a:pt x="88" y="121"/>
                  <a:pt x="88" y="121"/>
                  <a:pt x="88" y="121"/>
                </a:cubicBezTo>
                <a:cubicBezTo>
                  <a:pt x="88" y="75"/>
                  <a:pt x="88" y="75"/>
                  <a:pt x="88" y="75"/>
                </a:cubicBezTo>
                <a:cubicBezTo>
                  <a:pt x="80" y="75"/>
                  <a:pt x="80" y="75"/>
                  <a:pt x="80" y="75"/>
                </a:cubicBezTo>
                <a:cubicBezTo>
                  <a:pt x="80" y="67"/>
                  <a:pt x="80" y="67"/>
                  <a:pt x="80" y="67"/>
                </a:cubicBezTo>
                <a:cubicBezTo>
                  <a:pt x="104" y="67"/>
                  <a:pt x="104" y="67"/>
                  <a:pt x="104" y="67"/>
                </a:cubicBezTo>
                <a:cubicBezTo>
                  <a:pt x="104" y="121"/>
                  <a:pt x="104" y="121"/>
                  <a:pt x="104" y="121"/>
                </a:cubicBezTo>
                <a:cubicBezTo>
                  <a:pt x="112" y="121"/>
                  <a:pt x="112" y="121"/>
                  <a:pt x="112" y="121"/>
                </a:cubicBezTo>
                <a:lnTo>
                  <a:pt x="112" y="129"/>
                </a:lnTo>
                <a:close/>
                <a:moveTo>
                  <a:pt x="120" y="113"/>
                </a:moveTo>
                <a:cubicBezTo>
                  <a:pt x="112" y="113"/>
                  <a:pt x="112" y="113"/>
                  <a:pt x="112" y="113"/>
                </a:cubicBezTo>
                <a:cubicBezTo>
                  <a:pt x="112" y="59"/>
                  <a:pt x="112" y="59"/>
                  <a:pt x="112" y="59"/>
                </a:cubicBezTo>
                <a:cubicBezTo>
                  <a:pt x="72" y="59"/>
                  <a:pt x="72" y="59"/>
                  <a:pt x="72" y="59"/>
                </a:cubicBezTo>
                <a:cubicBezTo>
                  <a:pt x="72" y="83"/>
                  <a:pt x="72" y="83"/>
                  <a:pt x="72" y="83"/>
                </a:cubicBezTo>
                <a:cubicBezTo>
                  <a:pt x="80" y="83"/>
                  <a:pt x="80" y="83"/>
                  <a:pt x="80" y="83"/>
                </a:cubicBezTo>
                <a:cubicBezTo>
                  <a:pt x="80" y="113"/>
                  <a:pt x="80" y="113"/>
                  <a:pt x="80" y="113"/>
                </a:cubicBezTo>
                <a:cubicBezTo>
                  <a:pt x="72" y="113"/>
                  <a:pt x="72" y="113"/>
                  <a:pt x="72" y="113"/>
                </a:cubicBezTo>
                <a:cubicBezTo>
                  <a:pt x="72" y="137"/>
                  <a:pt x="72" y="137"/>
                  <a:pt x="72" y="137"/>
                </a:cubicBezTo>
                <a:cubicBezTo>
                  <a:pt x="120" y="137"/>
                  <a:pt x="120" y="137"/>
                  <a:pt x="120" y="137"/>
                </a:cubicBezTo>
                <a:lnTo>
                  <a:pt x="120" y="113"/>
                </a:lnTo>
                <a:close/>
                <a:moveTo>
                  <a:pt x="96" y="27"/>
                </a:moveTo>
                <a:cubicBezTo>
                  <a:pt x="96" y="27"/>
                  <a:pt x="96" y="27"/>
                  <a:pt x="96" y="27"/>
                </a:cubicBezTo>
                <a:cubicBezTo>
                  <a:pt x="101" y="27"/>
                  <a:pt x="104" y="31"/>
                  <a:pt x="104" y="35"/>
                </a:cubicBezTo>
                <a:cubicBezTo>
                  <a:pt x="104" y="40"/>
                  <a:pt x="101" y="43"/>
                  <a:pt x="96" y="43"/>
                </a:cubicBezTo>
                <a:cubicBezTo>
                  <a:pt x="92" y="43"/>
                  <a:pt x="88" y="40"/>
                  <a:pt x="88" y="35"/>
                </a:cubicBezTo>
                <a:cubicBezTo>
                  <a:pt x="88" y="31"/>
                  <a:pt x="92" y="27"/>
                  <a:pt x="96" y="27"/>
                </a:cubicBezTo>
                <a:close/>
                <a:moveTo>
                  <a:pt x="96" y="51"/>
                </a:moveTo>
                <a:cubicBezTo>
                  <a:pt x="96" y="51"/>
                  <a:pt x="96" y="51"/>
                  <a:pt x="96" y="51"/>
                </a:cubicBezTo>
                <a:cubicBezTo>
                  <a:pt x="105" y="51"/>
                  <a:pt x="112" y="44"/>
                  <a:pt x="112" y="35"/>
                </a:cubicBezTo>
                <a:cubicBezTo>
                  <a:pt x="112" y="26"/>
                  <a:pt x="105" y="19"/>
                  <a:pt x="96" y="19"/>
                </a:cubicBezTo>
                <a:cubicBezTo>
                  <a:pt x="88" y="19"/>
                  <a:pt x="80" y="26"/>
                  <a:pt x="80" y="35"/>
                </a:cubicBezTo>
                <a:cubicBezTo>
                  <a:pt x="80" y="44"/>
                  <a:pt x="88" y="51"/>
                  <a:pt x="96" y="51"/>
                </a:cubicBezTo>
                <a:close/>
                <a:moveTo>
                  <a:pt x="184" y="149"/>
                </a:moveTo>
                <a:cubicBezTo>
                  <a:pt x="58" y="149"/>
                  <a:pt x="58" y="149"/>
                  <a:pt x="58" y="149"/>
                </a:cubicBezTo>
                <a:cubicBezTo>
                  <a:pt x="35" y="172"/>
                  <a:pt x="35" y="172"/>
                  <a:pt x="35" y="172"/>
                </a:cubicBezTo>
                <a:cubicBezTo>
                  <a:pt x="35" y="149"/>
                  <a:pt x="35" y="149"/>
                  <a:pt x="35" y="149"/>
                </a:cubicBezTo>
                <a:cubicBezTo>
                  <a:pt x="9" y="149"/>
                  <a:pt x="9" y="149"/>
                  <a:pt x="9" y="149"/>
                </a:cubicBezTo>
                <a:cubicBezTo>
                  <a:pt x="9" y="8"/>
                  <a:pt x="9" y="8"/>
                  <a:pt x="9" y="8"/>
                </a:cubicBezTo>
                <a:cubicBezTo>
                  <a:pt x="184" y="8"/>
                  <a:pt x="184" y="8"/>
                  <a:pt x="184" y="8"/>
                </a:cubicBezTo>
                <a:lnTo>
                  <a:pt x="184" y="149"/>
                </a:lnTo>
                <a:close/>
                <a:moveTo>
                  <a:pt x="0" y="0"/>
                </a:moveTo>
                <a:cubicBezTo>
                  <a:pt x="0" y="157"/>
                  <a:pt x="0" y="157"/>
                  <a:pt x="0" y="157"/>
                </a:cubicBezTo>
                <a:cubicBezTo>
                  <a:pt x="27" y="157"/>
                  <a:pt x="27" y="157"/>
                  <a:pt x="27" y="157"/>
                </a:cubicBezTo>
                <a:cubicBezTo>
                  <a:pt x="27" y="192"/>
                  <a:pt x="27" y="192"/>
                  <a:pt x="27" y="192"/>
                </a:cubicBezTo>
                <a:cubicBezTo>
                  <a:pt x="61" y="157"/>
                  <a:pt x="61" y="157"/>
                  <a:pt x="61" y="157"/>
                </a:cubicBezTo>
                <a:cubicBezTo>
                  <a:pt x="192" y="157"/>
                  <a:pt x="192" y="157"/>
                  <a:pt x="192" y="157"/>
                </a:cubicBezTo>
                <a:cubicBezTo>
                  <a:pt x="192" y="0"/>
                  <a:pt x="192" y="0"/>
                  <a:pt x="192" y="0"/>
                </a:cubicBez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cxnSp>
        <p:nvCxnSpPr>
          <p:cNvPr id="6017" name="Google Shape;6017;p341"/>
          <p:cNvCxnSpPr/>
          <p:nvPr/>
        </p:nvCxnSpPr>
        <p:spPr>
          <a:xfrm rot="10800000">
            <a:off x="7206363" y="3853516"/>
            <a:ext cx="0" cy="418000"/>
          </a:xfrm>
          <a:prstGeom prst="straightConnector1">
            <a:avLst/>
          </a:prstGeom>
          <a:noFill/>
          <a:ln w="25400" cap="flat" cmpd="sng">
            <a:solidFill>
              <a:srgbClr val="464646"/>
            </a:solidFill>
            <a:prstDash val="solid"/>
            <a:miter lim="800000"/>
            <a:headEnd type="none" w="sm" len="sm"/>
            <a:tailEnd type="none" w="sm" len="sm"/>
          </a:ln>
        </p:spPr>
      </p:cxnSp>
      <p:cxnSp>
        <p:nvCxnSpPr>
          <p:cNvPr id="6018" name="Google Shape;6018;p341"/>
          <p:cNvCxnSpPr/>
          <p:nvPr/>
        </p:nvCxnSpPr>
        <p:spPr>
          <a:xfrm>
            <a:off x="7972881" y="3313913"/>
            <a:ext cx="2400" cy="461600"/>
          </a:xfrm>
          <a:prstGeom prst="straightConnector1">
            <a:avLst/>
          </a:prstGeom>
          <a:noFill/>
          <a:ln w="25400" cap="flat" cmpd="sng">
            <a:solidFill>
              <a:srgbClr val="D9D9D9"/>
            </a:solidFill>
            <a:prstDash val="solid"/>
            <a:miter lim="800000"/>
            <a:headEnd type="none" w="sm" len="sm"/>
            <a:tailEnd type="none" w="sm" len="sm"/>
          </a:ln>
        </p:spPr>
      </p:cxnSp>
      <p:sp>
        <p:nvSpPr>
          <p:cNvPr id="6019" name="Google Shape;6019;p341"/>
          <p:cNvSpPr/>
          <p:nvPr/>
        </p:nvSpPr>
        <p:spPr>
          <a:xfrm>
            <a:off x="8956664" y="2669841"/>
            <a:ext cx="704400" cy="7044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6020" name="Google Shape;6020;p341"/>
          <p:cNvCxnSpPr/>
          <p:nvPr/>
        </p:nvCxnSpPr>
        <p:spPr>
          <a:xfrm>
            <a:off x="9284800" y="3292268"/>
            <a:ext cx="2400" cy="461600"/>
          </a:xfrm>
          <a:prstGeom prst="straightConnector1">
            <a:avLst/>
          </a:prstGeom>
          <a:noFill/>
          <a:ln w="25400" cap="flat" cmpd="sng">
            <a:solidFill>
              <a:srgbClr val="464646"/>
            </a:solidFill>
            <a:prstDash val="solid"/>
            <a:miter lim="800000"/>
            <a:headEnd type="none" w="sm" len="sm"/>
            <a:tailEnd type="none" w="sm" len="sm"/>
          </a:ln>
        </p:spPr>
      </p:cxnSp>
      <p:sp>
        <p:nvSpPr>
          <p:cNvPr id="6021" name="Google Shape;6021;p341"/>
          <p:cNvSpPr/>
          <p:nvPr/>
        </p:nvSpPr>
        <p:spPr>
          <a:xfrm>
            <a:off x="9167193" y="2865535"/>
            <a:ext cx="283353" cy="283359"/>
          </a:xfrm>
          <a:custGeom>
            <a:avLst/>
            <a:gdLst/>
            <a:ahLst/>
            <a:cxnLst/>
            <a:rect l="l" t="t" r="r" b="b"/>
            <a:pathLst>
              <a:path w="78" h="77" extrusionOk="0">
                <a:moveTo>
                  <a:pt x="0" y="0"/>
                </a:moveTo>
                <a:lnTo>
                  <a:pt x="0" y="77"/>
                </a:lnTo>
                <a:lnTo>
                  <a:pt x="78" y="77"/>
                </a:lnTo>
                <a:lnTo>
                  <a:pt x="78" y="0"/>
                </a:lnTo>
                <a:lnTo>
                  <a:pt x="0" y="0"/>
                </a:lnTo>
                <a:close/>
                <a:moveTo>
                  <a:pt x="39" y="42"/>
                </a:moveTo>
                <a:lnTo>
                  <a:pt x="5" y="3"/>
                </a:lnTo>
                <a:lnTo>
                  <a:pt x="72" y="3"/>
                </a:lnTo>
                <a:lnTo>
                  <a:pt x="39" y="42"/>
                </a:lnTo>
                <a:close/>
                <a:moveTo>
                  <a:pt x="32" y="38"/>
                </a:moveTo>
                <a:lnTo>
                  <a:pt x="3" y="71"/>
                </a:lnTo>
                <a:lnTo>
                  <a:pt x="3" y="6"/>
                </a:lnTo>
                <a:lnTo>
                  <a:pt x="32" y="38"/>
                </a:lnTo>
                <a:close/>
                <a:moveTo>
                  <a:pt x="34" y="41"/>
                </a:moveTo>
                <a:lnTo>
                  <a:pt x="39" y="47"/>
                </a:lnTo>
                <a:lnTo>
                  <a:pt x="44" y="41"/>
                </a:lnTo>
                <a:lnTo>
                  <a:pt x="72" y="74"/>
                </a:lnTo>
                <a:lnTo>
                  <a:pt x="5" y="74"/>
                </a:lnTo>
                <a:lnTo>
                  <a:pt x="34" y="41"/>
                </a:lnTo>
                <a:close/>
                <a:moveTo>
                  <a:pt x="46" y="38"/>
                </a:moveTo>
                <a:lnTo>
                  <a:pt x="74" y="6"/>
                </a:lnTo>
                <a:lnTo>
                  <a:pt x="74" y="71"/>
                </a:lnTo>
                <a:lnTo>
                  <a:pt x="46" y="3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22" name="Google Shape;6022;p341"/>
          <p:cNvSpPr/>
          <p:nvPr/>
        </p:nvSpPr>
        <p:spPr>
          <a:xfrm>
            <a:off x="4730659"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3" name="Google Shape;6023;p341"/>
          <p:cNvSpPr/>
          <p:nvPr/>
        </p:nvSpPr>
        <p:spPr>
          <a:xfrm>
            <a:off x="5474735"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4" name="Google Shape;6024;p341"/>
          <p:cNvSpPr/>
          <p:nvPr/>
        </p:nvSpPr>
        <p:spPr>
          <a:xfrm>
            <a:off x="7055785"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5" name="Google Shape;6025;p341"/>
          <p:cNvSpPr/>
          <p:nvPr/>
        </p:nvSpPr>
        <p:spPr>
          <a:xfrm>
            <a:off x="7817768"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6" name="Google Shape;6026;p341"/>
          <p:cNvSpPr/>
          <p:nvPr/>
        </p:nvSpPr>
        <p:spPr>
          <a:xfrm>
            <a:off x="9113168"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7" name="Google Shape;6027;p341"/>
          <p:cNvSpPr/>
          <p:nvPr/>
        </p:nvSpPr>
        <p:spPr>
          <a:xfrm>
            <a:off x="2265763" y="3699515"/>
            <a:ext cx="323600" cy="323600"/>
          </a:xfrm>
          <a:prstGeom prst="ellipse">
            <a:avLst/>
          </a:prstGeom>
          <a:solidFill>
            <a:srgbClr val="EB8C00"/>
          </a:solidFill>
          <a:ln>
            <a:noFill/>
          </a:ln>
        </p:spPr>
        <p:txBody>
          <a:bodyPr spcFirstLastPara="1" wrap="square" lIns="91433" tIns="45700" rIns="91433" bIns="45700" anchor="ctr" anchorCtr="0">
            <a:noAutofit/>
          </a:bodyPr>
          <a:lstStyle/>
          <a:p>
            <a:pPr algn="ctr"/>
            <a:endParaRPr sz="2000" b="1">
              <a:solidFill>
                <a:schemeClr val="lt1"/>
              </a:solidFill>
            </a:endParaRPr>
          </a:p>
        </p:txBody>
      </p:sp>
      <p:sp>
        <p:nvSpPr>
          <p:cNvPr id="6028" name="Google Shape;6028;p341"/>
          <p:cNvSpPr txBox="1"/>
          <p:nvPr/>
        </p:nvSpPr>
        <p:spPr>
          <a:xfrm>
            <a:off x="2190867"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2</a:t>
            </a:r>
            <a:endParaRPr sz="2400" b="1">
              <a:solidFill>
                <a:srgbClr val="FFFFFF"/>
              </a:solidFill>
            </a:endParaRPr>
          </a:p>
        </p:txBody>
      </p:sp>
      <p:sp>
        <p:nvSpPr>
          <p:cNvPr id="6029" name="Google Shape;6029;p341"/>
          <p:cNvSpPr txBox="1"/>
          <p:nvPr/>
        </p:nvSpPr>
        <p:spPr>
          <a:xfrm>
            <a:off x="4667256"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4</a:t>
            </a:r>
            <a:endParaRPr sz="2400" b="1">
              <a:solidFill>
                <a:srgbClr val="FFFFFF"/>
              </a:solidFill>
            </a:endParaRPr>
          </a:p>
        </p:txBody>
      </p:sp>
      <p:sp>
        <p:nvSpPr>
          <p:cNvPr id="6030" name="Google Shape;6030;p341"/>
          <p:cNvSpPr txBox="1"/>
          <p:nvPr/>
        </p:nvSpPr>
        <p:spPr>
          <a:xfrm>
            <a:off x="5411332"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5</a:t>
            </a:r>
            <a:endParaRPr sz="2400" b="1">
              <a:solidFill>
                <a:srgbClr val="FFFFFF"/>
              </a:solidFill>
            </a:endParaRPr>
          </a:p>
        </p:txBody>
      </p:sp>
      <p:sp>
        <p:nvSpPr>
          <p:cNvPr id="6031" name="Google Shape;6031;p341"/>
          <p:cNvSpPr txBox="1"/>
          <p:nvPr/>
        </p:nvSpPr>
        <p:spPr>
          <a:xfrm>
            <a:off x="6983067"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6</a:t>
            </a:r>
            <a:endParaRPr sz="2400" b="1">
              <a:solidFill>
                <a:srgbClr val="FFFFFF"/>
              </a:solidFill>
            </a:endParaRPr>
          </a:p>
        </p:txBody>
      </p:sp>
      <p:sp>
        <p:nvSpPr>
          <p:cNvPr id="6032" name="Google Shape;6032;p341"/>
          <p:cNvSpPr txBox="1"/>
          <p:nvPr/>
        </p:nvSpPr>
        <p:spPr>
          <a:xfrm>
            <a:off x="7754367"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7</a:t>
            </a:r>
            <a:endParaRPr sz="2400" b="1">
              <a:solidFill>
                <a:srgbClr val="FFFFFF"/>
              </a:solidFill>
            </a:endParaRPr>
          </a:p>
        </p:txBody>
      </p:sp>
      <p:sp>
        <p:nvSpPr>
          <p:cNvPr id="6033" name="Google Shape;6033;p341"/>
          <p:cNvSpPr txBox="1"/>
          <p:nvPr/>
        </p:nvSpPr>
        <p:spPr>
          <a:xfrm>
            <a:off x="9052200" y="3605035"/>
            <a:ext cx="450400" cy="455600"/>
          </a:xfrm>
          <a:prstGeom prst="rect">
            <a:avLst/>
          </a:prstGeom>
          <a:noFill/>
          <a:ln>
            <a:noFill/>
          </a:ln>
        </p:spPr>
        <p:txBody>
          <a:bodyPr spcFirstLastPara="1" wrap="square" lIns="121900" tIns="121900" rIns="121900" bIns="121900" anchor="t" anchorCtr="0">
            <a:noAutofit/>
          </a:bodyPr>
          <a:lstStyle/>
          <a:p>
            <a:pPr algn="ctr"/>
            <a:r>
              <a:rPr lang="en" sz="2400" b="1">
                <a:solidFill>
                  <a:srgbClr val="FFFFFF"/>
                </a:solidFill>
              </a:rPr>
              <a:t>8</a:t>
            </a:r>
            <a:endParaRPr sz="2400" b="1">
              <a:solidFill>
                <a:srgbClr val="FFFFFF"/>
              </a:solidFill>
            </a:endParaRPr>
          </a:p>
        </p:txBody>
      </p:sp>
      <p:sp>
        <p:nvSpPr>
          <p:cNvPr id="6034" name="Google Shape;6034;p341"/>
          <p:cNvSpPr txBox="1">
            <a:spLocks noGrp="1"/>
          </p:cNvSpPr>
          <p:nvPr>
            <p:ph type="sldNum" idx="12"/>
          </p:nvPr>
        </p:nvSpPr>
        <p:spPr>
          <a:xfrm>
            <a:off x="8218489" y="6492240"/>
            <a:ext cx="3530800" cy="137200"/>
          </a:xfrm>
          <a:prstGeom prst="rect">
            <a:avLst/>
          </a:prstGeom>
        </p:spPr>
        <p:txBody>
          <a:bodyPr spcFirstLastPara="1" vert="horz" wrap="square" lIns="0" tIns="0" rIns="0" bIns="0" rtlCol="0" anchor="b" anchorCtr="0">
            <a:noAutofit/>
          </a:bodyPr>
          <a:lstStyle/>
          <a:p>
            <a:fld id="{00000000-1234-1234-1234-123412341234}" type="slidenum">
              <a:rPr lang="en"/>
              <a:pPr/>
              <a:t>3</a:t>
            </a:fld>
            <a:endParaRPr/>
          </a:p>
        </p:txBody>
      </p:sp>
      <p:sp>
        <p:nvSpPr>
          <p:cNvPr id="6035" name="Google Shape;6035;p341"/>
          <p:cNvSpPr txBox="1">
            <a:spLocks noGrp="1"/>
          </p:cNvSpPr>
          <p:nvPr>
            <p:ph type="title"/>
          </p:nvPr>
        </p:nvSpPr>
        <p:spPr>
          <a:xfrm>
            <a:off x="442913" y="430513"/>
            <a:ext cx="11306000" cy="502800"/>
          </a:xfrm>
          <a:prstGeom prst="rect">
            <a:avLst/>
          </a:prstGeom>
        </p:spPr>
        <p:txBody>
          <a:bodyPr spcFirstLastPara="1" vert="horz" wrap="square" lIns="0" tIns="0" rIns="0" bIns="0" rtlCol="0" anchor="t" anchorCtr="0">
            <a:noAutofit/>
          </a:bodyPr>
          <a:lstStyle/>
          <a:p>
            <a:r>
              <a:rPr lang="en"/>
              <a:t>Basis for communication moments per stakeholder group*</a:t>
            </a:r>
            <a:endParaRPr/>
          </a:p>
        </p:txBody>
      </p:sp>
      <p:sp>
        <p:nvSpPr>
          <p:cNvPr id="6036" name="Google Shape;6036;p341"/>
          <p:cNvSpPr txBox="1"/>
          <p:nvPr/>
        </p:nvSpPr>
        <p:spPr>
          <a:xfrm>
            <a:off x="1300960" y="6368984"/>
            <a:ext cx="10400800" cy="643600"/>
          </a:xfrm>
          <a:prstGeom prst="rect">
            <a:avLst/>
          </a:prstGeom>
          <a:noFill/>
          <a:ln>
            <a:noFill/>
          </a:ln>
        </p:spPr>
        <p:txBody>
          <a:bodyPr spcFirstLastPara="1" wrap="square" lIns="121900" tIns="121900" rIns="121900" bIns="121900" anchor="ctr" anchorCtr="0">
            <a:noAutofit/>
          </a:bodyPr>
          <a:lstStyle/>
          <a:p>
            <a:endParaRPr sz="933" i="1"/>
          </a:p>
          <a:p>
            <a:pPr marL="609585"/>
            <a:r>
              <a:rPr lang="en" sz="933" i="1"/>
              <a:t>*Please not that not every point (1 until 8) will be used in communication to the different stakeholder groups. </a:t>
            </a:r>
            <a:r>
              <a:rPr lang="en" sz="933" i="1">
                <a:solidFill>
                  <a:schemeClr val="dk1"/>
                </a:solidFill>
              </a:rPr>
              <a:t>Please also note that communication towards the Leadership, </a:t>
            </a:r>
            <a:br>
              <a:rPr lang="en" sz="933" i="1">
                <a:solidFill>
                  <a:schemeClr val="dk1"/>
                </a:solidFill>
              </a:rPr>
            </a:br>
            <a:r>
              <a:rPr lang="en" sz="933" i="1">
                <a:solidFill>
                  <a:schemeClr val="dk1"/>
                </a:solidFill>
              </a:rPr>
              <a:t>Change Agent Network and the IT department are done separately (as mentioned on slide 11). For these groups we therefore did not create specific communication moments. </a:t>
            </a:r>
            <a:endParaRPr sz="933" i="1">
              <a:solidFill>
                <a:schemeClr val="dk1"/>
              </a:solidFill>
            </a:endParaRPr>
          </a:p>
          <a:p>
            <a:pPr marL="609585" algn="ctr"/>
            <a:endParaRPr sz="1200" b="1"/>
          </a:p>
        </p:txBody>
      </p:sp>
      <p:sp>
        <p:nvSpPr>
          <p:cNvPr id="6037" name="Google Shape;6037;p341"/>
          <p:cNvSpPr/>
          <p:nvPr/>
        </p:nvSpPr>
        <p:spPr>
          <a:xfrm>
            <a:off x="442933" y="856252"/>
            <a:ext cx="337600" cy="304000"/>
          </a:xfrm>
          <a:prstGeom prst="roundRect">
            <a:avLst>
              <a:gd name="adj" fmla="val 16667"/>
            </a:avLst>
          </a:prstGeom>
          <a:solidFill>
            <a:srgbClr val="464646"/>
          </a:solidFill>
          <a:ln w="9525" cap="flat" cmpd="sng">
            <a:solidFill>
              <a:srgbClr val="F3F3F3"/>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38" name="Google Shape;6038;p341"/>
          <p:cNvSpPr/>
          <p:nvPr/>
        </p:nvSpPr>
        <p:spPr>
          <a:xfrm>
            <a:off x="2817419" y="855348"/>
            <a:ext cx="337600" cy="323600"/>
          </a:xfrm>
          <a:prstGeom prst="roundRect">
            <a:avLst>
              <a:gd name="adj" fmla="val 16667"/>
            </a:avLst>
          </a:prstGeom>
          <a:solidFill>
            <a:srgbClr val="F3F3F3"/>
          </a:solidFill>
          <a:ln w="9525" cap="flat" cmpd="sng">
            <a:solidFill>
              <a:srgbClr val="46464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39" name="Google Shape;6039;p341"/>
          <p:cNvSpPr txBox="1"/>
          <p:nvPr/>
        </p:nvSpPr>
        <p:spPr>
          <a:xfrm>
            <a:off x="780533" y="820900"/>
            <a:ext cx="1997200" cy="323600"/>
          </a:xfrm>
          <a:prstGeom prst="rect">
            <a:avLst/>
          </a:prstGeom>
          <a:noFill/>
          <a:ln>
            <a:noFill/>
          </a:ln>
        </p:spPr>
        <p:txBody>
          <a:bodyPr spcFirstLastPara="1" wrap="square" lIns="121900" tIns="121900" rIns="121900" bIns="121900" anchor="t" anchorCtr="0">
            <a:noAutofit/>
          </a:bodyPr>
          <a:lstStyle/>
          <a:p>
            <a:r>
              <a:rPr lang="en" sz="1067"/>
              <a:t>General Da Vinci information</a:t>
            </a:r>
            <a:endParaRPr sz="1067"/>
          </a:p>
        </p:txBody>
      </p:sp>
      <p:sp>
        <p:nvSpPr>
          <p:cNvPr id="6040" name="Google Shape;6040;p341"/>
          <p:cNvSpPr txBox="1"/>
          <p:nvPr/>
        </p:nvSpPr>
        <p:spPr>
          <a:xfrm>
            <a:off x="3105927" y="806539"/>
            <a:ext cx="2296800" cy="323600"/>
          </a:xfrm>
          <a:prstGeom prst="rect">
            <a:avLst/>
          </a:prstGeom>
          <a:noFill/>
          <a:ln>
            <a:noFill/>
          </a:ln>
        </p:spPr>
        <p:txBody>
          <a:bodyPr spcFirstLastPara="1" wrap="square" lIns="121900" tIns="121900" rIns="121900" bIns="121900" anchor="t" anchorCtr="0">
            <a:noAutofit/>
          </a:bodyPr>
          <a:lstStyle/>
          <a:p>
            <a:r>
              <a:rPr lang="en" sz="1067"/>
              <a:t>Da Vinci tool information</a:t>
            </a:r>
            <a:endParaRPr sz="1067"/>
          </a:p>
        </p:txBody>
      </p:sp>
      <p:sp>
        <p:nvSpPr>
          <p:cNvPr id="6041" name="Google Shape;6041;p341"/>
          <p:cNvSpPr txBox="1"/>
          <p:nvPr/>
        </p:nvSpPr>
        <p:spPr>
          <a:xfrm>
            <a:off x="522344" y="1270673"/>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Channels:</a:t>
            </a:r>
            <a:r>
              <a:rPr lang="en" sz="933">
                <a:solidFill>
                  <a:schemeClr val="dk1"/>
                </a:solidFill>
              </a:rPr>
              <a:t> </a:t>
            </a:r>
            <a:endParaRPr sz="933">
              <a:solidFill>
                <a:schemeClr val="dk1"/>
              </a:solidFill>
            </a:endParaRPr>
          </a:p>
          <a:p>
            <a:pPr algn="ctr"/>
            <a:r>
              <a:rPr lang="en" sz="933">
                <a:solidFill>
                  <a:schemeClr val="dk1"/>
                </a:solidFill>
              </a:rPr>
              <a:t>email </a:t>
            </a:r>
            <a:r>
              <a:rPr lang="en" sz="933" i="1">
                <a:solidFill>
                  <a:schemeClr val="dk1"/>
                </a:solidFill>
              </a:rPr>
              <a:t>with</a:t>
            </a:r>
            <a:r>
              <a:rPr lang="en" sz="933">
                <a:solidFill>
                  <a:schemeClr val="dk1"/>
                </a:solidFill>
              </a:rPr>
              <a:t> explanatory video and </a:t>
            </a:r>
            <a:r>
              <a:rPr lang="en" sz="933" i="1">
                <a:solidFill>
                  <a:schemeClr val="dk1"/>
                </a:solidFill>
              </a:rPr>
              <a:t>links to </a:t>
            </a:r>
            <a:r>
              <a:rPr lang="en" sz="933">
                <a:solidFill>
                  <a:schemeClr val="dk1"/>
                </a:solidFill>
              </a:rPr>
              <a:t>Da Vinci end-user website and Intranet</a:t>
            </a:r>
            <a:endParaRPr sz="933">
              <a:solidFill>
                <a:schemeClr val="dk1"/>
              </a:solidFill>
            </a:endParaRPr>
          </a:p>
          <a:p>
            <a:pPr algn="ctr"/>
            <a:r>
              <a:rPr lang="en" sz="933" b="1">
                <a:solidFill>
                  <a:schemeClr val="dk1"/>
                </a:solidFill>
              </a:rPr>
              <a:t>Topics:</a:t>
            </a:r>
            <a:r>
              <a:rPr lang="en" sz="933">
                <a:solidFill>
                  <a:schemeClr val="dk1"/>
                </a:solidFill>
              </a:rPr>
              <a:t> </a:t>
            </a:r>
            <a:endParaRPr sz="933">
              <a:solidFill>
                <a:schemeClr val="dk1"/>
              </a:solidFill>
            </a:endParaRPr>
          </a:p>
          <a:p>
            <a:pPr algn="ctr"/>
            <a:r>
              <a:rPr lang="en" sz="933">
                <a:solidFill>
                  <a:schemeClr val="dk1"/>
                </a:solidFill>
              </a:rPr>
              <a:t>announcement and change impact</a:t>
            </a:r>
            <a:endParaRPr sz="933">
              <a:solidFill>
                <a:schemeClr val="dk1"/>
              </a:solidFill>
            </a:endParaRPr>
          </a:p>
        </p:txBody>
      </p:sp>
      <p:sp>
        <p:nvSpPr>
          <p:cNvPr id="6042" name="Google Shape;6042;p341"/>
          <p:cNvSpPr txBox="1"/>
          <p:nvPr/>
        </p:nvSpPr>
        <p:spPr>
          <a:xfrm>
            <a:off x="1639081" y="5050879"/>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a:t>
            </a:r>
            <a:r>
              <a:rPr lang="en" sz="933">
                <a:solidFill>
                  <a:schemeClr val="dk1"/>
                </a:solidFill>
              </a:rPr>
              <a:t>: Posters/banners/screens/screensaver</a:t>
            </a:r>
            <a:endParaRPr sz="933">
              <a:solidFill>
                <a:schemeClr val="dk1"/>
              </a:solidFill>
            </a:endParaRPr>
          </a:p>
          <a:p>
            <a:pPr algn="ctr"/>
            <a:r>
              <a:rPr lang="en" sz="933" b="1">
                <a:solidFill>
                  <a:schemeClr val="dk1"/>
                </a:solidFill>
              </a:rPr>
              <a:t>Topics: </a:t>
            </a:r>
            <a:endParaRPr sz="933" b="1">
              <a:solidFill>
                <a:schemeClr val="dk1"/>
              </a:solidFill>
            </a:endParaRPr>
          </a:p>
          <a:p>
            <a:pPr algn="ctr"/>
            <a:r>
              <a:rPr lang="en" sz="933">
                <a:solidFill>
                  <a:schemeClr val="dk1"/>
                </a:solidFill>
              </a:rPr>
              <a:t>Announcement, change impact, </a:t>
            </a:r>
            <a:endParaRPr sz="933">
              <a:solidFill>
                <a:schemeClr val="dk1"/>
              </a:solidFill>
            </a:endParaRPr>
          </a:p>
          <a:p>
            <a:pPr algn="ctr"/>
            <a:r>
              <a:rPr lang="en" sz="933">
                <a:solidFill>
                  <a:schemeClr val="dk1"/>
                </a:solidFill>
              </a:rPr>
              <a:t>go-live dates</a:t>
            </a:r>
            <a:endParaRPr sz="933">
              <a:solidFill>
                <a:schemeClr val="dk1"/>
              </a:solidFill>
            </a:endParaRPr>
          </a:p>
          <a:p>
            <a:endParaRPr sz="933"/>
          </a:p>
        </p:txBody>
      </p:sp>
      <p:sp>
        <p:nvSpPr>
          <p:cNvPr id="6043" name="Google Shape;6043;p341"/>
          <p:cNvSpPr txBox="1"/>
          <p:nvPr/>
        </p:nvSpPr>
        <p:spPr>
          <a:xfrm>
            <a:off x="2493292" y="1270673"/>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Channels:</a:t>
            </a:r>
            <a:r>
              <a:rPr lang="en" sz="933">
                <a:solidFill>
                  <a:schemeClr val="dk1"/>
                </a:solidFill>
              </a:rPr>
              <a:t> </a:t>
            </a:r>
            <a:endParaRPr sz="933">
              <a:solidFill>
                <a:schemeClr val="dk1"/>
              </a:solidFill>
            </a:endParaRPr>
          </a:p>
          <a:p>
            <a:pPr algn="ctr"/>
            <a:r>
              <a:rPr lang="en" sz="933">
                <a:solidFill>
                  <a:schemeClr val="dk1"/>
                </a:solidFill>
              </a:rPr>
              <a:t>email </a:t>
            </a:r>
            <a:r>
              <a:rPr lang="en" sz="933" i="1">
                <a:solidFill>
                  <a:schemeClr val="dk1"/>
                </a:solidFill>
              </a:rPr>
              <a:t>with </a:t>
            </a:r>
            <a:r>
              <a:rPr lang="en" sz="933">
                <a:solidFill>
                  <a:schemeClr val="dk1"/>
                </a:solidFill>
              </a:rPr>
              <a:t>one-pager and </a:t>
            </a:r>
            <a:r>
              <a:rPr lang="en" sz="933" i="1">
                <a:solidFill>
                  <a:schemeClr val="dk1"/>
                </a:solidFill>
              </a:rPr>
              <a:t>links to </a:t>
            </a:r>
            <a:r>
              <a:rPr lang="en" sz="933">
                <a:solidFill>
                  <a:schemeClr val="dk1"/>
                </a:solidFill>
              </a:rPr>
              <a:t>Da Vinci end-user website and Intranet</a:t>
            </a:r>
            <a:endParaRPr sz="933">
              <a:solidFill>
                <a:schemeClr val="dk1"/>
              </a:solidFill>
            </a:endParaRPr>
          </a:p>
          <a:p>
            <a:pPr algn="ctr"/>
            <a:r>
              <a:rPr lang="en" sz="933" b="1">
                <a:solidFill>
                  <a:schemeClr val="dk1"/>
                </a:solidFill>
              </a:rPr>
              <a:t>Topics:</a:t>
            </a:r>
            <a:r>
              <a:rPr lang="en" sz="933">
                <a:solidFill>
                  <a:schemeClr val="dk1"/>
                </a:solidFill>
              </a:rPr>
              <a:t> </a:t>
            </a:r>
            <a:endParaRPr sz="933">
              <a:solidFill>
                <a:schemeClr val="dk1"/>
              </a:solidFill>
            </a:endParaRPr>
          </a:p>
          <a:p>
            <a:pPr algn="ctr"/>
            <a:r>
              <a:rPr lang="en" sz="933">
                <a:solidFill>
                  <a:schemeClr val="dk1"/>
                </a:solidFill>
              </a:rPr>
              <a:t>announcement and deepdive</a:t>
            </a:r>
            <a:endParaRPr sz="933">
              <a:solidFill>
                <a:schemeClr val="dk1"/>
              </a:solidFill>
            </a:endParaRPr>
          </a:p>
        </p:txBody>
      </p:sp>
      <p:sp>
        <p:nvSpPr>
          <p:cNvPr id="6044" name="Google Shape;6044;p341"/>
          <p:cNvSpPr txBox="1"/>
          <p:nvPr/>
        </p:nvSpPr>
        <p:spPr>
          <a:xfrm>
            <a:off x="4184833" y="1275289"/>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Channels: </a:t>
            </a:r>
            <a:endParaRPr sz="933" b="1">
              <a:solidFill>
                <a:schemeClr val="dk1"/>
              </a:solidFill>
            </a:endParaRPr>
          </a:p>
          <a:p>
            <a:pPr algn="ctr"/>
            <a:r>
              <a:rPr lang="en" sz="933">
                <a:solidFill>
                  <a:schemeClr val="dk1"/>
                </a:solidFill>
              </a:rPr>
              <a:t>webcast</a:t>
            </a:r>
            <a:endParaRPr sz="933">
              <a:solidFill>
                <a:schemeClr val="dk1"/>
              </a:solidFill>
            </a:endParaRPr>
          </a:p>
          <a:p>
            <a:pPr algn="ctr"/>
            <a:r>
              <a:rPr lang="en" sz="933" b="1">
                <a:solidFill>
                  <a:schemeClr val="dk1"/>
                </a:solidFill>
              </a:rPr>
              <a:t>Topics: </a:t>
            </a:r>
            <a:endParaRPr sz="933" b="1">
              <a:solidFill>
                <a:schemeClr val="dk1"/>
              </a:solidFill>
            </a:endParaRPr>
          </a:p>
          <a:p>
            <a:pPr algn="ctr"/>
            <a:r>
              <a:rPr lang="en" sz="933">
                <a:solidFill>
                  <a:schemeClr val="dk1"/>
                </a:solidFill>
              </a:rPr>
              <a:t>general, change impact, go-live dates</a:t>
            </a:r>
            <a:endParaRPr sz="933">
              <a:solidFill>
                <a:schemeClr val="dk1"/>
              </a:solidFill>
            </a:endParaRPr>
          </a:p>
          <a:p>
            <a:pPr algn="ctr"/>
            <a:endParaRPr sz="933"/>
          </a:p>
        </p:txBody>
      </p:sp>
      <p:sp>
        <p:nvSpPr>
          <p:cNvPr id="6045" name="Google Shape;6045;p341"/>
          <p:cNvSpPr txBox="1"/>
          <p:nvPr/>
        </p:nvSpPr>
        <p:spPr>
          <a:xfrm>
            <a:off x="4855636" y="5050879"/>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 </a:t>
            </a:r>
            <a:endParaRPr sz="933" b="1">
              <a:solidFill>
                <a:schemeClr val="dk1"/>
              </a:solidFill>
            </a:endParaRPr>
          </a:p>
          <a:p>
            <a:pPr algn="ctr"/>
            <a:r>
              <a:rPr lang="en" sz="933">
                <a:solidFill>
                  <a:schemeClr val="dk1"/>
                </a:solidFill>
              </a:rPr>
              <a:t>email </a:t>
            </a:r>
            <a:r>
              <a:rPr lang="en" sz="933" i="1">
                <a:solidFill>
                  <a:schemeClr val="dk1"/>
                </a:solidFill>
              </a:rPr>
              <a:t>with </a:t>
            </a:r>
            <a:r>
              <a:rPr lang="en" sz="933">
                <a:solidFill>
                  <a:schemeClr val="dk1"/>
                </a:solidFill>
              </a:rPr>
              <a:t>one-pager and</a:t>
            </a:r>
            <a:r>
              <a:rPr lang="en" sz="933" i="1">
                <a:solidFill>
                  <a:schemeClr val="dk1"/>
                </a:solidFill>
              </a:rPr>
              <a:t> links to </a:t>
            </a:r>
            <a:r>
              <a:rPr lang="en" sz="933">
                <a:solidFill>
                  <a:schemeClr val="dk1"/>
                </a:solidFill>
              </a:rPr>
              <a:t>Da Vinci end-user website and Intranet</a:t>
            </a:r>
            <a:endParaRPr sz="933">
              <a:solidFill>
                <a:schemeClr val="dk1"/>
              </a:solidFill>
            </a:endParaRPr>
          </a:p>
          <a:p>
            <a:pPr algn="ctr"/>
            <a:r>
              <a:rPr lang="en" sz="933" b="1">
                <a:solidFill>
                  <a:schemeClr val="dk1"/>
                </a:solidFill>
              </a:rPr>
              <a:t>Topics: </a:t>
            </a:r>
            <a:endParaRPr sz="933" b="1">
              <a:solidFill>
                <a:schemeClr val="dk1"/>
              </a:solidFill>
            </a:endParaRPr>
          </a:p>
          <a:p>
            <a:pPr algn="ctr"/>
            <a:r>
              <a:rPr lang="en" sz="933">
                <a:solidFill>
                  <a:schemeClr val="dk1"/>
                </a:solidFill>
              </a:rPr>
              <a:t>take action, migration dates and trainings to follow</a:t>
            </a:r>
            <a:endParaRPr sz="533" b="1">
              <a:solidFill>
                <a:schemeClr val="dk1"/>
              </a:solidFill>
            </a:endParaRPr>
          </a:p>
        </p:txBody>
      </p:sp>
      <p:sp>
        <p:nvSpPr>
          <p:cNvPr id="6046" name="Google Shape;6046;p341"/>
          <p:cNvSpPr txBox="1"/>
          <p:nvPr/>
        </p:nvSpPr>
        <p:spPr>
          <a:xfrm>
            <a:off x="6530433" y="5050879"/>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Channels: </a:t>
            </a:r>
            <a:endParaRPr sz="933" b="1">
              <a:solidFill>
                <a:schemeClr val="dk1"/>
              </a:solidFill>
            </a:endParaRPr>
          </a:p>
          <a:p>
            <a:pPr algn="ctr"/>
            <a:r>
              <a:rPr lang="en" sz="933">
                <a:solidFill>
                  <a:schemeClr val="dk1"/>
                </a:solidFill>
              </a:rPr>
              <a:t>newsletter with important Da Vinci related updates</a:t>
            </a:r>
            <a:endParaRPr sz="933">
              <a:solidFill>
                <a:schemeClr val="dk1"/>
              </a:solidFill>
            </a:endParaRPr>
          </a:p>
          <a:p>
            <a:pPr algn="ctr"/>
            <a:r>
              <a:rPr lang="en" sz="933" b="1">
                <a:solidFill>
                  <a:schemeClr val="dk1"/>
                </a:solidFill>
              </a:rPr>
              <a:t>Topics: </a:t>
            </a:r>
            <a:endParaRPr sz="933" b="1">
              <a:solidFill>
                <a:schemeClr val="dk1"/>
              </a:solidFill>
            </a:endParaRPr>
          </a:p>
          <a:p>
            <a:pPr algn="ctr"/>
            <a:r>
              <a:rPr lang="en" sz="933">
                <a:solidFill>
                  <a:schemeClr val="dk1"/>
                </a:solidFill>
              </a:rPr>
              <a:t>update</a:t>
            </a:r>
            <a:endParaRPr sz="933">
              <a:solidFill>
                <a:schemeClr val="dk1"/>
              </a:solidFill>
            </a:endParaRPr>
          </a:p>
          <a:p>
            <a:pPr algn="ctr"/>
            <a:endParaRPr sz="933"/>
          </a:p>
        </p:txBody>
      </p:sp>
      <p:sp>
        <p:nvSpPr>
          <p:cNvPr id="6047" name="Google Shape;6047;p341"/>
          <p:cNvSpPr txBox="1"/>
          <p:nvPr/>
        </p:nvSpPr>
        <p:spPr>
          <a:xfrm>
            <a:off x="7019141" y="1270673"/>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 </a:t>
            </a:r>
            <a:endParaRPr sz="933" b="1">
              <a:solidFill>
                <a:schemeClr val="dk1"/>
              </a:solidFill>
            </a:endParaRPr>
          </a:p>
          <a:p>
            <a:pPr algn="ctr">
              <a:buClr>
                <a:schemeClr val="dk1"/>
              </a:buClr>
              <a:buSzPts val="1100"/>
            </a:pPr>
            <a:r>
              <a:rPr lang="en" sz="933" b="1">
                <a:solidFill>
                  <a:schemeClr val="dk1"/>
                </a:solidFill>
              </a:rPr>
              <a:t>Go-live email</a:t>
            </a:r>
            <a:r>
              <a:rPr lang="en" sz="933">
                <a:solidFill>
                  <a:schemeClr val="dk1"/>
                </a:solidFill>
              </a:rPr>
              <a:t> </a:t>
            </a:r>
            <a:r>
              <a:rPr lang="en" sz="933" i="1">
                <a:solidFill>
                  <a:schemeClr val="dk1"/>
                </a:solidFill>
              </a:rPr>
              <a:t>with </a:t>
            </a:r>
            <a:r>
              <a:rPr lang="en" sz="933">
                <a:solidFill>
                  <a:schemeClr val="dk1"/>
                </a:solidFill>
              </a:rPr>
              <a:t>one-pager and</a:t>
            </a:r>
            <a:r>
              <a:rPr lang="en" sz="933" i="1">
                <a:solidFill>
                  <a:schemeClr val="dk1"/>
                </a:solidFill>
              </a:rPr>
              <a:t> links to </a:t>
            </a:r>
            <a:r>
              <a:rPr lang="en" sz="933">
                <a:solidFill>
                  <a:schemeClr val="dk1"/>
                </a:solidFill>
              </a:rPr>
              <a:t>Da Vinci end-user website and Intranet</a:t>
            </a:r>
            <a:endParaRPr sz="933">
              <a:solidFill>
                <a:schemeClr val="dk1"/>
              </a:solidFill>
            </a:endParaRPr>
          </a:p>
          <a:p>
            <a:pPr algn="ctr"/>
            <a:r>
              <a:rPr lang="en" sz="933" b="1">
                <a:solidFill>
                  <a:schemeClr val="dk1"/>
                </a:solidFill>
              </a:rPr>
              <a:t>Topics</a:t>
            </a:r>
            <a:r>
              <a:rPr lang="en" sz="933">
                <a:solidFill>
                  <a:schemeClr val="dk1"/>
                </a:solidFill>
              </a:rPr>
              <a:t>: </a:t>
            </a:r>
            <a:endParaRPr sz="933">
              <a:solidFill>
                <a:schemeClr val="dk1"/>
              </a:solidFill>
            </a:endParaRPr>
          </a:p>
          <a:p>
            <a:pPr algn="ctr"/>
            <a:r>
              <a:rPr lang="en" sz="933">
                <a:solidFill>
                  <a:schemeClr val="dk1"/>
                </a:solidFill>
              </a:rPr>
              <a:t>Go-live, reminder, to take action, to follow the training</a:t>
            </a:r>
            <a:endParaRPr sz="933" b="1">
              <a:solidFill>
                <a:schemeClr val="dk1"/>
              </a:solidFill>
            </a:endParaRPr>
          </a:p>
        </p:txBody>
      </p:sp>
      <p:sp>
        <p:nvSpPr>
          <p:cNvPr id="6048" name="Google Shape;6048;p341"/>
          <p:cNvSpPr txBox="1"/>
          <p:nvPr/>
        </p:nvSpPr>
        <p:spPr>
          <a:xfrm>
            <a:off x="8730596" y="1270673"/>
            <a:ext cx="1584800" cy="1341200"/>
          </a:xfrm>
          <a:prstGeom prst="rect">
            <a:avLst/>
          </a:prstGeom>
          <a:solidFill>
            <a:srgbClr val="FFFFFF"/>
          </a:solidFill>
          <a:ln w="9525" cap="flat" cmpd="sng">
            <a:solidFill>
              <a:srgbClr val="D9D9D9"/>
            </a:solidFill>
            <a:prstDash val="dash"/>
            <a:round/>
            <a:headEnd type="none" w="sm" len="sm"/>
            <a:tailEnd type="none" w="sm" len="sm"/>
          </a:ln>
        </p:spPr>
        <p:txBody>
          <a:bodyPr spcFirstLastPara="1" wrap="square" lIns="121900" tIns="121900" rIns="121900" bIns="121900" anchor="ctr" anchorCtr="0">
            <a:noAutofit/>
          </a:bodyPr>
          <a:lstStyle/>
          <a:p>
            <a:pPr algn="ctr"/>
            <a:r>
              <a:rPr lang="en" sz="933" b="1">
                <a:solidFill>
                  <a:schemeClr val="dk1"/>
                </a:solidFill>
              </a:rPr>
              <a:t>Channel:</a:t>
            </a:r>
            <a:r>
              <a:rPr lang="en" sz="933">
                <a:solidFill>
                  <a:schemeClr val="dk1"/>
                </a:solidFill>
              </a:rPr>
              <a:t> </a:t>
            </a:r>
            <a:br>
              <a:rPr lang="en" sz="933">
                <a:solidFill>
                  <a:schemeClr val="dk1"/>
                </a:solidFill>
              </a:rPr>
            </a:br>
            <a:r>
              <a:rPr lang="en" sz="933">
                <a:solidFill>
                  <a:schemeClr val="dk1"/>
                </a:solidFill>
              </a:rPr>
              <a:t>email </a:t>
            </a:r>
            <a:endParaRPr sz="933">
              <a:solidFill>
                <a:schemeClr val="dk1"/>
              </a:solidFill>
            </a:endParaRPr>
          </a:p>
          <a:p>
            <a:pPr algn="ctr"/>
            <a:r>
              <a:rPr lang="en" sz="933" b="1">
                <a:solidFill>
                  <a:schemeClr val="dk1"/>
                </a:solidFill>
              </a:rPr>
              <a:t>Topics:</a:t>
            </a:r>
            <a:r>
              <a:rPr lang="en" sz="933">
                <a:solidFill>
                  <a:schemeClr val="dk1"/>
                </a:solidFill>
              </a:rPr>
              <a:t> </a:t>
            </a:r>
            <a:br>
              <a:rPr lang="en" sz="933">
                <a:solidFill>
                  <a:schemeClr val="dk1"/>
                </a:solidFill>
              </a:rPr>
            </a:br>
            <a:r>
              <a:rPr lang="en" sz="933">
                <a:solidFill>
                  <a:schemeClr val="dk1"/>
                </a:solidFill>
              </a:rPr>
              <a:t>go-live date, action, update</a:t>
            </a:r>
            <a:endParaRPr sz="933">
              <a:solidFill>
                <a:schemeClr val="dk1"/>
              </a:solidFill>
            </a:endParaRPr>
          </a:p>
          <a:p>
            <a:pPr algn="ctr"/>
            <a:endParaRPr sz="933">
              <a:solidFill>
                <a:schemeClr val="dk1"/>
              </a:solidFill>
            </a:endParaRPr>
          </a:p>
        </p:txBody>
      </p:sp>
      <p:sp>
        <p:nvSpPr>
          <p:cNvPr id="6049" name="Google Shape;6049;p341"/>
          <p:cNvSpPr/>
          <p:nvPr/>
        </p:nvSpPr>
        <p:spPr>
          <a:xfrm>
            <a:off x="7627351" y="2655003"/>
            <a:ext cx="704400" cy="704400"/>
          </a:xfrm>
          <a:prstGeom prst="roundRect">
            <a:avLst>
              <a:gd name="adj" fmla="val 16667"/>
            </a:avLst>
          </a:prstGeom>
          <a:solidFill>
            <a:srgbClr val="F3F3F3"/>
          </a:solidFill>
          <a:ln w="9525" cap="flat" cmpd="sng">
            <a:solidFill>
              <a:srgbClr val="464646"/>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50" name="Google Shape;6050;p341"/>
          <p:cNvSpPr/>
          <p:nvPr/>
        </p:nvSpPr>
        <p:spPr>
          <a:xfrm>
            <a:off x="7983361" y="2744230"/>
            <a:ext cx="283353" cy="283359"/>
          </a:xfrm>
          <a:custGeom>
            <a:avLst/>
            <a:gdLst/>
            <a:ahLst/>
            <a:cxnLst/>
            <a:rect l="l" t="t" r="r" b="b"/>
            <a:pathLst>
              <a:path w="78" h="77" extrusionOk="0">
                <a:moveTo>
                  <a:pt x="0" y="0"/>
                </a:moveTo>
                <a:lnTo>
                  <a:pt x="0" y="77"/>
                </a:lnTo>
                <a:lnTo>
                  <a:pt x="78" y="77"/>
                </a:lnTo>
                <a:lnTo>
                  <a:pt x="78" y="0"/>
                </a:lnTo>
                <a:lnTo>
                  <a:pt x="0" y="0"/>
                </a:lnTo>
                <a:close/>
                <a:moveTo>
                  <a:pt x="39" y="42"/>
                </a:moveTo>
                <a:lnTo>
                  <a:pt x="5" y="3"/>
                </a:lnTo>
                <a:lnTo>
                  <a:pt x="72" y="3"/>
                </a:lnTo>
                <a:lnTo>
                  <a:pt x="39" y="42"/>
                </a:lnTo>
                <a:close/>
                <a:moveTo>
                  <a:pt x="32" y="38"/>
                </a:moveTo>
                <a:lnTo>
                  <a:pt x="3" y="71"/>
                </a:lnTo>
                <a:lnTo>
                  <a:pt x="3" y="6"/>
                </a:lnTo>
                <a:lnTo>
                  <a:pt x="32" y="38"/>
                </a:lnTo>
                <a:close/>
                <a:moveTo>
                  <a:pt x="34" y="41"/>
                </a:moveTo>
                <a:lnTo>
                  <a:pt x="39" y="47"/>
                </a:lnTo>
                <a:lnTo>
                  <a:pt x="44" y="41"/>
                </a:lnTo>
                <a:lnTo>
                  <a:pt x="72" y="74"/>
                </a:lnTo>
                <a:lnTo>
                  <a:pt x="5" y="74"/>
                </a:lnTo>
                <a:lnTo>
                  <a:pt x="34" y="41"/>
                </a:lnTo>
                <a:close/>
                <a:moveTo>
                  <a:pt x="46" y="38"/>
                </a:moveTo>
                <a:lnTo>
                  <a:pt x="74" y="6"/>
                </a:lnTo>
                <a:lnTo>
                  <a:pt x="74" y="71"/>
                </a:lnTo>
                <a:lnTo>
                  <a:pt x="46" y="38"/>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nvGrpSpPr>
          <p:cNvPr id="6051" name="Google Shape;6051;p341"/>
          <p:cNvGrpSpPr/>
          <p:nvPr/>
        </p:nvGrpSpPr>
        <p:grpSpPr>
          <a:xfrm>
            <a:off x="7669860" y="2744224"/>
            <a:ext cx="283368" cy="283368"/>
            <a:chOff x="6615113" y="3573463"/>
            <a:chExt cx="298450" cy="298450"/>
          </a:xfrm>
        </p:grpSpPr>
        <p:sp>
          <p:nvSpPr>
            <p:cNvPr id="6052" name="Google Shape;6052;p341"/>
            <p:cNvSpPr/>
            <p:nvPr/>
          </p:nvSpPr>
          <p:spPr>
            <a:xfrm>
              <a:off x="6654800" y="3636963"/>
              <a:ext cx="220663" cy="171450"/>
            </a:xfrm>
            <a:custGeom>
              <a:avLst/>
              <a:gdLst/>
              <a:ahLst/>
              <a:cxnLst/>
              <a:rect l="l" t="t" r="r" b="b"/>
              <a:pathLst>
                <a:path w="139" h="108" extrusionOk="0">
                  <a:moveTo>
                    <a:pt x="0" y="0"/>
                  </a:moveTo>
                  <a:lnTo>
                    <a:pt x="0" y="102"/>
                  </a:lnTo>
                  <a:lnTo>
                    <a:pt x="42" y="102"/>
                  </a:lnTo>
                  <a:lnTo>
                    <a:pt x="42" y="108"/>
                  </a:lnTo>
                  <a:lnTo>
                    <a:pt x="96" y="108"/>
                  </a:lnTo>
                  <a:lnTo>
                    <a:pt x="96" y="102"/>
                  </a:lnTo>
                  <a:lnTo>
                    <a:pt x="139" y="102"/>
                  </a:lnTo>
                  <a:lnTo>
                    <a:pt x="139" y="0"/>
                  </a:lnTo>
                  <a:lnTo>
                    <a:pt x="0" y="0"/>
                  </a:lnTo>
                  <a:close/>
                  <a:moveTo>
                    <a:pt x="129" y="10"/>
                  </a:moveTo>
                  <a:lnTo>
                    <a:pt x="129" y="88"/>
                  </a:lnTo>
                  <a:lnTo>
                    <a:pt x="9" y="88"/>
                  </a:lnTo>
                  <a:lnTo>
                    <a:pt x="9" y="10"/>
                  </a:lnTo>
                  <a:lnTo>
                    <a:pt x="129" y="1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53" name="Google Shape;6053;p341"/>
            <p:cNvSpPr/>
            <p:nvPr/>
          </p:nvSpPr>
          <p:spPr>
            <a:xfrm>
              <a:off x="6615113" y="3573463"/>
              <a:ext cx="298450" cy="298450"/>
            </a:xfrm>
            <a:custGeom>
              <a:avLst/>
              <a:gdLst/>
              <a:ahLst/>
              <a:cxnLst/>
              <a:rect l="l" t="t" r="r" b="b"/>
              <a:pathLst>
                <a:path w="188" h="188" extrusionOk="0">
                  <a:moveTo>
                    <a:pt x="180" y="180"/>
                  </a:moveTo>
                  <a:lnTo>
                    <a:pt x="8" y="180"/>
                  </a:lnTo>
                  <a:lnTo>
                    <a:pt x="8" y="7"/>
                  </a:lnTo>
                  <a:lnTo>
                    <a:pt x="179" y="7"/>
                  </a:lnTo>
                  <a:lnTo>
                    <a:pt x="180" y="180"/>
                  </a:lnTo>
                  <a:close/>
                  <a:moveTo>
                    <a:pt x="0" y="0"/>
                  </a:moveTo>
                  <a:lnTo>
                    <a:pt x="0" y="188"/>
                  </a:lnTo>
                  <a:lnTo>
                    <a:pt x="188" y="188"/>
                  </a:lnTo>
                  <a:lnTo>
                    <a:pt x="188" y="0"/>
                  </a:lnTo>
                  <a:lnTo>
                    <a:pt x="0" y="0"/>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6054" name="Google Shape;6054;p341"/>
          <p:cNvGrpSpPr/>
          <p:nvPr/>
        </p:nvGrpSpPr>
        <p:grpSpPr>
          <a:xfrm>
            <a:off x="7669504" y="3053082"/>
            <a:ext cx="283361" cy="283377"/>
            <a:chOff x="3162300" y="1219200"/>
            <a:chExt cx="123825" cy="123825"/>
          </a:xfrm>
        </p:grpSpPr>
        <p:sp>
          <p:nvSpPr>
            <p:cNvPr id="6055" name="Google Shape;6055;p341"/>
            <p:cNvSpPr/>
            <p:nvPr/>
          </p:nvSpPr>
          <p:spPr>
            <a:xfrm>
              <a:off x="3171825" y="1243013"/>
              <a:ext cx="103188" cy="76200"/>
            </a:xfrm>
            <a:custGeom>
              <a:avLst/>
              <a:gdLst/>
              <a:ahLst/>
              <a:cxnLst/>
              <a:rect l="l" t="t" r="r" b="b"/>
              <a:pathLst>
                <a:path w="65" h="48" extrusionOk="0">
                  <a:moveTo>
                    <a:pt x="62" y="38"/>
                  </a:moveTo>
                  <a:lnTo>
                    <a:pt x="62" y="0"/>
                  </a:lnTo>
                  <a:lnTo>
                    <a:pt x="4" y="0"/>
                  </a:lnTo>
                  <a:lnTo>
                    <a:pt x="4" y="38"/>
                  </a:lnTo>
                  <a:lnTo>
                    <a:pt x="0" y="38"/>
                  </a:lnTo>
                  <a:lnTo>
                    <a:pt x="0" y="48"/>
                  </a:lnTo>
                  <a:lnTo>
                    <a:pt x="65" y="48"/>
                  </a:lnTo>
                  <a:lnTo>
                    <a:pt x="65" y="38"/>
                  </a:lnTo>
                  <a:lnTo>
                    <a:pt x="62" y="38"/>
                  </a:lnTo>
                  <a:close/>
                  <a:moveTo>
                    <a:pt x="58" y="3"/>
                  </a:moveTo>
                  <a:lnTo>
                    <a:pt x="58" y="38"/>
                  </a:lnTo>
                  <a:lnTo>
                    <a:pt x="7" y="38"/>
                  </a:lnTo>
                  <a:lnTo>
                    <a:pt x="7" y="3"/>
                  </a:lnTo>
                  <a:lnTo>
                    <a:pt x="58" y="3"/>
                  </a:lnTo>
                  <a:close/>
                  <a:moveTo>
                    <a:pt x="4" y="44"/>
                  </a:moveTo>
                  <a:lnTo>
                    <a:pt x="4" y="41"/>
                  </a:lnTo>
                  <a:lnTo>
                    <a:pt x="62" y="41"/>
                  </a:lnTo>
                  <a:lnTo>
                    <a:pt x="62" y="44"/>
                  </a:lnTo>
                  <a:lnTo>
                    <a:pt x="4" y="4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56" name="Google Shape;6056;p341"/>
            <p:cNvSpPr/>
            <p:nvPr/>
          </p:nvSpPr>
          <p:spPr>
            <a:xfrm>
              <a:off x="3187700" y="1252538"/>
              <a:ext cx="73025" cy="46038"/>
            </a:xfrm>
            <a:custGeom>
              <a:avLst/>
              <a:gdLst/>
              <a:ahLst/>
              <a:cxnLst/>
              <a:rect l="l" t="t" r="r" b="b"/>
              <a:pathLst>
                <a:path w="46" h="29" extrusionOk="0">
                  <a:moveTo>
                    <a:pt x="46" y="0"/>
                  </a:moveTo>
                  <a:lnTo>
                    <a:pt x="0" y="0"/>
                  </a:lnTo>
                  <a:lnTo>
                    <a:pt x="0" y="29"/>
                  </a:lnTo>
                  <a:lnTo>
                    <a:pt x="46" y="29"/>
                  </a:lnTo>
                  <a:lnTo>
                    <a:pt x="46" y="0"/>
                  </a:lnTo>
                  <a:close/>
                  <a:moveTo>
                    <a:pt x="3" y="26"/>
                  </a:moveTo>
                  <a:lnTo>
                    <a:pt x="3" y="3"/>
                  </a:lnTo>
                  <a:lnTo>
                    <a:pt x="43" y="3"/>
                  </a:lnTo>
                  <a:lnTo>
                    <a:pt x="43" y="26"/>
                  </a:lnTo>
                  <a:lnTo>
                    <a:pt x="3" y="26"/>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57" name="Google Shape;6057;p341"/>
            <p:cNvSpPr/>
            <p:nvPr/>
          </p:nvSpPr>
          <p:spPr>
            <a:xfrm>
              <a:off x="3162300" y="1219200"/>
              <a:ext cx="123825" cy="123825"/>
            </a:xfrm>
            <a:custGeom>
              <a:avLst/>
              <a:gdLst/>
              <a:ahLst/>
              <a:cxnLst/>
              <a:rect l="l" t="t" r="r" b="b"/>
              <a:pathLst>
                <a:path w="78" h="78" extrusionOk="0">
                  <a:moveTo>
                    <a:pt x="0" y="0"/>
                  </a:moveTo>
                  <a:lnTo>
                    <a:pt x="0" y="78"/>
                  </a:lnTo>
                  <a:lnTo>
                    <a:pt x="78" y="78"/>
                  </a:lnTo>
                  <a:lnTo>
                    <a:pt x="78" y="0"/>
                  </a:lnTo>
                  <a:lnTo>
                    <a:pt x="0" y="0"/>
                  </a:lnTo>
                  <a:close/>
                  <a:moveTo>
                    <a:pt x="74" y="74"/>
                  </a:moveTo>
                  <a:lnTo>
                    <a:pt x="3" y="74"/>
                  </a:lnTo>
                  <a:lnTo>
                    <a:pt x="3" y="3"/>
                  </a:lnTo>
                  <a:lnTo>
                    <a:pt x="74" y="3"/>
                  </a:lnTo>
                  <a:lnTo>
                    <a:pt x="74" y="74"/>
                  </a:lnTo>
                  <a:close/>
                </a:path>
              </a:pathLst>
            </a:custGeom>
            <a:solidFill>
              <a:srgbClr val="EB8C00"/>
            </a:solidFill>
            <a:ln>
              <a:noFill/>
            </a:ln>
            <a:effectLst>
              <a:outerShdw blurRad="57150" dist="19050" dir="5400000" algn="bl" rotWithShape="0">
                <a:srgbClr val="EB8C00">
                  <a:alpha val="50000"/>
                </a:srgb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6058" name="Google Shape;6058;p341"/>
          <p:cNvGrpSpPr/>
          <p:nvPr/>
        </p:nvGrpSpPr>
        <p:grpSpPr>
          <a:xfrm>
            <a:off x="2250210" y="4425286"/>
            <a:ext cx="362533" cy="362533"/>
            <a:chOff x="4119563" y="58738"/>
            <a:chExt cx="1265238" cy="1265238"/>
          </a:xfrm>
        </p:grpSpPr>
        <p:sp>
          <p:nvSpPr>
            <p:cNvPr id="6059" name="Google Shape;6059;p341"/>
            <p:cNvSpPr/>
            <p:nvPr/>
          </p:nvSpPr>
          <p:spPr>
            <a:xfrm>
              <a:off x="4119563" y="58738"/>
              <a:ext cx="1265238" cy="1265238"/>
            </a:xfrm>
            <a:custGeom>
              <a:avLst/>
              <a:gdLst/>
              <a:ahLst/>
              <a:cxnLst/>
              <a:rect l="l" t="t" r="r" b="b"/>
              <a:pathLst>
                <a:path w="797" h="797" extrusionOk="0">
                  <a:moveTo>
                    <a:pt x="797" y="653"/>
                  </a:moveTo>
                  <a:lnTo>
                    <a:pt x="797" y="0"/>
                  </a:lnTo>
                  <a:lnTo>
                    <a:pt x="0" y="0"/>
                  </a:lnTo>
                  <a:lnTo>
                    <a:pt x="0" y="653"/>
                  </a:lnTo>
                  <a:lnTo>
                    <a:pt x="248" y="653"/>
                  </a:lnTo>
                  <a:lnTo>
                    <a:pt x="248" y="762"/>
                  </a:lnTo>
                  <a:lnTo>
                    <a:pt x="134" y="762"/>
                  </a:lnTo>
                  <a:lnTo>
                    <a:pt x="134" y="797"/>
                  </a:lnTo>
                  <a:lnTo>
                    <a:pt x="663" y="797"/>
                  </a:lnTo>
                  <a:lnTo>
                    <a:pt x="663" y="762"/>
                  </a:lnTo>
                  <a:lnTo>
                    <a:pt x="549" y="762"/>
                  </a:lnTo>
                  <a:lnTo>
                    <a:pt x="549" y="653"/>
                  </a:lnTo>
                  <a:lnTo>
                    <a:pt x="797" y="653"/>
                  </a:lnTo>
                  <a:close/>
                  <a:moveTo>
                    <a:pt x="35" y="33"/>
                  </a:moveTo>
                  <a:lnTo>
                    <a:pt x="762" y="33"/>
                  </a:lnTo>
                  <a:lnTo>
                    <a:pt x="762" y="620"/>
                  </a:lnTo>
                  <a:lnTo>
                    <a:pt x="35" y="620"/>
                  </a:lnTo>
                  <a:lnTo>
                    <a:pt x="35" y="33"/>
                  </a:lnTo>
                  <a:close/>
                  <a:moveTo>
                    <a:pt x="515" y="762"/>
                  </a:moveTo>
                  <a:lnTo>
                    <a:pt x="282" y="762"/>
                  </a:lnTo>
                  <a:lnTo>
                    <a:pt x="282" y="653"/>
                  </a:lnTo>
                  <a:lnTo>
                    <a:pt x="515" y="653"/>
                  </a:lnTo>
                  <a:lnTo>
                    <a:pt x="515" y="762"/>
                  </a:lnTo>
                  <a:close/>
                </a:path>
              </a:pathLst>
            </a:custGeom>
            <a:solidFill>
              <a:schemeClr val="accent4"/>
            </a:solidFill>
            <a:ln>
              <a:noFill/>
            </a:ln>
            <a:effectLst>
              <a:outerShdw blurRad="57150" dist="19050" dir="5400000" algn="bl" rotWithShape="0">
                <a:schemeClr val="accent4">
                  <a:alpha val="50000"/>
                </a:scheme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sp>
          <p:nvSpPr>
            <p:cNvPr id="6060" name="Google Shape;6060;p341"/>
            <p:cNvSpPr/>
            <p:nvPr/>
          </p:nvSpPr>
          <p:spPr>
            <a:xfrm>
              <a:off x="4318000" y="377825"/>
              <a:ext cx="887413" cy="414337"/>
            </a:xfrm>
            <a:custGeom>
              <a:avLst/>
              <a:gdLst/>
              <a:ahLst/>
              <a:cxnLst/>
              <a:rect l="l" t="t" r="r" b="b"/>
              <a:pathLst>
                <a:path w="559" h="261" extrusionOk="0">
                  <a:moveTo>
                    <a:pt x="262" y="261"/>
                  </a:moveTo>
                  <a:lnTo>
                    <a:pt x="0" y="261"/>
                  </a:lnTo>
                  <a:lnTo>
                    <a:pt x="0" y="0"/>
                  </a:lnTo>
                  <a:lnTo>
                    <a:pt x="262" y="0"/>
                  </a:lnTo>
                  <a:lnTo>
                    <a:pt x="262" y="261"/>
                  </a:lnTo>
                  <a:close/>
                  <a:moveTo>
                    <a:pt x="34" y="228"/>
                  </a:moveTo>
                  <a:lnTo>
                    <a:pt x="228" y="228"/>
                  </a:lnTo>
                  <a:lnTo>
                    <a:pt x="228" y="33"/>
                  </a:lnTo>
                  <a:lnTo>
                    <a:pt x="34" y="33"/>
                  </a:lnTo>
                  <a:lnTo>
                    <a:pt x="34" y="228"/>
                  </a:lnTo>
                  <a:close/>
                  <a:moveTo>
                    <a:pt x="404" y="231"/>
                  </a:moveTo>
                  <a:lnTo>
                    <a:pt x="312" y="145"/>
                  </a:lnTo>
                  <a:lnTo>
                    <a:pt x="336" y="120"/>
                  </a:lnTo>
                  <a:lnTo>
                    <a:pt x="402" y="182"/>
                  </a:lnTo>
                  <a:lnTo>
                    <a:pt x="532" y="38"/>
                  </a:lnTo>
                  <a:lnTo>
                    <a:pt x="559" y="61"/>
                  </a:lnTo>
                  <a:lnTo>
                    <a:pt x="404" y="231"/>
                  </a:lnTo>
                  <a:close/>
                </a:path>
              </a:pathLst>
            </a:custGeom>
            <a:solidFill>
              <a:schemeClr val="accent4"/>
            </a:solidFill>
            <a:ln>
              <a:noFill/>
            </a:ln>
            <a:effectLst>
              <a:outerShdw blurRad="57150" dist="19050" dir="5400000" algn="bl" rotWithShape="0">
                <a:schemeClr val="accent4">
                  <a:alpha val="50000"/>
                </a:schemeClr>
              </a:outerShdw>
            </a:effectLst>
          </p:spPr>
          <p:txBody>
            <a:bodyPr spcFirstLastPara="1" wrap="square" lIns="121900" tIns="60933" rIns="121900" bIns="60933" anchor="t" anchorCtr="0">
              <a:noAutofit/>
            </a:bodyPr>
            <a:lstStyle/>
            <a:p>
              <a:endParaRPr sz="2400">
                <a:solidFill>
                  <a:srgbClr val="000000"/>
                </a:solidFill>
                <a:latin typeface="Arial"/>
                <a:ea typeface="Arial"/>
                <a:cs typeface="Arial"/>
                <a:sym typeface="Arial"/>
              </a:endParaRPr>
            </a:p>
          </p:txBody>
        </p:sp>
      </p:grpSp>
      <p:grpSp>
        <p:nvGrpSpPr>
          <p:cNvPr id="6061" name="Google Shape;6061;p341"/>
          <p:cNvGrpSpPr/>
          <p:nvPr/>
        </p:nvGrpSpPr>
        <p:grpSpPr>
          <a:xfrm>
            <a:off x="7987363" y="3059576"/>
            <a:ext cx="280143" cy="280131"/>
            <a:chOff x="4860377" y="2027614"/>
            <a:chExt cx="272725" cy="295996"/>
          </a:xfrm>
        </p:grpSpPr>
        <p:sp>
          <p:nvSpPr>
            <p:cNvPr id="6062" name="Google Shape;6062;p341"/>
            <p:cNvSpPr/>
            <p:nvPr/>
          </p:nvSpPr>
          <p:spPr>
            <a:xfrm>
              <a:off x="4913162" y="2142193"/>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63" name="Google Shape;6063;p341"/>
            <p:cNvSpPr/>
            <p:nvPr/>
          </p:nvSpPr>
          <p:spPr>
            <a:xfrm>
              <a:off x="4913162" y="2194711"/>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64" name="Google Shape;6064;p341"/>
            <p:cNvSpPr/>
            <p:nvPr/>
          </p:nvSpPr>
          <p:spPr>
            <a:xfrm>
              <a:off x="4913162" y="2247225"/>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65" name="Google Shape;6065;p341"/>
            <p:cNvSpPr/>
            <p:nvPr/>
          </p:nvSpPr>
          <p:spPr>
            <a:xfrm>
              <a:off x="5027531" y="2194711"/>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66" name="Google Shape;6066;p341"/>
            <p:cNvSpPr/>
            <p:nvPr/>
          </p:nvSpPr>
          <p:spPr>
            <a:xfrm>
              <a:off x="5027531" y="2247225"/>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67" name="Google Shape;6067;p341"/>
            <p:cNvSpPr/>
            <p:nvPr/>
          </p:nvSpPr>
          <p:spPr>
            <a:xfrm>
              <a:off x="4913162" y="2089679"/>
              <a:ext cx="114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nvGrpSpPr>
            <p:cNvPr id="6068" name="Google Shape;6068;p341"/>
            <p:cNvGrpSpPr/>
            <p:nvPr/>
          </p:nvGrpSpPr>
          <p:grpSpPr>
            <a:xfrm>
              <a:off x="4860377" y="2027614"/>
              <a:ext cx="272725" cy="295996"/>
              <a:chOff x="4860377" y="2027614"/>
              <a:chExt cx="272725" cy="295996"/>
            </a:xfrm>
          </p:grpSpPr>
          <p:sp>
            <p:nvSpPr>
              <p:cNvPr id="6069" name="Google Shape;6069;p341"/>
              <p:cNvSpPr/>
              <p:nvPr/>
            </p:nvSpPr>
            <p:spPr>
              <a:xfrm>
                <a:off x="4987944" y="2142193"/>
                <a:ext cx="145158" cy="181417"/>
              </a:xfrm>
              <a:custGeom>
                <a:avLst/>
                <a:gdLst/>
                <a:ahLst/>
                <a:cxnLst/>
                <a:rect l="l" t="t" r="r" b="b"/>
                <a:pathLst>
                  <a:path w="33" h="38" extrusionOk="0">
                    <a:moveTo>
                      <a:pt x="0" y="38"/>
                    </a:moveTo>
                    <a:lnTo>
                      <a:pt x="33" y="38"/>
                    </a:lnTo>
                    <a:lnTo>
                      <a:pt x="33" y="0"/>
                    </a:lnTo>
                    <a:lnTo>
                      <a:pt x="0" y="0"/>
                    </a:lnTo>
                    <a:lnTo>
                      <a:pt x="0" y="38"/>
                    </a:lnTo>
                    <a:close/>
                    <a:moveTo>
                      <a:pt x="2" y="3"/>
                    </a:moveTo>
                    <a:lnTo>
                      <a:pt x="31" y="3"/>
                    </a:lnTo>
                    <a:lnTo>
                      <a:pt x="31" y="35"/>
                    </a:lnTo>
                    <a:lnTo>
                      <a:pt x="2" y="35"/>
                    </a:lnTo>
                    <a:lnTo>
                      <a:pt x="2" y="3"/>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0" name="Google Shape;6070;p341"/>
              <p:cNvSpPr/>
              <p:nvPr/>
            </p:nvSpPr>
            <p:spPr>
              <a:xfrm>
                <a:off x="4860377" y="2027614"/>
                <a:ext cx="272723" cy="295996"/>
              </a:xfrm>
              <a:custGeom>
                <a:avLst/>
                <a:gdLst/>
                <a:ahLst/>
                <a:cxnLst/>
                <a:rect l="l" t="t" r="r" b="b"/>
                <a:pathLst>
                  <a:path w="62" h="62" extrusionOk="0">
                    <a:moveTo>
                      <a:pt x="49" y="0"/>
                    </a:moveTo>
                    <a:lnTo>
                      <a:pt x="0" y="0"/>
                    </a:lnTo>
                    <a:lnTo>
                      <a:pt x="0" y="62"/>
                    </a:lnTo>
                    <a:lnTo>
                      <a:pt x="25" y="62"/>
                    </a:lnTo>
                    <a:lnTo>
                      <a:pt x="25" y="59"/>
                    </a:lnTo>
                    <a:lnTo>
                      <a:pt x="3" y="59"/>
                    </a:lnTo>
                    <a:lnTo>
                      <a:pt x="3" y="3"/>
                    </a:lnTo>
                    <a:lnTo>
                      <a:pt x="47" y="3"/>
                    </a:lnTo>
                    <a:lnTo>
                      <a:pt x="47" y="16"/>
                    </a:lnTo>
                    <a:lnTo>
                      <a:pt x="60" y="16"/>
                    </a:lnTo>
                    <a:lnTo>
                      <a:pt x="60" y="20"/>
                    </a:lnTo>
                    <a:lnTo>
                      <a:pt x="62" y="20"/>
                    </a:lnTo>
                    <a:lnTo>
                      <a:pt x="62" y="13"/>
                    </a:lnTo>
                    <a:lnTo>
                      <a:pt x="49" y="0"/>
                    </a:lnTo>
                    <a:close/>
                    <a:moveTo>
                      <a:pt x="50" y="5"/>
                    </a:moveTo>
                    <a:lnTo>
                      <a:pt x="58" y="13"/>
                    </a:lnTo>
                    <a:lnTo>
                      <a:pt x="50" y="13"/>
                    </a:lnTo>
                    <a:lnTo>
                      <a:pt x="50" y="5"/>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grpSp>
      <p:grpSp>
        <p:nvGrpSpPr>
          <p:cNvPr id="6071" name="Google Shape;6071;p341"/>
          <p:cNvGrpSpPr/>
          <p:nvPr/>
        </p:nvGrpSpPr>
        <p:grpSpPr>
          <a:xfrm>
            <a:off x="5676246" y="4638709"/>
            <a:ext cx="280143" cy="280131"/>
            <a:chOff x="4860377" y="2027614"/>
            <a:chExt cx="272725" cy="295996"/>
          </a:xfrm>
        </p:grpSpPr>
        <p:sp>
          <p:nvSpPr>
            <p:cNvPr id="6072" name="Google Shape;6072;p341"/>
            <p:cNvSpPr/>
            <p:nvPr/>
          </p:nvSpPr>
          <p:spPr>
            <a:xfrm>
              <a:off x="4913162" y="2142193"/>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3" name="Google Shape;6073;p341"/>
            <p:cNvSpPr/>
            <p:nvPr/>
          </p:nvSpPr>
          <p:spPr>
            <a:xfrm>
              <a:off x="4913162" y="2194711"/>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4" name="Google Shape;6074;p341"/>
            <p:cNvSpPr/>
            <p:nvPr/>
          </p:nvSpPr>
          <p:spPr>
            <a:xfrm>
              <a:off x="4913162" y="2247225"/>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5" name="Google Shape;6075;p341"/>
            <p:cNvSpPr/>
            <p:nvPr/>
          </p:nvSpPr>
          <p:spPr>
            <a:xfrm>
              <a:off x="5027531" y="2194711"/>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6" name="Google Shape;6076;p341"/>
            <p:cNvSpPr/>
            <p:nvPr/>
          </p:nvSpPr>
          <p:spPr>
            <a:xfrm>
              <a:off x="5027531" y="2247225"/>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77" name="Google Shape;6077;p341"/>
            <p:cNvSpPr/>
            <p:nvPr/>
          </p:nvSpPr>
          <p:spPr>
            <a:xfrm>
              <a:off x="4913162" y="2089679"/>
              <a:ext cx="114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nvGrpSpPr>
            <p:cNvPr id="6078" name="Google Shape;6078;p341"/>
            <p:cNvGrpSpPr/>
            <p:nvPr/>
          </p:nvGrpSpPr>
          <p:grpSpPr>
            <a:xfrm>
              <a:off x="4860377" y="2027614"/>
              <a:ext cx="272725" cy="295996"/>
              <a:chOff x="4860377" y="2027614"/>
              <a:chExt cx="272725" cy="295996"/>
            </a:xfrm>
          </p:grpSpPr>
          <p:sp>
            <p:nvSpPr>
              <p:cNvPr id="6079" name="Google Shape;6079;p341"/>
              <p:cNvSpPr/>
              <p:nvPr/>
            </p:nvSpPr>
            <p:spPr>
              <a:xfrm>
                <a:off x="4987944" y="2142193"/>
                <a:ext cx="145158" cy="181417"/>
              </a:xfrm>
              <a:custGeom>
                <a:avLst/>
                <a:gdLst/>
                <a:ahLst/>
                <a:cxnLst/>
                <a:rect l="l" t="t" r="r" b="b"/>
                <a:pathLst>
                  <a:path w="33" h="38" extrusionOk="0">
                    <a:moveTo>
                      <a:pt x="0" y="38"/>
                    </a:moveTo>
                    <a:lnTo>
                      <a:pt x="33" y="38"/>
                    </a:lnTo>
                    <a:lnTo>
                      <a:pt x="33" y="0"/>
                    </a:lnTo>
                    <a:lnTo>
                      <a:pt x="0" y="0"/>
                    </a:lnTo>
                    <a:lnTo>
                      <a:pt x="0" y="38"/>
                    </a:lnTo>
                    <a:close/>
                    <a:moveTo>
                      <a:pt x="2" y="3"/>
                    </a:moveTo>
                    <a:lnTo>
                      <a:pt x="31" y="3"/>
                    </a:lnTo>
                    <a:lnTo>
                      <a:pt x="31" y="35"/>
                    </a:lnTo>
                    <a:lnTo>
                      <a:pt x="2" y="35"/>
                    </a:lnTo>
                    <a:lnTo>
                      <a:pt x="2" y="3"/>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0" name="Google Shape;6080;p341"/>
              <p:cNvSpPr/>
              <p:nvPr/>
            </p:nvSpPr>
            <p:spPr>
              <a:xfrm>
                <a:off x="4860377" y="2027614"/>
                <a:ext cx="272723" cy="295996"/>
              </a:xfrm>
              <a:custGeom>
                <a:avLst/>
                <a:gdLst/>
                <a:ahLst/>
                <a:cxnLst/>
                <a:rect l="l" t="t" r="r" b="b"/>
                <a:pathLst>
                  <a:path w="62" h="62" extrusionOk="0">
                    <a:moveTo>
                      <a:pt x="49" y="0"/>
                    </a:moveTo>
                    <a:lnTo>
                      <a:pt x="0" y="0"/>
                    </a:lnTo>
                    <a:lnTo>
                      <a:pt x="0" y="62"/>
                    </a:lnTo>
                    <a:lnTo>
                      <a:pt x="25" y="62"/>
                    </a:lnTo>
                    <a:lnTo>
                      <a:pt x="25" y="59"/>
                    </a:lnTo>
                    <a:lnTo>
                      <a:pt x="3" y="59"/>
                    </a:lnTo>
                    <a:lnTo>
                      <a:pt x="3" y="3"/>
                    </a:lnTo>
                    <a:lnTo>
                      <a:pt x="47" y="3"/>
                    </a:lnTo>
                    <a:lnTo>
                      <a:pt x="47" y="16"/>
                    </a:lnTo>
                    <a:lnTo>
                      <a:pt x="60" y="16"/>
                    </a:lnTo>
                    <a:lnTo>
                      <a:pt x="60" y="20"/>
                    </a:lnTo>
                    <a:lnTo>
                      <a:pt x="62" y="20"/>
                    </a:lnTo>
                    <a:lnTo>
                      <a:pt x="62" y="13"/>
                    </a:lnTo>
                    <a:lnTo>
                      <a:pt x="49" y="0"/>
                    </a:lnTo>
                    <a:close/>
                    <a:moveTo>
                      <a:pt x="50" y="5"/>
                    </a:moveTo>
                    <a:lnTo>
                      <a:pt x="58" y="13"/>
                    </a:lnTo>
                    <a:lnTo>
                      <a:pt x="50" y="13"/>
                    </a:lnTo>
                    <a:lnTo>
                      <a:pt x="50" y="5"/>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grpSp>
      <p:grpSp>
        <p:nvGrpSpPr>
          <p:cNvPr id="6081" name="Google Shape;6081;p341"/>
          <p:cNvGrpSpPr/>
          <p:nvPr/>
        </p:nvGrpSpPr>
        <p:grpSpPr>
          <a:xfrm>
            <a:off x="3425963" y="3114543"/>
            <a:ext cx="280143" cy="280131"/>
            <a:chOff x="4860377" y="2027614"/>
            <a:chExt cx="272725" cy="295996"/>
          </a:xfrm>
        </p:grpSpPr>
        <p:sp>
          <p:nvSpPr>
            <p:cNvPr id="6082" name="Google Shape;6082;p341"/>
            <p:cNvSpPr/>
            <p:nvPr/>
          </p:nvSpPr>
          <p:spPr>
            <a:xfrm>
              <a:off x="4913162" y="2142193"/>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3" name="Google Shape;6083;p341"/>
            <p:cNvSpPr/>
            <p:nvPr/>
          </p:nvSpPr>
          <p:spPr>
            <a:xfrm>
              <a:off x="4913162" y="2194711"/>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4" name="Google Shape;6084;p341"/>
            <p:cNvSpPr/>
            <p:nvPr/>
          </p:nvSpPr>
          <p:spPr>
            <a:xfrm>
              <a:off x="4913162" y="2247225"/>
              <a:ext cx="48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5" name="Google Shape;6085;p341"/>
            <p:cNvSpPr/>
            <p:nvPr/>
          </p:nvSpPr>
          <p:spPr>
            <a:xfrm>
              <a:off x="5027531" y="2194711"/>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6" name="Google Shape;6086;p341"/>
            <p:cNvSpPr/>
            <p:nvPr/>
          </p:nvSpPr>
          <p:spPr>
            <a:xfrm>
              <a:off x="5027531" y="2247225"/>
              <a:ext cx="615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87" name="Google Shape;6087;p341"/>
            <p:cNvSpPr/>
            <p:nvPr/>
          </p:nvSpPr>
          <p:spPr>
            <a:xfrm>
              <a:off x="4913162" y="2089679"/>
              <a:ext cx="114300" cy="14100"/>
            </a:xfrm>
            <a:prstGeom prst="rect">
              <a:avLst/>
            </a:pr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nvGrpSpPr>
            <p:cNvPr id="6088" name="Google Shape;6088;p341"/>
            <p:cNvGrpSpPr/>
            <p:nvPr/>
          </p:nvGrpSpPr>
          <p:grpSpPr>
            <a:xfrm>
              <a:off x="4860377" y="2027614"/>
              <a:ext cx="272725" cy="295996"/>
              <a:chOff x="4860377" y="2027614"/>
              <a:chExt cx="272725" cy="295996"/>
            </a:xfrm>
          </p:grpSpPr>
          <p:sp>
            <p:nvSpPr>
              <p:cNvPr id="6089" name="Google Shape;6089;p341"/>
              <p:cNvSpPr/>
              <p:nvPr/>
            </p:nvSpPr>
            <p:spPr>
              <a:xfrm>
                <a:off x="4987944" y="2142193"/>
                <a:ext cx="145158" cy="181417"/>
              </a:xfrm>
              <a:custGeom>
                <a:avLst/>
                <a:gdLst/>
                <a:ahLst/>
                <a:cxnLst/>
                <a:rect l="l" t="t" r="r" b="b"/>
                <a:pathLst>
                  <a:path w="33" h="38" extrusionOk="0">
                    <a:moveTo>
                      <a:pt x="0" y="38"/>
                    </a:moveTo>
                    <a:lnTo>
                      <a:pt x="33" y="38"/>
                    </a:lnTo>
                    <a:lnTo>
                      <a:pt x="33" y="0"/>
                    </a:lnTo>
                    <a:lnTo>
                      <a:pt x="0" y="0"/>
                    </a:lnTo>
                    <a:lnTo>
                      <a:pt x="0" y="38"/>
                    </a:lnTo>
                    <a:close/>
                    <a:moveTo>
                      <a:pt x="2" y="3"/>
                    </a:moveTo>
                    <a:lnTo>
                      <a:pt x="31" y="3"/>
                    </a:lnTo>
                    <a:lnTo>
                      <a:pt x="31" y="35"/>
                    </a:lnTo>
                    <a:lnTo>
                      <a:pt x="2" y="35"/>
                    </a:lnTo>
                    <a:lnTo>
                      <a:pt x="2" y="3"/>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sp>
            <p:nvSpPr>
              <p:cNvPr id="6090" name="Google Shape;6090;p341"/>
              <p:cNvSpPr/>
              <p:nvPr/>
            </p:nvSpPr>
            <p:spPr>
              <a:xfrm>
                <a:off x="4860377" y="2027614"/>
                <a:ext cx="272723" cy="295996"/>
              </a:xfrm>
              <a:custGeom>
                <a:avLst/>
                <a:gdLst/>
                <a:ahLst/>
                <a:cxnLst/>
                <a:rect l="l" t="t" r="r" b="b"/>
                <a:pathLst>
                  <a:path w="62" h="62" extrusionOk="0">
                    <a:moveTo>
                      <a:pt x="49" y="0"/>
                    </a:moveTo>
                    <a:lnTo>
                      <a:pt x="0" y="0"/>
                    </a:lnTo>
                    <a:lnTo>
                      <a:pt x="0" y="62"/>
                    </a:lnTo>
                    <a:lnTo>
                      <a:pt x="25" y="62"/>
                    </a:lnTo>
                    <a:lnTo>
                      <a:pt x="25" y="59"/>
                    </a:lnTo>
                    <a:lnTo>
                      <a:pt x="3" y="59"/>
                    </a:lnTo>
                    <a:lnTo>
                      <a:pt x="3" y="3"/>
                    </a:lnTo>
                    <a:lnTo>
                      <a:pt x="47" y="3"/>
                    </a:lnTo>
                    <a:lnTo>
                      <a:pt x="47" y="16"/>
                    </a:lnTo>
                    <a:lnTo>
                      <a:pt x="60" y="16"/>
                    </a:lnTo>
                    <a:lnTo>
                      <a:pt x="60" y="20"/>
                    </a:lnTo>
                    <a:lnTo>
                      <a:pt x="62" y="20"/>
                    </a:lnTo>
                    <a:lnTo>
                      <a:pt x="62" y="13"/>
                    </a:lnTo>
                    <a:lnTo>
                      <a:pt x="49" y="0"/>
                    </a:lnTo>
                    <a:close/>
                    <a:moveTo>
                      <a:pt x="50" y="5"/>
                    </a:moveTo>
                    <a:lnTo>
                      <a:pt x="58" y="13"/>
                    </a:lnTo>
                    <a:lnTo>
                      <a:pt x="50" y="13"/>
                    </a:lnTo>
                    <a:lnTo>
                      <a:pt x="50" y="5"/>
                    </a:lnTo>
                    <a:close/>
                  </a:path>
                </a:pathLst>
              </a:custGeom>
              <a:solidFill>
                <a:schemeClr val="accent6"/>
              </a:solidFill>
              <a:ln>
                <a:noFill/>
              </a:ln>
              <a:effectLst>
                <a:outerShdw blurRad="57150" dist="19050" dir="5400000" algn="bl" rotWithShape="0">
                  <a:schemeClr val="accent6">
                    <a:alpha val="50000"/>
                  </a:schemeClr>
                </a:outerShdw>
              </a:effectLst>
            </p:spPr>
            <p:txBody>
              <a:bodyPr spcFirstLastPara="1" wrap="square" lIns="121900" tIns="60933" rIns="121900" bIns="60933" anchor="t" anchorCtr="0">
                <a:noAutofit/>
              </a:bodyPr>
              <a:lstStyle/>
              <a:p>
                <a:endParaRPr sz="5867">
                  <a:solidFill>
                    <a:srgbClr val="000000"/>
                  </a:solidFill>
                  <a:latin typeface="Arial"/>
                  <a:ea typeface="Arial"/>
                  <a:cs typeface="Arial"/>
                  <a:sym typeface="Aria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5"/>
        <p:cNvGrpSpPr/>
        <p:nvPr/>
      </p:nvGrpSpPr>
      <p:grpSpPr>
        <a:xfrm>
          <a:off x="0" y="0"/>
          <a:ext cx="0" cy="0"/>
          <a:chOff x="0" y="0"/>
          <a:chExt cx="0" cy="0"/>
        </a:xfrm>
      </p:grpSpPr>
      <p:sp>
        <p:nvSpPr>
          <p:cNvPr id="2776" name="Google Shape;2776;p134"/>
          <p:cNvSpPr txBox="1">
            <a:spLocks noGrp="1"/>
          </p:cNvSpPr>
          <p:nvPr>
            <p:ph type="body" idx="1"/>
          </p:nvPr>
        </p:nvSpPr>
        <p:spPr>
          <a:xfrm>
            <a:off x="517092" y="974040"/>
            <a:ext cx="11158000" cy="231200"/>
          </a:xfrm>
          <a:prstGeom prst="rect">
            <a:avLst/>
          </a:prstGeom>
          <a:noFill/>
          <a:ln>
            <a:noFill/>
          </a:ln>
        </p:spPr>
        <p:txBody>
          <a:bodyPr spcFirstLastPara="1" wrap="square" lIns="0" tIns="0" rIns="0" bIns="0" anchor="ctr" anchorCtr="0">
            <a:noAutofit/>
          </a:bodyPr>
          <a:lstStyle/>
          <a:p>
            <a:pPr marL="0" indent="0">
              <a:spcBef>
                <a:spcPts val="0"/>
              </a:spcBef>
            </a:pPr>
            <a:r>
              <a:rPr lang="en">
                <a:solidFill>
                  <a:schemeClr val="dk1"/>
                </a:solidFill>
              </a:rPr>
              <a:t>Enter your subhead line here</a:t>
            </a:r>
            <a:endParaRPr>
              <a:solidFill>
                <a:schemeClr val="dk1"/>
              </a:solidFill>
            </a:endParaRPr>
          </a:p>
        </p:txBody>
      </p:sp>
      <p:sp>
        <p:nvSpPr>
          <p:cNvPr id="2777" name="Google Shape;2777;p134"/>
          <p:cNvSpPr txBox="1">
            <a:spLocks noGrp="1"/>
          </p:cNvSpPr>
          <p:nvPr>
            <p:ph type="title"/>
          </p:nvPr>
        </p:nvSpPr>
        <p:spPr>
          <a:xfrm>
            <a:off x="517092" y="376815"/>
            <a:ext cx="11158000" cy="546000"/>
          </a:xfrm>
          <a:prstGeom prst="rect">
            <a:avLst/>
          </a:prstGeom>
          <a:noFill/>
          <a:ln>
            <a:noFill/>
          </a:ln>
        </p:spPr>
        <p:txBody>
          <a:bodyPr spcFirstLastPara="1" wrap="square" lIns="0" tIns="0" rIns="0" bIns="0" anchor="ctr" anchorCtr="0">
            <a:noAutofit/>
          </a:bodyPr>
          <a:lstStyle/>
          <a:p>
            <a:r>
              <a:rPr lang="en" sz="3733">
                <a:solidFill>
                  <a:schemeClr val="dk1"/>
                </a:solidFill>
                <a:latin typeface="Georgia"/>
                <a:ea typeface="Georgia"/>
                <a:cs typeface="Georgia"/>
                <a:sym typeface="Georgia"/>
              </a:rPr>
              <a:t>Roadmap Infographics</a:t>
            </a:r>
            <a:endParaRPr sz="3733">
              <a:solidFill>
                <a:schemeClr val="dk1"/>
              </a:solidFill>
              <a:latin typeface="Georgia"/>
              <a:ea typeface="Georgia"/>
              <a:cs typeface="Georgia"/>
              <a:sym typeface="Georgia"/>
            </a:endParaRPr>
          </a:p>
        </p:txBody>
      </p:sp>
      <p:sp>
        <p:nvSpPr>
          <p:cNvPr id="2778" name="Google Shape;2778;p134"/>
          <p:cNvSpPr txBox="1"/>
          <p:nvPr/>
        </p:nvSpPr>
        <p:spPr>
          <a:xfrm flipH="1">
            <a:off x="1309076" y="1411215"/>
            <a:ext cx="2150400" cy="246221"/>
          </a:xfrm>
          <a:prstGeom prst="rect">
            <a:avLst/>
          </a:prstGeom>
          <a:noFill/>
          <a:ln>
            <a:noFill/>
          </a:ln>
        </p:spPr>
        <p:txBody>
          <a:bodyPr spcFirstLastPara="1" wrap="square" lIns="0" tIns="0" rIns="0" bIns="0" anchor="ctr" anchorCtr="0">
            <a:spAutoFit/>
          </a:bodyPr>
          <a:lstStyle/>
          <a:p>
            <a:pPr algn="ctr">
              <a:buClr>
                <a:schemeClr val="accent1"/>
              </a:buClr>
              <a:buSzPts val="1200"/>
            </a:pPr>
            <a:r>
              <a:rPr lang="en" sz="1600" b="1">
                <a:solidFill>
                  <a:schemeClr val="accent1"/>
                </a:solidFill>
                <a:latin typeface="Arial"/>
                <a:ea typeface="Arial"/>
                <a:cs typeface="Arial"/>
                <a:sym typeface="Arial"/>
              </a:rPr>
              <a:t>Element Title Here</a:t>
            </a:r>
            <a:endParaRPr sz="1333">
              <a:solidFill>
                <a:schemeClr val="accent1"/>
              </a:solidFill>
              <a:latin typeface="Arial"/>
              <a:ea typeface="Arial"/>
              <a:cs typeface="Arial"/>
              <a:sym typeface="Arial"/>
            </a:endParaRPr>
          </a:p>
        </p:txBody>
      </p:sp>
      <p:sp>
        <p:nvSpPr>
          <p:cNvPr id="2779" name="Google Shape;2779;p134"/>
          <p:cNvSpPr txBox="1"/>
          <p:nvPr/>
        </p:nvSpPr>
        <p:spPr>
          <a:xfrm flipH="1">
            <a:off x="5005795" y="1411215"/>
            <a:ext cx="2150400" cy="246221"/>
          </a:xfrm>
          <a:prstGeom prst="rect">
            <a:avLst/>
          </a:prstGeom>
          <a:noFill/>
          <a:ln>
            <a:noFill/>
          </a:ln>
        </p:spPr>
        <p:txBody>
          <a:bodyPr spcFirstLastPara="1" wrap="square" lIns="0" tIns="0" rIns="0" bIns="0" anchor="ctr" anchorCtr="0">
            <a:spAutoFit/>
          </a:bodyPr>
          <a:lstStyle/>
          <a:p>
            <a:pPr algn="ctr">
              <a:buClr>
                <a:schemeClr val="accent2"/>
              </a:buClr>
              <a:buSzPts val="1200"/>
            </a:pPr>
            <a:r>
              <a:rPr lang="en" sz="1600" b="1">
                <a:solidFill>
                  <a:schemeClr val="accent2"/>
                </a:solidFill>
                <a:latin typeface="Arial"/>
                <a:ea typeface="Arial"/>
                <a:cs typeface="Arial"/>
                <a:sym typeface="Arial"/>
              </a:rPr>
              <a:t>Element Title Here</a:t>
            </a:r>
            <a:endParaRPr sz="1333">
              <a:solidFill>
                <a:schemeClr val="accent2"/>
              </a:solidFill>
              <a:latin typeface="Arial"/>
              <a:ea typeface="Arial"/>
              <a:cs typeface="Arial"/>
              <a:sym typeface="Arial"/>
            </a:endParaRPr>
          </a:p>
        </p:txBody>
      </p:sp>
      <p:sp>
        <p:nvSpPr>
          <p:cNvPr id="2780" name="Google Shape;2780;p134"/>
          <p:cNvSpPr txBox="1"/>
          <p:nvPr/>
        </p:nvSpPr>
        <p:spPr>
          <a:xfrm flipH="1">
            <a:off x="8702513" y="1411215"/>
            <a:ext cx="2150400" cy="246221"/>
          </a:xfrm>
          <a:prstGeom prst="rect">
            <a:avLst/>
          </a:prstGeom>
          <a:noFill/>
          <a:ln>
            <a:noFill/>
          </a:ln>
        </p:spPr>
        <p:txBody>
          <a:bodyPr spcFirstLastPara="1" wrap="square" lIns="0" tIns="0" rIns="0" bIns="0" anchor="ctr" anchorCtr="0">
            <a:spAutoFit/>
          </a:bodyPr>
          <a:lstStyle/>
          <a:p>
            <a:pPr algn="ctr">
              <a:buClr>
                <a:schemeClr val="accent3"/>
              </a:buClr>
              <a:buSzPts val="1200"/>
            </a:pPr>
            <a:r>
              <a:rPr lang="en" sz="1600" b="1">
                <a:solidFill>
                  <a:schemeClr val="accent3"/>
                </a:solidFill>
                <a:latin typeface="Arial"/>
                <a:ea typeface="Arial"/>
                <a:cs typeface="Arial"/>
                <a:sym typeface="Arial"/>
              </a:rPr>
              <a:t>Element Title Here</a:t>
            </a:r>
            <a:endParaRPr sz="1333">
              <a:solidFill>
                <a:schemeClr val="accent3"/>
              </a:solidFill>
              <a:latin typeface="Arial"/>
              <a:ea typeface="Arial"/>
              <a:cs typeface="Arial"/>
              <a:sym typeface="Arial"/>
            </a:endParaRPr>
          </a:p>
        </p:txBody>
      </p:sp>
      <p:sp>
        <p:nvSpPr>
          <p:cNvPr id="2781" name="Google Shape;2781;p134"/>
          <p:cNvSpPr txBox="1"/>
          <p:nvPr/>
        </p:nvSpPr>
        <p:spPr>
          <a:xfrm flipH="1">
            <a:off x="2480225" y="4883620"/>
            <a:ext cx="2150400" cy="246221"/>
          </a:xfrm>
          <a:prstGeom prst="rect">
            <a:avLst/>
          </a:prstGeom>
          <a:noFill/>
          <a:ln>
            <a:noFill/>
          </a:ln>
        </p:spPr>
        <p:txBody>
          <a:bodyPr spcFirstLastPara="1" wrap="square" lIns="0" tIns="0" rIns="0" bIns="0" anchor="ctr" anchorCtr="0">
            <a:spAutoFit/>
          </a:bodyPr>
          <a:lstStyle/>
          <a:p>
            <a:pPr algn="ctr">
              <a:buClr>
                <a:schemeClr val="accent1"/>
              </a:buClr>
              <a:buSzPts val="1200"/>
            </a:pPr>
            <a:r>
              <a:rPr lang="en" sz="1600" b="1">
                <a:solidFill>
                  <a:schemeClr val="accent1"/>
                </a:solidFill>
                <a:latin typeface="Arial"/>
                <a:ea typeface="Arial"/>
                <a:cs typeface="Arial"/>
                <a:sym typeface="Arial"/>
              </a:rPr>
              <a:t>Element Title Here</a:t>
            </a:r>
            <a:endParaRPr sz="1333">
              <a:solidFill>
                <a:schemeClr val="accent1"/>
              </a:solidFill>
              <a:latin typeface="Arial"/>
              <a:ea typeface="Arial"/>
              <a:cs typeface="Arial"/>
              <a:sym typeface="Arial"/>
            </a:endParaRPr>
          </a:p>
        </p:txBody>
      </p:sp>
      <p:sp>
        <p:nvSpPr>
          <p:cNvPr id="2782" name="Google Shape;2782;p134"/>
          <p:cNvSpPr txBox="1"/>
          <p:nvPr/>
        </p:nvSpPr>
        <p:spPr>
          <a:xfrm>
            <a:off x="8114749" y="3147418"/>
            <a:ext cx="2150400" cy="246221"/>
          </a:xfrm>
          <a:prstGeom prst="rect">
            <a:avLst/>
          </a:prstGeom>
          <a:noFill/>
          <a:ln>
            <a:noFill/>
          </a:ln>
        </p:spPr>
        <p:txBody>
          <a:bodyPr spcFirstLastPara="1" wrap="square" lIns="0" tIns="0" rIns="0" bIns="0" anchor="ctr" anchorCtr="0">
            <a:spAutoFit/>
          </a:bodyPr>
          <a:lstStyle/>
          <a:p>
            <a:pPr algn="ctr">
              <a:buClr>
                <a:schemeClr val="accent4"/>
              </a:buClr>
              <a:buSzPts val="1200"/>
            </a:pPr>
            <a:r>
              <a:rPr lang="en" sz="1600" b="1">
                <a:solidFill>
                  <a:schemeClr val="accent4"/>
                </a:solidFill>
                <a:latin typeface="Arial"/>
                <a:ea typeface="Arial"/>
                <a:cs typeface="Arial"/>
                <a:sym typeface="Arial"/>
              </a:rPr>
              <a:t>Element Title Here</a:t>
            </a:r>
            <a:endParaRPr sz="1333">
              <a:solidFill>
                <a:schemeClr val="accent4"/>
              </a:solidFill>
              <a:latin typeface="Arial"/>
              <a:ea typeface="Arial"/>
              <a:cs typeface="Arial"/>
              <a:sym typeface="Arial"/>
            </a:endParaRPr>
          </a:p>
        </p:txBody>
      </p:sp>
      <p:sp>
        <p:nvSpPr>
          <p:cNvPr id="2783" name="Google Shape;2783;p134"/>
          <p:cNvSpPr txBox="1"/>
          <p:nvPr/>
        </p:nvSpPr>
        <p:spPr>
          <a:xfrm>
            <a:off x="4165268" y="3147418"/>
            <a:ext cx="2150400" cy="246221"/>
          </a:xfrm>
          <a:prstGeom prst="rect">
            <a:avLst/>
          </a:prstGeom>
          <a:noFill/>
          <a:ln>
            <a:noFill/>
          </a:ln>
        </p:spPr>
        <p:txBody>
          <a:bodyPr spcFirstLastPara="1" wrap="square" lIns="0" tIns="0" rIns="0" bIns="0" anchor="ctr" anchorCtr="0">
            <a:spAutoFit/>
          </a:bodyPr>
          <a:lstStyle/>
          <a:p>
            <a:pPr algn="ctr">
              <a:buClr>
                <a:schemeClr val="accent5"/>
              </a:buClr>
              <a:buSzPts val="1200"/>
            </a:pPr>
            <a:r>
              <a:rPr lang="en" sz="1600" b="1">
                <a:solidFill>
                  <a:schemeClr val="accent5"/>
                </a:solidFill>
                <a:latin typeface="Arial"/>
                <a:ea typeface="Arial"/>
                <a:cs typeface="Arial"/>
                <a:sym typeface="Arial"/>
              </a:rPr>
              <a:t>Element Title Here</a:t>
            </a:r>
            <a:endParaRPr sz="1333">
              <a:solidFill>
                <a:schemeClr val="accent5"/>
              </a:solidFill>
              <a:latin typeface="Arial"/>
              <a:ea typeface="Arial"/>
              <a:cs typeface="Arial"/>
              <a:sym typeface="Arial"/>
            </a:endParaRPr>
          </a:p>
        </p:txBody>
      </p:sp>
      <p:sp>
        <p:nvSpPr>
          <p:cNvPr id="2784" name="Google Shape;2784;p134"/>
          <p:cNvSpPr txBox="1"/>
          <p:nvPr/>
        </p:nvSpPr>
        <p:spPr>
          <a:xfrm>
            <a:off x="1154616" y="3147418"/>
            <a:ext cx="2150400" cy="246221"/>
          </a:xfrm>
          <a:prstGeom prst="rect">
            <a:avLst/>
          </a:prstGeom>
          <a:noFill/>
          <a:ln>
            <a:noFill/>
          </a:ln>
        </p:spPr>
        <p:txBody>
          <a:bodyPr spcFirstLastPara="1" wrap="square" lIns="0" tIns="0" rIns="0" bIns="0" anchor="ctr" anchorCtr="0">
            <a:spAutoFit/>
          </a:bodyPr>
          <a:lstStyle/>
          <a:p>
            <a:pPr algn="ctr">
              <a:buClr>
                <a:schemeClr val="accent6"/>
              </a:buClr>
              <a:buSzPts val="1200"/>
            </a:pPr>
            <a:r>
              <a:rPr lang="en" sz="1600" b="1">
                <a:solidFill>
                  <a:schemeClr val="accent6"/>
                </a:solidFill>
                <a:latin typeface="Arial"/>
                <a:ea typeface="Arial"/>
                <a:cs typeface="Arial"/>
                <a:sym typeface="Arial"/>
              </a:rPr>
              <a:t>Element Title Here</a:t>
            </a:r>
            <a:endParaRPr sz="1333">
              <a:solidFill>
                <a:schemeClr val="accent6"/>
              </a:solidFill>
              <a:latin typeface="Arial"/>
              <a:ea typeface="Arial"/>
              <a:cs typeface="Arial"/>
              <a:sym typeface="Arial"/>
            </a:endParaRPr>
          </a:p>
        </p:txBody>
      </p:sp>
      <p:sp>
        <p:nvSpPr>
          <p:cNvPr id="2785" name="Google Shape;2785;p134"/>
          <p:cNvSpPr txBox="1"/>
          <p:nvPr/>
        </p:nvSpPr>
        <p:spPr>
          <a:xfrm flipH="1">
            <a:off x="6286633" y="4883620"/>
            <a:ext cx="2150400" cy="246221"/>
          </a:xfrm>
          <a:prstGeom prst="rect">
            <a:avLst/>
          </a:prstGeom>
          <a:noFill/>
          <a:ln>
            <a:noFill/>
          </a:ln>
        </p:spPr>
        <p:txBody>
          <a:bodyPr spcFirstLastPara="1" wrap="square" lIns="0" tIns="0" rIns="0" bIns="0" anchor="ctr" anchorCtr="0">
            <a:spAutoFit/>
          </a:bodyPr>
          <a:lstStyle/>
          <a:p>
            <a:pPr algn="ctr">
              <a:buClr>
                <a:schemeClr val="accent6"/>
              </a:buClr>
              <a:buSzPts val="1200"/>
            </a:pPr>
            <a:r>
              <a:rPr lang="en" sz="1600" b="1">
                <a:solidFill>
                  <a:schemeClr val="accent6"/>
                </a:solidFill>
                <a:latin typeface="Arial"/>
                <a:ea typeface="Arial"/>
                <a:cs typeface="Arial"/>
                <a:sym typeface="Arial"/>
              </a:rPr>
              <a:t>Element Title Here</a:t>
            </a:r>
            <a:endParaRPr sz="1333">
              <a:solidFill>
                <a:schemeClr val="accent6"/>
              </a:solidFill>
              <a:latin typeface="Arial"/>
              <a:ea typeface="Arial"/>
              <a:cs typeface="Arial"/>
              <a:sym typeface="Arial"/>
            </a:endParaRPr>
          </a:p>
        </p:txBody>
      </p:sp>
      <p:sp>
        <p:nvSpPr>
          <p:cNvPr id="2786" name="Google Shape;2786;p134"/>
          <p:cNvSpPr txBox="1"/>
          <p:nvPr/>
        </p:nvSpPr>
        <p:spPr>
          <a:xfrm flipH="1">
            <a:off x="9135137" y="4883620"/>
            <a:ext cx="2150400" cy="246221"/>
          </a:xfrm>
          <a:prstGeom prst="rect">
            <a:avLst/>
          </a:prstGeom>
          <a:noFill/>
          <a:ln>
            <a:noFill/>
          </a:ln>
        </p:spPr>
        <p:txBody>
          <a:bodyPr spcFirstLastPara="1" wrap="square" lIns="0" tIns="0" rIns="0" bIns="0" anchor="ctr" anchorCtr="0">
            <a:spAutoFit/>
          </a:bodyPr>
          <a:lstStyle/>
          <a:p>
            <a:pPr algn="ctr">
              <a:buClr>
                <a:schemeClr val="accent3"/>
              </a:buClr>
              <a:buSzPts val="1200"/>
            </a:pPr>
            <a:r>
              <a:rPr lang="en" sz="1600" b="1">
                <a:solidFill>
                  <a:schemeClr val="accent3"/>
                </a:solidFill>
                <a:latin typeface="Arial"/>
                <a:ea typeface="Arial"/>
                <a:cs typeface="Arial"/>
                <a:sym typeface="Arial"/>
              </a:rPr>
              <a:t>Element Title Here</a:t>
            </a:r>
            <a:endParaRPr sz="1333">
              <a:solidFill>
                <a:schemeClr val="accent3"/>
              </a:solidFill>
              <a:latin typeface="Arial"/>
              <a:ea typeface="Arial"/>
              <a:cs typeface="Arial"/>
              <a:sym typeface="Arial"/>
            </a:endParaRPr>
          </a:p>
        </p:txBody>
      </p:sp>
      <p:sp>
        <p:nvSpPr>
          <p:cNvPr id="2787" name="Google Shape;2787;p134"/>
          <p:cNvSpPr/>
          <p:nvPr/>
        </p:nvSpPr>
        <p:spPr>
          <a:xfrm>
            <a:off x="517617" y="4796969"/>
            <a:ext cx="5459912" cy="1212708"/>
          </a:xfrm>
          <a:custGeom>
            <a:avLst/>
            <a:gdLst/>
            <a:ahLst/>
            <a:cxnLst/>
            <a:rect l="l" t="t" r="r" b="b"/>
            <a:pathLst>
              <a:path w="4007" h="890" extrusionOk="0">
                <a:moveTo>
                  <a:pt x="0" y="0"/>
                </a:moveTo>
                <a:lnTo>
                  <a:pt x="227" y="161"/>
                </a:lnTo>
                <a:lnTo>
                  <a:pt x="452" y="0"/>
                </a:lnTo>
                <a:lnTo>
                  <a:pt x="452" y="438"/>
                </a:lnTo>
                <a:lnTo>
                  <a:pt x="452" y="438"/>
                </a:lnTo>
                <a:lnTo>
                  <a:pt x="3846" y="438"/>
                </a:lnTo>
                <a:lnTo>
                  <a:pt x="4007" y="663"/>
                </a:lnTo>
                <a:lnTo>
                  <a:pt x="3846" y="890"/>
                </a:lnTo>
                <a:lnTo>
                  <a:pt x="452" y="890"/>
                </a:lnTo>
                <a:lnTo>
                  <a:pt x="227" y="890"/>
                </a:lnTo>
                <a:lnTo>
                  <a:pt x="0" y="890"/>
                </a:lnTo>
                <a:lnTo>
                  <a:pt x="0" y="438"/>
                </a:lnTo>
                <a:lnTo>
                  <a:pt x="0" y="438"/>
                </a:lnTo>
                <a:lnTo>
                  <a:pt x="0" y="0"/>
                </a:lnTo>
                <a:lnTo>
                  <a:pt x="0" y="0"/>
                </a:lnTo>
                <a:close/>
              </a:path>
            </a:pathLst>
          </a:custGeom>
          <a:solidFill>
            <a:schemeClr val="accent1"/>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88" name="Google Shape;2788;p134"/>
          <p:cNvSpPr/>
          <p:nvPr/>
        </p:nvSpPr>
        <p:spPr>
          <a:xfrm>
            <a:off x="494453" y="1919168"/>
            <a:ext cx="3775747" cy="615893"/>
          </a:xfrm>
          <a:custGeom>
            <a:avLst/>
            <a:gdLst/>
            <a:ahLst/>
            <a:cxnLst/>
            <a:rect l="l" t="t" r="r" b="b"/>
            <a:pathLst>
              <a:path w="2771" h="452" extrusionOk="0">
                <a:moveTo>
                  <a:pt x="0" y="0"/>
                </a:moveTo>
                <a:lnTo>
                  <a:pt x="2610" y="0"/>
                </a:lnTo>
                <a:lnTo>
                  <a:pt x="2771" y="227"/>
                </a:lnTo>
                <a:lnTo>
                  <a:pt x="2610" y="452"/>
                </a:lnTo>
                <a:lnTo>
                  <a:pt x="0" y="452"/>
                </a:lnTo>
                <a:lnTo>
                  <a:pt x="161" y="227"/>
                </a:lnTo>
                <a:lnTo>
                  <a:pt x="0" y="0"/>
                </a:lnTo>
                <a:lnTo>
                  <a:pt x="0" y="0"/>
                </a:lnTo>
                <a:close/>
              </a:path>
            </a:pathLst>
          </a:custGeom>
          <a:solidFill>
            <a:schemeClr val="accent1"/>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89" name="Google Shape;2789;p134"/>
          <p:cNvSpPr/>
          <p:nvPr/>
        </p:nvSpPr>
        <p:spPr>
          <a:xfrm>
            <a:off x="4192535" y="1919168"/>
            <a:ext cx="3775747" cy="615893"/>
          </a:xfrm>
          <a:custGeom>
            <a:avLst/>
            <a:gdLst/>
            <a:ahLst/>
            <a:cxnLst/>
            <a:rect l="l" t="t" r="r" b="b"/>
            <a:pathLst>
              <a:path w="2771" h="452" extrusionOk="0">
                <a:moveTo>
                  <a:pt x="0" y="0"/>
                </a:moveTo>
                <a:lnTo>
                  <a:pt x="2611" y="0"/>
                </a:lnTo>
                <a:lnTo>
                  <a:pt x="2771" y="227"/>
                </a:lnTo>
                <a:lnTo>
                  <a:pt x="2611" y="452"/>
                </a:lnTo>
                <a:lnTo>
                  <a:pt x="0" y="452"/>
                </a:lnTo>
                <a:lnTo>
                  <a:pt x="161" y="227"/>
                </a:lnTo>
                <a:lnTo>
                  <a:pt x="0" y="0"/>
                </a:lnTo>
                <a:lnTo>
                  <a:pt x="0" y="0"/>
                </a:lnTo>
                <a:close/>
              </a:path>
            </a:pathLst>
          </a:custGeom>
          <a:solidFill>
            <a:schemeClr val="accent2"/>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0" name="Google Shape;2790;p134"/>
          <p:cNvSpPr/>
          <p:nvPr/>
        </p:nvSpPr>
        <p:spPr>
          <a:xfrm>
            <a:off x="517617" y="3657839"/>
            <a:ext cx="3263411" cy="1212708"/>
          </a:xfrm>
          <a:custGeom>
            <a:avLst/>
            <a:gdLst/>
            <a:ahLst/>
            <a:cxnLst/>
            <a:rect l="l" t="t" r="r" b="b"/>
            <a:pathLst>
              <a:path w="2395" h="890" extrusionOk="0">
                <a:moveTo>
                  <a:pt x="161" y="0"/>
                </a:moveTo>
                <a:lnTo>
                  <a:pt x="2395" y="0"/>
                </a:lnTo>
                <a:lnTo>
                  <a:pt x="2234" y="225"/>
                </a:lnTo>
                <a:lnTo>
                  <a:pt x="2395" y="450"/>
                </a:lnTo>
                <a:lnTo>
                  <a:pt x="452" y="450"/>
                </a:lnTo>
                <a:lnTo>
                  <a:pt x="452" y="450"/>
                </a:lnTo>
                <a:lnTo>
                  <a:pt x="452" y="450"/>
                </a:lnTo>
                <a:lnTo>
                  <a:pt x="452" y="729"/>
                </a:lnTo>
                <a:lnTo>
                  <a:pt x="227" y="890"/>
                </a:lnTo>
                <a:lnTo>
                  <a:pt x="0" y="729"/>
                </a:lnTo>
                <a:lnTo>
                  <a:pt x="0" y="225"/>
                </a:lnTo>
                <a:lnTo>
                  <a:pt x="0" y="225"/>
                </a:lnTo>
                <a:lnTo>
                  <a:pt x="0" y="225"/>
                </a:lnTo>
                <a:lnTo>
                  <a:pt x="0" y="97"/>
                </a:lnTo>
                <a:lnTo>
                  <a:pt x="0" y="97"/>
                </a:lnTo>
                <a:lnTo>
                  <a:pt x="0" y="0"/>
                </a:lnTo>
                <a:lnTo>
                  <a:pt x="161" y="0"/>
                </a:lnTo>
                <a:lnTo>
                  <a:pt x="161" y="0"/>
                </a:lnTo>
                <a:lnTo>
                  <a:pt x="161" y="0"/>
                </a:lnTo>
                <a:close/>
              </a:path>
            </a:pathLst>
          </a:custGeom>
          <a:solidFill>
            <a:schemeClr val="accent6"/>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1" name="Google Shape;2791;p134"/>
          <p:cNvSpPr/>
          <p:nvPr/>
        </p:nvSpPr>
        <p:spPr>
          <a:xfrm>
            <a:off x="3691101" y="3657839"/>
            <a:ext cx="3101263" cy="615893"/>
          </a:xfrm>
          <a:custGeom>
            <a:avLst/>
            <a:gdLst/>
            <a:ahLst/>
            <a:cxnLst/>
            <a:rect l="l" t="t" r="r" b="b"/>
            <a:pathLst>
              <a:path w="2276" h="452" extrusionOk="0">
                <a:moveTo>
                  <a:pt x="2276" y="0"/>
                </a:moveTo>
                <a:lnTo>
                  <a:pt x="160" y="0"/>
                </a:lnTo>
                <a:lnTo>
                  <a:pt x="0" y="225"/>
                </a:lnTo>
                <a:lnTo>
                  <a:pt x="160" y="452"/>
                </a:lnTo>
                <a:lnTo>
                  <a:pt x="2276" y="452"/>
                </a:lnTo>
                <a:lnTo>
                  <a:pt x="2113" y="225"/>
                </a:lnTo>
                <a:lnTo>
                  <a:pt x="2276" y="0"/>
                </a:lnTo>
                <a:lnTo>
                  <a:pt x="2276" y="0"/>
                </a:lnTo>
                <a:close/>
              </a:path>
            </a:pathLst>
          </a:custGeom>
          <a:solidFill>
            <a:schemeClr val="accent5"/>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2" name="Google Shape;2792;p134"/>
          <p:cNvSpPr/>
          <p:nvPr/>
        </p:nvSpPr>
        <p:spPr>
          <a:xfrm>
            <a:off x="6711972" y="3058298"/>
            <a:ext cx="4954389" cy="1215433"/>
          </a:xfrm>
          <a:custGeom>
            <a:avLst/>
            <a:gdLst/>
            <a:ahLst/>
            <a:cxnLst/>
            <a:rect l="l" t="t" r="r" b="b"/>
            <a:pathLst>
              <a:path w="3636" h="892" extrusionOk="0">
                <a:moveTo>
                  <a:pt x="3187" y="0"/>
                </a:moveTo>
                <a:lnTo>
                  <a:pt x="3412" y="161"/>
                </a:lnTo>
                <a:lnTo>
                  <a:pt x="3636" y="0"/>
                </a:lnTo>
                <a:lnTo>
                  <a:pt x="3636" y="440"/>
                </a:lnTo>
                <a:lnTo>
                  <a:pt x="3636" y="440"/>
                </a:lnTo>
                <a:lnTo>
                  <a:pt x="3636" y="440"/>
                </a:lnTo>
                <a:lnTo>
                  <a:pt x="3636" y="892"/>
                </a:lnTo>
                <a:lnTo>
                  <a:pt x="3636" y="892"/>
                </a:lnTo>
                <a:lnTo>
                  <a:pt x="3636" y="892"/>
                </a:lnTo>
                <a:lnTo>
                  <a:pt x="161" y="892"/>
                </a:lnTo>
                <a:lnTo>
                  <a:pt x="0" y="665"/>
                </a:lnTo>
                <a:lnTo>
                  <a:pt x="161" y="440"/>
                </a:lnTo>
                <a:lnTo>
                  <a:pt x="3187" y="440"/>
                </a:lnTo>
                <a:lnTo>
                  <a:pt x="3187" y="440"/>
                </a:lnTo>
                <a:lnTo>
                  <a:pt x="3187" y="0"/>
                </a:lnTo>
                <a:lnTo>
                  <a:pt x="3187" y="0"/>
                </a:lnTo>
                <a:close/>
              </a:path>
            </a:pathLst>
          </a:custGeom>
          <a:solidFill>
            <a:schemeClr val="accent4"/>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3" name="Google Shape;2793;p134"/>
          <p:cNvSpPr/>
          <p:nvPr/>
        </p:nvSpPr>
        <p:spPr>
          <a:xfrm>
            <a:off x="7891979" y="1919169"/>
            <a:ext cx="3774384" cy="1216796"/>
          </a:xfrm>
          <a:custGeom>
            <a:avLst/>
            <a:gdLst/>
            <a:ahLst/>
            <a:cxnLst/>
            <a:rect l="l" t="t" r="r" b="b"/>
            <a:pathLst>
              <a:path w="2770" h="893" extrusionOk="0">
                <a:moveTo>
                  <a:pt x="0" y="0"/>
                </a:moveTo>
                <a:lnTo>
                  <a:pt x="2321" y="0"/>
                </a:lnTo>
                <a:lnTo>
                  <a:pt x="2610" y="0"/>
                </a:lnTo>
                <a:lnTo>
                  <a:pt x="2770" y="0"/>
                </a:lnTo>
                <a:lnTo>
                  <a:pt x="2770" y="227"/>
                </a:lnTo>
                <a:lnTo>
                  <a:pt x="2770" y="227"/>
                </a:lnTo>
                <a:lnTo>
                  <a:pt x="2770" y="227"/>
                </a:lnTo>
                <a:lnTo>
                  <a:pt x="2770" y="452"/>
                </a:lnTo>
                <a:lnTo>
                  <a:pt x="2770" y="452"/>
                </a:lnTo>
                <a:lnTo>
                  <a:pt x="2770" y="732"/>
                </a:lnTo>
                <a:lnTo>
                  <a:pt x="2546" y="893"/>
                </a:lnTo>
                <a:lnTo>
                  <a:pt x="2321" y="732"/>
                </a:lnTo>
                <a:lnTo>
                  <a:pt x="2321" y="452"/>
                </a:lnTo>
                <a:lnTo>
                  <a:pt x="0" y="452"/>
                </a:lnTo>
                <a:lnTo>
                  <a:pt x="160" y="227"/>
                </a:lnTo>
                <a:lnTo>
                  <a:pt x="0" y="0"/>
                </a:lnTo>
                <a:lnTo>
                  <a:pt x="0" y="0"/>
                </a:lnTo>
                <a:close/>
              </a:path>
            </a:pathLst>
          </a:custGeom>
          <a:solidFill>
            <a:schemeClr val="accent3"/>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4" name="Google Shape;2794;p134"/>
          <p:cNvSpPr/>
          <p:nvPr/>
        </p:nvSpPr>
        <p:spPr>
          <a:xfrm>
            <a:off x="5903953" y="5393786"/>
            <a:ext cx="2914587" cy="615893"/>
          </a:xfrm>
          <a:custGeom>
            <a:avLst/>
            <a:gdLst/>
            <a:ahLst/>
            <a:cxnLst/>
            <a:rect l="l" t="t" r="r" b="b"/>
            <a:pathLst>
              <a:path w="2139" h="452" extrusionOk="0">
                <a:moveTo>
                  <a:pt x="0" y="0"/>
                </a:moveTo>
                <a:lnTo>
                  <a:pt x="1979" y="0"/>
                </a:lnTo>
                <a:lnTo>
                  <a:pt x="2139" y="227"/>
                </a:lnTo>
                <a:lnTo>
                  <a:pt x="1979" y="452"/>
                </a:lnTo>
                <a:lnTo>
                  <a:pt x="0" y="452"/>
                </a:lnTo>
                <a:lnTo>
                  <a:pt x="161" y="227"/>
                </a:lnTo>
                <a:lnTo>
                  <a:pt x="0" y="0"/>
                </a:lnTo>
                <a:lnTo>
                  <a:pt x="0" y="0"/>
                </a:lnTo>
                <a:close/>
              </a:path>
            </a:pathLst>
          </a:custGeom>
          <a:solidFill>
            <a:schemeClr val="accent2"/>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5" name="Google Shape;2795;p134"/>
          <p:cNvSpPr/>
          <p:nvPr/>
        </p:nvSpPr>
        <p:spPr>
          <a:xfrm>
            <a:off x="8751776" y="5393786"/>
            <a:ext cx="2914587" cy="615893"/>
          </a:xfrm>
          <a:custGeom>
            <a:avLst/>
            <a:gdLst/>
            <a:ahLst/>
            <a:cxnLst/>
            <a:rect l="l" t="t" r="r" b="b"/>
            <a:pathLst>
              <a:path w="2139" h="452" extrusionOk="0">
                <a:moveTo>
                  <a:pt x="0" y="0"/>
                </a:moveTo>
                <a:lnTo>
                  <a:pt x="1979" y="0"/>
                </a:lnTo>
                <a:lnTo>
                  <a:pt x="2139" y="227"/>
                </a:lnTo>
                <a:lnTo>
                  <a:pt x="1979" y="452"/>
                </a:lnTo>
                <a:lnTo>
                  <a:pt x="0" y="452"/>
                </a:lnTo>
                <a:lnTo>
                  <a:pt x="161" y="227"/>
                </a:lnTo>
                <a:lnTo>
                  <a:pt x="0" y="0"/>
                </a:lnTo>
                <a:lnTo>
                  <a:pt x="0" y="0"/>
                </a:lnTo>
                <a:close/>
              </a:path>
            </a:pathLst>
          </a:custGeom>
          <a:solidFill>
            <a:schemeClr val="accent3"/>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nvGrpSpPr>
          <p:cNvPr id="2796" name="Google Shape;2796;p134"/>
          <p:cNvGrpSpPr/>
          <p:nvPr/>
        </p:nvGrpSpPr>
        <p:grpSpPr>
          <a:xfrm>
            <a:off x="717919" y="2213490"/>
            <a:ext cx="10952604" cy="3506053"/>
            <a:chOff x="538439" y="1667737"/>
            <a:chExt cx="8214453" cy="2629540"/>
          </a:xfrm>
        </p:grpSpPr>
        <p:sp>
          <p:nvSpPr>
            <p:cNvPr id="2797" name="Google Shape;2797;p134"/>
            <p:cNvSpPr/>
            <p:nvPr/>
          </p:nvSpPr>
          <p:spPr>
            <a:xfrm>
              <a:off x="675380"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8" name="Google Shape;2798;p134"/>
            <p:cNvSpPr/>
            <p:nvPr/>
          </p:nvSpPr>
          <p:spPr>
            <a:xfrm>
              <a:off x="1236428"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799" name="Google Shape;2799;p134"/>
            <p:cNvSpPr/>
            <p:nvPr/>
          </p:nvSpPr>
          <p:spPr>
            <a:xfrm>
              <a:off x="1654404"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0" name="Google Shape;2800;p134"/>
            <p:cNvSpPr/>
            <p:nvPr/>
          </p:nvSpPr>
          <p:spPr>
            <a:xfrm>
              <a:off x="1794411"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1" name="Google Shape;2801;p134"/>
            <p:cNvSpPr/>
            <p:nvPr/>
          </p:nvSpPr>
          <p:spPr>
            <a:xfrm>
              <a:off x="815387"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2" name="Google Shape;2802;p134"/>
            <p:cNvSpPr/>
            <p:nvPr/>
          </p:nvSpPr>
          <p:spPr>
            <a:xfrm>
              <a:off x="1932373"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3" name="Google Shape;2803;p134"/>
            <p:cNvSpPr/>
            <p:nvPr/>
          </p:nvSpPr>
          <p:spPr>
            <a:xfrm>
              <a:off x="956415"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4" name="Google Shape;2804;p134"/>
            <p:cNvSpPr/>
            <p:nvPr/>
          </p:nvSpPr>
          <p:spPr>
            <a:xfrm>
              <a:off x="1096422"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5" name="Google Shape;2805;p134"/>
            <p:cNvSpPr/>
            <p:nvPr/>
          </p:nvSpPr>
          <p:spPr>
            <a:xfrm>
              <a:off x="1374391"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6" name="Google Shape;2806;p134"/>
            <p:cNvSpPr/>
            <p:nvPr/>
          </p:nvSpPr>
          <p:spPr>
            <a:xfrm>
              <a:off x="2072380"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7" name="Google Shape;2807;p134"/>
            <p:cNvSpPr/>
            <p:nvPr/>
          </p:nvSpPr>
          <p:spPr>
            <a:xfrm>
              <a:off x="2630363"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8" name="Google Shape;2808;p134"/>
            <p:cNvSpPr/>
            <p:nvPr/>
          </p:nvSpPr>
          <p:spPr>
            <a:xfrm>
              <a:off x="2910376"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09" name="Google Shape;2809;p134"/>
            <p:cNvSpPr/>
            <p:nvPr/>
          </p:nvSpPr>
          <p:spPr>
            <a:xfrm>
              <a:off x="3050382" y="1667737"/>
              <a:ext cx="756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0" name="Google Shape;2810;p134"/>
            <p:cNvSpPr/>
            <p:nvPr/>
          </p:nvSpPr>
          <p:spPr>
            <a:xfrm>
              <a:off x="2770369"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1" name="Google Shape;2811;p134"/>
            <p:cNvSpPr/>
            <p:nvPr/>
          </p:nvSpPr>
          <p:spPr>
            <a:xfrm>
              <a:off x="2490356"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2" name="Google Shape;2812;p134"/>
            <p:cNvSpPr/>
            <p:nvPr/>
          </p:nvSpPr>
          <p:spPr>
            <a:xfrm>
              <a:off x="2212386"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3" name="Google Shape;2813;p134"/>
            <p:cNvSpPr/>
            <p:nvPr/>
          </p:nvSpPr>
          <p:spPr>
            <a:xfrm>
              <a:off x="2352393"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4" name="Google Shape;2814;p134"/>
            <p:cNvSpPr/>
            <p:nvPr/>
          </p:nvSpPr>
          <p:spPr>
            <a:xfrm>
              <a:off x="1514398"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5" name="Google Shape;2815;p134"/>
            <p:cNvSpPr/>
            <p:nvPr/>
          </p:nvSpPr>
          <p:spPr>
            <a:xfrm>
              <a:off x="538439"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6" name="Google Shape;2816;p134"/>
            <p:cNvSpPr/>
            <p:nvPr/>
          </p:nvSpPr>
          <p:spPr>
            <a:xfrm>
              <a:off x="3188345" y="1667737"/>
              <a:ext cx="174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7" name="Google Shape;2817;p134"/>
            <p:cNvSpPr/>
            <p:nvPr/>
          </p:nvSpPr>
          <p:spPr>
            <a:xfrm>
              <a:off x="5681893"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8" name="Google Shape;2818;p134"/>
            <p:cNvSpPr/>
            <p:nvPr/>
          </p:nvSpPr>
          <p:spPr>
            <a:xfrm>
              <a:off x="5403924"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19" name="Google Shape;2819;p134"/>
            <p:cNvSpPr/>
            <p:nvPr/>
          </p:nvSpPr>
          <p:spPr>
            <a:xfrm>
              <a:off x="5123911"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0" name="Google Shape;2820;p134"/>
            <p:cNvSpPr/>
            <p:nvPr/>
          </p:nvSpPr>
          <p:spPr>
            <a:xfrm>
              <a:off x="5263917"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1" name="Google Shape;2821;p134"/>
            <p:cNvSpPr/>
            <p:nvPr/>
          </p:nvSpPr>
          <p:spPr>
            <a:xfrm>
              <a:off x="4845941"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2" name="Google Shape;2822;p134"/>
            <p:cNvSpPr/>
            <p:nvPr/>
          </p:nvSpPr>
          <p:spPr>
            <a:xfrm>
              <a:off x="5821899"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3" name="Google Shape;2823;p134"/>
            <p:cNvSpPr/>
            <p:nvPr/>
          </p:nvSpPr>
          <p:spPr>
            <a:xfrm>
              <a:off x="4705934"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4" name="Google Shape;2824;p134"/>
            <p:cNvSpPr/>
            <p:nvPr/>
          </p:nvSpPr>
          <p:spPr>
            <a:xfrm>
              <a:off x="4425921"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5" name="Google Shape;2825;p134"/>
            <p:cNvSpPr/>
            <p:nvPr/>
          </p:nvSpPr>
          <p:spPr>
            <a:xfrm>
              <a:off x="4565928"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6" name="Google Shape;2826;p134"/>
            <p:cNvSpPr/>
            <p:nvPr/>
          </p:nvSpPr>
          <p:spPr>
            <a:xfrm>
              <a:off x="5543930"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7" name="Google Shape;2827;p134"/>
            <p:cNvSpPr/>
            <p:nvPr/>
          </p:nvSpPr>
          <p:spPr>
            <a:xfrm>
              <a:off x="3729976"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8" name="Google Shape;2828;p134"/>
            <p:cNvSpPr/>
            <p:nvPr/>
          </p:nvSpPr>
          <p:spPr>
            <a:xfrm>
              <a:off x="3448941"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29" name="Google Shape;2829;p134"/>
            <p:cNvSpPr/>
            <p:nvPr/>
          </p:nvSpPr>
          <p:spPr>
            <a:xfrm>
              <a:off x="3589969"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0" name="Google Shape;2830;p134"/>
            <p:cNvSpPr/>
            <p:nvPr/>
          </p:nvSpPr>
          <p:spPr>
            <a:xfrm>
              <a:off x="4287959"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1" name="Google Shape;2831;p134"/>
            <p:cNvSpPr/>
            <p:nvPr/>
          </p:nvSpPr>
          <p:spPr>
            <a:xfrm>
              <a:off x="3308935"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2" name="Google Shape;2832;p134"/>
            <p:cNvSpPr/>
            <p:nvPr/>
          </p:nvSpPr>
          <p:spPr>
            <a:xfrm>
              <a:off x="4985948"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3" name="Google Shape;2833;p134"/>
            <p:cNvSpPr/>
            <p:nvPr/>
          </p:nvSpPr>
          <p:spPr>
            <a:xfrm>
              <a:off x="4007946"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4" name="Google Shape;2834;p134"/>
            <p:cNvSpPr/>
            <p:nvPr/>
          </p:nvSpPr>
          <p:spPr>
            <a:xfrm>
              <a:off x="4147952"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5" name="Google Shape;2835;p134"/>
            <p:cNvSpPr/>
            <p:nvPr/>
          </p:nvSpPr>
          <p:spPr>
            <a:xfrm>
              <a:off x="3866917"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6" name="Google Shape;2836;p134"/>
            <p:cNvSpPr/>
            <p:nvPr/>
          </p:nvSpPr>
          <p:spPr>
            <a:xfrm>
              <a:off x="5961906" y="1667737"/>
              <a:ext cx="174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7" name="Google Shape;2837;p134"/>
            <p:cNvSpPr/>
            <p:nvPr/>
          </p:nvSpPr>
          <p:spPr>
            <a:xfrm>
              <a:off x="4017143"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8" name="Google Shape;2838;p134"/>
            <p:cNvSpPr/>
            <p:nvPr/>
          </p:nvSpPr>
          <p:spPr>
            <a:xfrm>
              <a:off x="4155106"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39" name="Google Shape;2839;p134"/>
            <p:cNvSpPr/>
            <p:nvPr/>
          </p:nvSpPr>
          <p:spPr>
            <a:xfrm>
              <a:off x="3877137"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0" name="Google Shape;2840;p134"/>
            <p:cNvSpPr/>
            <p:nvPr/>
          </p:nvSpPr>
          <p:spPr>
            <a:xfrm>
              <a:off x="3737130"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1" name="Google Shape;2841;p134"/>
            <p:cNvSpPr/>
            <p:nvPr/>
          </p:nvSpPr>
          <p:spPr>
            <a:xfrm>
              <a:off x="4295112"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2" name="Google Shape;2842;p134"/>
            <p:cNvSpPr/>
            <p:nvPr/>
          </p:nvSpPr>
          <p:spPr>
            <a:xfrm>
              <a:off x="4575125"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3" name="Google Shape;2843;p134"/>
            <p:cNvSpPr/>
            <p:nvPr/>
          </p:nvSpPr>
          <p:spPr>
            <a:xfrm>
              <a:off x="4435119"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4" name="Google Shape;2844;p134"/>
            <p:cNvSpPr/>
            <p:nvPr/>
          </p:nvSpPr>
          <p:spPr>
            <a:xfrm>
              <a:off x="2768325" y="2968674"/>
              <a:ext cx="67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5" name="Google Shape;2845;p134"/>
            <p:cNvSpPr/>
            <p:nvPr/>
          </p:nvSpPr>
          <p:spPr>
            <a:xfrm>
              <a:off x="2898112"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6" name="Google Shape;2846;p134"/>
            <p:cNvSpPr/>
            <p:nvPr/>
          </p:nvSpPr>
          <p:spPr>
            <a:xfrm>
              <a:off x="3597123"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7" name="Google Shape;2847;p134"/>
            <p:cNvSpPr/>
            <p:nvPr/>
          </p:nvSpPr>
          <p:spPr>
            <a:xfrm>
              <a:off x="4713088"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8" name="Google Shape;2848;p134"/>
            <p:cNvSpPr/>
            <p:nvPr/>
          </p:nvSpPr>
          <p:spPr>
            <a:xfrm>
              <a:off x="3038119"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49" name="Google Shape;2849;p134"/>
            <p:cNvSpPr/>
            <p:nvPr/>
          </p:nvSpPr>
          <p:spPr>
            <a:xfrm>
              <a:off x="3179147"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0" name="Google Shape;2850;p134"/>
            <p:cNvSpPr/>
            <p:nvPr/>
          </p:nvSpPr>
          <p:spPr>
            <a:xfrm>
              <a:off x="3456095"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1" name="Google Shape;2851;p134"/>
            <p:cNvSpPr/>
            <p:nvPr/>
          </p:nvSpPr>
          <p:spPr>
            <a:xfrm>
              <a:off x="3319154"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2" name="Google Shape;2852;p134"/>
            <p:cNvSpPr/>
            <p:nvPr/>
          </p:nvSpPr>
          <p:spPr>
            <a:xfrm>
              <a:off x="4853095"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3" name="Google Shape;2853;p134"/>
            <p:cNvSpPr/>
            <p:nvPr/>
          </p:nvSpPr>
          <p:spPr>
            <a:xfrm>
              <a:off x="607931" y="3121966"/>
              <a:ext cx="26700" cy="76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4" name="Google Shape;2854;p134"/>
            <p:cNvSpPr/>
            <p:nvPr/>
          </p:nvSpPr>
          <p:spPr>
            <a:xfrm>
              <a:off x="607931" y="2984003"/>
              <a:ext cx="26700" cy="74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5" name="Google Shape;2855;p134"/>
            <p:cNvSpPr/>
            <p:nvPr/>
          </p:nvSpPr>
          <p:spPr>
            <a:xfrm>
              <a:off x="607931" y="3261972"/>
              <a:ext cx="267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6" name="Google Shape;2856;p134"/>
            <p:cNvSpPr/>
            <p:nvPr/>
          </p:nvSpPr>
          <p:spPr>
            <a:xfrm>
              <a:off x="607931" y="3401979"/>
              <a:ext cx="267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7" name="Google Shape;2857;p134"/>
            <p:cNvSpPr/>
            <p:nvPr/>
          </p:nvSpPr>
          <p:spPr>
            <a:xfrm>
              <a:off x="607931" y="3541986"/>
              <a:ext cx="26700" cy="75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8" name="Google Shape;2858;p134"/>
            <p:cNvSpPr/>
            <p:nvPr/>
          </p:nvSpPr>
          <p:spPr>
            <a:xfrm>
              <a:off x="607931" y="4050915"/>
              <a:ext cx="26700" cy="76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59" name="Google Shape;2859;p134"/>
            <p:cNvSpPr/>
            <p:nvPr/>
          </p:nvSpPr>
          <p:spPr>
            <a:xfrm>
              <a:off x="607931" y="3771923"/>
              <a:ext cx="26700" cy="75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0" name="Google Shape;2860;p134"/>
            <p:cNvSpPr/>
            <p:nvPr/>
          </p:nvSpPr>
          <p:spPr>
            <a:xfrm>
              <a:off x="607931" y="3909886"/>
              <a:ext cx="267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1" name="Google Shape;2861;p134"/>
            <p:cNvSpPr/>
            <p:nvPr/>
          </p:nvSpPr>
          <p:spPr>
            <a:xfrm>
              <a:off x="607931" y="4190921"/>
              <a:ext cx="26700" cy="74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2" name="Google Shape;2862;p134"/>
            <p:cNvSpPr/>
            <p:nvPr/>
          </p:nvSpPr>
          <p:spPr>
            <a:xfrm>
              <a:off x="3275210"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3" name="Google Shape;2863;p134"/>
            <p:cNvSpPr/>
            <p:nvPr/>
          </p:nvSpPr>
          <p:spPr>
            <a:xfrm>
              <a:off x="3135204"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4" name="Google Shape;2864;p134"/>
            <p:cNvSpPr/>
            <p:nvPr/>
          </p:nvSpPr>
          <p:spPr>
            <a:xfrm>
              <a:off x="1183287"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5" name="Google Shape;2865;p134"/>
            <p:cNvSpPr/>
            <p:nvPr/>
          </p:nvSpPr>
          <p:spPr>
            <a:xfrm>
              <a:off x="3833193"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6" name="Google Shape;2866;p134"/>
            <p:cNvSpPr/>
            <p:nvPr/>
          </p:nvSpPr>
          <p:spPr>
            <a:xfrm>
              <a:off x="3415217"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7" name="Google Shape;2867;p134"/>
            <p:cNvSpPr/>
            <p:nvPr/>
          </p:nvSpPr>
          <p:spPr>
            <a:xfrm>
              <a:off x="4114228"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8" name="Google Shape;2868;p134"/>
            <p:cNvSpPr/>
            <p:nvPr/>
          </p:nvSpPr>
          <p:spPr>
            <a:xfrm>
              <a:off x="4254234"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69" name="Google Shape;2869;p134"/>
            <p:cNvSpPr/>
            <p:nvPr/>
          </p:nvSpPr>
          <p:spPr>
            <a:xfrm>
              <a:off x="3973200"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0" name="Google Shape;2870;p134"/>
            <p:cNvSpPr/>
            <p:nvPr/>
          </p:nvSpPr>
          <p:spPr>
            <a:xfrm>
              <a:off x="2997241"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1" name="Google Shape;2871;p134"/>
            <p:cNvSpPr/>
            <p:nvPr/>
          </p:nvSpPr>
          <p:spPr>
            <a:xfrm>
              <a:off x="1043280"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2" name="Google Shape;2872;p134"/>
            <p:cNvSpPr/>
            <p:nvPr/>
          </p:nvSpPr>
          <p:spPr>
            <a:xfrm>
              <a:off x="3555223"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3" name="Google Shape;2873;p134"/>
            <p:cNvSpPr/>
            <p:nvPr/>
          </p:nvSpPr>
          <p:spPr>
            <a:xfrm>
              <a:off x="3696252"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4" name="Google Shape;2874;p134"/>
            <p:cNvSpPr/>
            <p:nvPr/>
          </p:nvSpPr>
          <p:spPr>
            <a:xfrm>
              <a:off x="1461257"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5" name="Google Shape;2875;p134"/>
            <p:cNvSpPr/>
            <p:nvPr/>
          </p:nvSpPr>
          <p:spPr>
            <a:xfrm>
              <a:off x="2857235"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6" name="Google Shape;2876;p134"/>
            <p:cNvSpPr/>
            <p:nvPr/>
          </p:nvSpPr>
          <p:spPr>
            <a:xfrm>
              <a:off x="2019239"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7" name="Google Shape;2877;p134"/>
            <p:cNvSpPr/>
            <p:nvPr/>
          </p:nvSpPr>
          <p:spPr>
            <a:xfrm>
              <a:off x="1741270"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8" name="Google Shape;2878;p134"/>
            <p:cNvSpPr/>
            <p:nvPr/>
          </p:nvSpPr>
          <p:spPr>
            <a:xfrm>
              <a:off x="1601263"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79" name="Google Shape;2879;p134"/>
            <p:cNvSpPr/>
            <p:nvPr/>
          </p:nvSpPr>
          <p:spPr>
            <a:xfrm>
              <a:off x="1881276"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0" name="Google Shape;2880;p134"/>
            <p:cNvSpPr/>
            <p:nvPr/>
          </p:nvSpPr>
          <p:spPr>
            <a:xfrm>
              <a:off x="2299252"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1" name="Google Shape;2881;p134"/>
            <p:cNvSpPr/>
            <p:nvPr/>
          </p:nvSpPr>
          <p:spPr>
            <a:xfrm>
              <a:off x="1321250"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2" name="Google Shape;2882;p134"/>
            <p:cNvSpPr/>
            <p:nvPr/>
          </p:nvSpPr>
          <p:spPr>
            <a:xfrm>
              <a:off x="2717228"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3" name="Google Shape;2883;p134"/>
            <p:cNvSpPr/>
            <p:nvPr/>
          </p:nvSpPr>
          <p:spPr>
            <a:xfrm>
              <a:off x="2577221"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4" name="Google Shape;2884;p134"/>
            <p:cNvSpPr/>
            <p:nvPr/>
          </p:nvSpPr>
          <p:spPr>
            <a:xfrm>
              <a:off x="2439258"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5" name="Google Shape;2885;p134"/>
            <p:cNvSpPr/>
            <p:nvPr/>
          </p:nvSpPr>
          <p:spPr>
            <a:xfrm>
              <a:off x="2159245"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6" name="Google Shape;2886;p134"/>
            <p:cNvSpPr/>
            <p:nvPr/>
          </p:nvSpPr>
          <p:spPr>
            <a:xfrm>
              <a:off x="762246"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7" name="Google Shape;2887;p134"/>
            <p:cNvSpPr/>
            <p:nvPr/>
          </p:nvSpPr>
          <p:spPr>
            <a:xfrm>
              <a:off x="625305"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8" name="Google Shape;2888;p134"/>
            <p:cNvSpPr/>
            <p:nvPr/>
          </p:nvSpPr>
          <p:spPr>
            <a:xfrm>
              <a:off x="903274"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89" name="Google Shape;2889;p134"/>
            <p:cNvSpPr/>
            <p:nvPr/>
          </p:nvSpPr>
          <p:spPr>
            <a:xfrm>
              <a:off x="4391175"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0" name="Google Shape;2890;p134"/>
            <p:cNvSpPr/>
            <p:nvPr/>
          </p:nvSpPr>
          <p:spPr>
            <a:xfrm>
              <a:off x="2456632"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1" name="Google Shape;2891;p134"/>
            <p:cNvSpPr/>
            <p:nvPr/>
          </p:nvSpPr>
          <p:spPr>
            <a:xfrm>
              <a:off x="2596638"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2" name="Google Shape;2892;p134"/>
            <p:cNvSpPr/>
            <p:nvPr/>
          </p:nvSpPr>
          <p:spPr>
            <a:xfrm>
              <a:off x="641656"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3" name="Google Shape;2893;p134"/>
            <p:cNvSpPr/>
            <p:nvPr/>
          </p:nvSpPr>
          <p:spPr>
            <a:xfrm>
              <a:off x="1339645"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4" name="Google Shape;2894;p134"/>
            <p:cNvSpPr/>
            <p:nvPr/>
          </p:nvSpPr>
          <p:spPr>
            <a:xfrm>
              <a:off x="1199638"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5" name="Google Shape;2895;p134"/>
            <p:cNvSpPr/>
            <p:nvPr/>
          </p:nvSpPr>
          <p:spPr>
            <a:xfrm>
              <a:off x="1898649"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6" name="Google Shape;2896;p134"/>
            <p:cNvSpPr/>
            <p:nvPr/>
          </p:nvSpPr>
          <p:spPr>
            <a:xfrm>
              <a:off x="1757621"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7" name="Google Shape;2897;p134"/>
            <p:cNvSpPr/>
            <p:nvPr/>
          </p:nvSpPr>
          <p:spPr>
            <a:xfrm>
              <a:off x="2316625"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8" name="Google Shape;2898;p134"/>
            <p:cNvSpPr/>
            <p:nvPr/>
          </p:nvSpPr>
          <p:spPr>
            <a:xfrm>
              <a:off x="1617614"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899" name="Google Shape;2899;p134"/>
            <p:cNvSpPr/>
            <p:nvPr/>
          </p:nvSpPr>
          <p:spPr>
            <a:xfrm>
              <a:off x="2038656"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0" name="Google Shape;2900;p134"/>
            <p:cNvSpPr/>
            <p:nvPr/>
          </p:nvSpPr>
          <p:spPr>
            <a:xfrm>
              <a:off x="2175596"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1" name="Google Shape;2901;p134"/>
            <p:cNvSpPr/>
            <p:nvPr/>
          </p:nvSpPr>
          <p:spPr>
            <a:xfrm>
              <a:off x="1480673"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2" name="Google Shape;2902;p134"/>
            <p:cNvSpPr/>
            <p:nvPr/>
          </p:nvSpPr>
          <p:spPr>
            <a:xfrm>
              <a:off x="1059632"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3" name="Google Shape;2903;p134"/>
            <p:cNvSpPr/>
            <p:nvPr/>
          </p:nvSpPr>
          <p:spPr>
            <a:xfrm>
              <a:off x="919625"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4" name="Google Shape;2904;p134"/>
            <p:cNvSpPr/>
            <p:nvPr/>
          </p:nvSpPr>
          <p:spPr>
            <a:xfrm>
              <a:off x="781662"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5" name="Google Shape;2905;p134"/>
            <p:cNvSpPr/>
            <p:nvPr/>
          </p:nvSpPr>
          <p:spPr>
            <a:xfrm>
              <a:off x="8508595" y="1820006"/>
              <a:ext cx="246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6" name="Google Shape;2906;p134"/>
            <p:cNvSpPr/>
            <p:nvPr/>
          </p:nvSpPr>
          <p:spPr>
            <a:xfrm>
              <a:off x="8508595" y="2241048"/>
              <a:ext cx="24600" cy="74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7" name="Google Shape;2907;p134"/>
            <p:cNvSpPr/>
            <p:nvPr/>
          </p:nvSpPr>
          <p:spPr>
            <a:xfrm>
              <a:off x="8508595" y="2100019"/>
              <a:ext cx="24600" cy="75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8" name="Google Shape;2908;p134"/>
            <p:cNvSpPr/>
            <p:nvPr/>
          </p:nvSpPr>
          <p:spPr>
            <a:xfrm>
              <a:off x="8508595" y="1960013"/>
              <a:ext cx="246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09" name="Google Shape;2909;p134"/>
            <p:cNvSpPr/>
            <p:nvPr/>
          </p:nvSpPr>
          <p:spPr>
            <a:xfrm>
              <a:off x="8508595" y="2886918"/>
              <a:ext cx="246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0" name="Google Shape;2910;p134"/>
            <p:cNvSpPr/>
            <p:nvPr/>
          </p:nvSpPr>
          <p:spPr>
            <a:xfrm>
              <a:off x="8508595" y="2467920"/>
              <a:ext cx="24600" cy="75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1" name="Google Shape;2911;p134"/>
            <p:cNvSpPr/>
            <p:nvPr/>
          </p:nvSpPr>
          <p:spPr>
            <a:xfrm>
              <a:off x="8508595" y="2605883"/>
              <a:ext cx="24600" cy="77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2" name="Google Shape;2912;p134"/>
            <p:cNvSpPr/>
            <p:nvPr/>
          </p:nvSpPr>
          <p:spPr>
            <a:xfrm>
              <a:off x="8508595" y="2746912"/>
              <a:ext cx="24600" cy="76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3" name="Google Shape;2913;p134"/>
            <p:cNvSpPr/>
            <p:nvPr/>
          </p:nvSpPr>
          <p:spPr>
            <a:xfrm>
              <a:off x="7339489"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4" name="Google Shape;2914;p134"/>
            <p:cNvSpPr/>
            <p:nvPr/>
          </p:nvSpPr>
          <p:spPr>
            <a:xfrm>
              <a:off x="6222502" y="1667737"/>
              <a:ext cx="756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5" name="Google Shape;2915;p134"/>
            <p:cNvSpPr/>
            <p:nvPr/>
          </p:nvSpPr>
          <p:spPr>
            <a:xfrm>
              <a:off x="6781507"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6" name="Google Shape;2916;p134"/>
            <p:cNvSpPr/>
            <p:nvPr/>
          </p:nvSpPr>
          <p:spPr>
            <a:xfrm>
              <a:off x="6640478"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7" name="Google Shape;2917;p134"/>
            <p:cNvSpPr/>
            <p:nvPr/>
          </p:nvSpPr>
          <p:spPr>
            <a:xfrm>
              <a:off x="6360465"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8" name="Google Shape;2918;p134"/>
            <p:cNvSpPr/>
            <p:nvPr/>
          </p:nvSpPr>
          <p:spPr>
            <a:xfrm>
              <a:off x="7897472"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19" name="Google Shape;2919;p134"/>
            <p:cNvSpPr/>
            <p:nvPr/>
          </p:nvSpPr>
          <p:spPr>
            <a:xfrm>
              <a:off x="7757465"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0" name="Google Shape;2920;p134"/>
            <p:cNvSpPr/>
            <p:nvPr/>
          </p:nvSpPr>
          <p:spPr>
            <a:xfrm>
              <a:off x="8037478"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1" name="Google Shape;2921;p134"/>
            <p:cNvSpPr/>
            <p:nvPr/>
          </p:nvSpPr>
          <p:spPr>
            <a:xfrm>
              <a:off x="7199482"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2" name="Google Shape;2922;p134"/>
            <p:cNvSpPr/>
            <p:nvPr/>
          </p:nvSpPr>
          <p:spPr>
            <a:xfrm>
              <a:off x="7479495"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3" name="Google Shape;2923;p134"/>
            <p:cNvSpPr/>
            <p:nvPr/>
          </p:nvSpPr>
          <p:spPr>
            <a:xfrm>
              <a:off x="7058454"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4" name="Google Shape;2924;p134"/>
            <p:cNvSpPr/>
            <p:nvPr/>
          </p:nvSpPr>
          <p:spPr>
            <a:xfrm>
              <a:off x="7617458"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5" name="Google Shape;2925;p134"/>
            <p:cNvSpPr/>
            <p:nvPr/>
          </p:nvSpPr>
          <p:spPr>
            <a:xfrm>
              <a:off x="6500471" y="1667737"/>
              <a:ext cx="77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6" name="Google Shape;2926;p134"/>
            <p:cNvSpPr/>
            <p:nvPr/>
          </p:nvSpPr>
          <p:spPr>
            <a:xfrm>
              <a:off x="8315447"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7" name="Google Shape;2927;p134"/>
            <p:cNvSpPr/>
            <p:nvPr/>
          </p:nvSpPr>
          <p:spPr>
            <a:xfrm>
              <a:off x="8175441" y="1667737"/>
              <a:ext cx="765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8" name="Google Shape;2928;p134"/>
            <p:cNvSpPr/>
            <p:nvPr/>
          </p:nvSpPr>
          <p:spPr>
            <a:xfrm>
              <a:off x="8455454" y="1667737"/>
              <a:ext cx="77668" cy="88910"/>
            </a:xfrm>
            <a:custGeom>
              <a:avLst/>
              <a:gdLst/>
              <a:ahLst/>
              <a:cxnLst/>
              <a:rect l="l" t="t" r="r" b="b"/>
              <a:pathLst>
                <a:path w="76" h="87" extrusionOk="0">
                  <a:moveTo>
                    <a:pt x="73" y="0"/>
                  </a:moveTo>
                  <a:lnTo>
                    <a:pt x="0" y="0"/>
                  </a:lnTo>
                  <a:lnTo>
                    <a:pt x="0" y="23"/>
                  </a:lnTo>
                  <a:lnTo>
                    <a:pt x="52" y="23"/>
                  </a:lnTo>
                  <a:lnTo>
                    <a:pt x="52" y="87"/>
                  </a:lnTo>
                  <a:lnTo>
                    <a:pt x="76" y="87"/>
                  </a:lnTo>
                  <a:lnTo>
                    <a:pt x="76" y="14"/>
                  </a:lnTo>
                  <a:lnTo>
                    <a:pt x="73" y="14"/>
                  </a:lnTo>
                  <a:lnTo>
                    <a:pt x="73" y="0"/>
                  </a:lnTo>
                  <a:close/>
                </a:path>
              </a:pathLst>
            </a:cu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29" name="Google Shape;2929;p134"/>
            <p:cNvSpPr/>
            <p:nvPr/>
          </p:nvSpPr>
          <p:spPr>
            <a:xfrm>
              <a:off x="6082496" y="1667737"/>
              <a:ext cx="756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0" name="Google Shape;2930;p134"/>
            <p:cNvSpPr/>
            <p:nvPr/>
          </p:nvSpPr>
          <p:spPr>
            <a:xfrm>
              <a:off x="6921513" y="1667737"/>
              <a:ext cx="74700" cy="23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1" name="Google Shape;2931;p134"/>
            <p:cNvSpPr/>
            <p:nvPr/>
          </p:nvSpPr>
          <p:spPr>
            <a:xfrm>
              <a:off x="8035434"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2" name="Google Shape;2932;p134"/>
            <p:cNvSpPr/>
            <p:nvPr/>
          </p:nvSpPr>
          <p:spPr>
            <a:xfrm>
              <a:off x="8175441"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3" name="Google Shape;2933;p134"/>
            <p:cNvSpPr/>
            <p:nvPr/>
          </p:nvSpPr>
          <p:spPr>
            <a:xfrm>
              <a:off x="8453410"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4" name="Google Shape;2934;p134"/>
            <p:cNvSpPr/>
            <p:nvPr/>
          </p:nvSpPr>
          <p:spPr>
            <a:xfrm>
              <a:off x="8312382"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5" name="Google Shape;2935;p134"/>
            <p:cNvSpPr/>
            <p:nvPr/>
          </p:nvSpPr>
          <p:spPr>
            <a:xfrm>
              <a:off x="5033979" y="2968674"/>
              <a:ext cx="51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6" name="Google Shape;2936;p134"/>
            <p:cNvSpPr/>
            <p:nvPr/>
          </p:nvSpPr>
          <p:spPr>
            <a:xfrm>
              <a:off x="5104493"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7" name="Google Shape;2937;p134"/>
            <p:cNvSpPr/>
            <p:nvPr/>
          </p:nvSpPr>
          <p:spPr>
            <a:xfrm>
              <a:off x="5242456"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8" name="Google Shape;2938;p134"/>
            <p:cNvSpPr/>
            <p:nvPr/>
          </p:nvSpPr>
          <p:spPr>
            <a:xfrm>
              <a:off x="5382463"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39" name="Google Shape;2939;p134"/>
            <p:cNvSpPr/>
            <p:nvPr/>
          </p:nvSpPr>
          <p:spPr>
            <a:xfrm>
              <a:off x="7336423"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0" name="Google Shape;2940;p134"/>
            <p:cNvSpPr/>
            <p:nvPr/>
          </p:nvSpPr>
          <p:spPr>
            <a:xfrm>
              <a:off x="7894405"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1" name="Google Shape;2941;p134"/>
            <p:cNvSpPr/>
            <p:nvPr/>
          </p:nvSpPr>
          <p:spPr>
            <a:xfrm>
              <a:off x="5522469" y="2968674"/>
              <a:ext cx="765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2" name="Google Shape;2942;p134"/>
            <p:cNvSpPr/>
            <p:nvPr/>
          </p:nvSpPr>
          <p:spPr>
            <a:xfrm>
              <a:off x="5662476"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3" name="Google Shape;2943;p134"/>
            <p:cNvSpPr/>
            <p:nvPr/>
          </p:nvSpPr>
          <p:spPr>
            <a:xfrm>
              <a:off x="6080452"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4" name="Google Shape;2944;p134"/>
            <p:cNvSpPr/>
            <p:nvPr/>
          </p:nvSpPr>
          <p:spPr>
            <a:xfrm>
              <a:off x="6220458"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5" name="Google Shape;2945;p134"/>
            <p:cNvSpPr/>
            <p:nvPr/>
          </p:nvSpPr>
          <p:spPr>
            <a:xfrm>
              <a:off x="5802483"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6" name="Google Shape;2946;p134"/>
            <p:cNvSpPr/>
            <p:nvPr/>
          </p:nvSpPr>
          <p:spPr>
            <a:xfrm>
              <a:off x="5940445"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7" name="Google Shape;2947;p134"/>
            <p:cNvSpPr/>
            <p:nvPr/>
          </p:nvSpPr>
          <p:spPr>
            <a:xfrm>
              <a:off x="6498427"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8" name="Google Shape;2948;p134"/>
            <p:cNvSpPr/>
            <p:nvPr/>
          </p:nvSpPr>
          <p:spPr>
            <a:xfrm>
              <a:off x="7196417"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49" name="Google Shape;2949;p134"/>
            <p:cNvSpPr/>
            <p:nvPr/>
          </p:nvSpPr>
          <p:spPr>
            <a:xfrm>
              <a:off x="6360465"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0" name="Google Shape;2950;p134"/>
            <p:cNvSpPr/>
            <p:nvPr/>
          </p:nvSpPr>
          <p:spPr>
            <a:xfrm>
              <a:off x="6778441"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1" name="Google Shape;2951;p134"/>
            <p:cNvSpPr/>
            <p:nvPr/>
          </p:nvSpPr>
          <p:spPr>
            <a:xfrm>
              <a:off x="6918447"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2" name="Google Shape;2952;p134"/>
            <p:cNvSpPr/>
            <p:nvPr/>
          </p:nvSpPr>
          <p:spPr>
            <a:xfrm>
              <a:off x="7056410"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3" name="Google Shape;2953;p134"/>
            <p:cNvSpPr/>
            <p:nvPr/>
          </p:nvSpPr>
          <p:spPr>
            <a:xfrm>
              <a:off x="7476430" y="2968674"/>
              <a:ext cx="756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4" name="Google Shape;2954;p134"/>
            <p:cNvSpPr/>
            <p:nvPr/>
          </p:nvSpPr>
          <p:spPr>
            <a:xfrm>
              <a:off x="6638434"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5" name="Google Shape;2955;p134"/>
            <p:cNvSpPr/>
            <p:nvPr/>
          </p:nvSpPr>
          <p:spPr>
            <a:xfrm>
              <a:off x="7754399" y="2968674"/>
              <a:ext cx="77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6" name="Google Shape;2956;p134"/>
            <p:cNvSpPr/>
            <p:nvPr/>
          </p:nvSpPr>
          <p:spPr>
            <a:xfrm>
              <a:off x="7617458" y="2968674"/>
              <a:ext cx="74700" cy="267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7" name="Google Shape;2957;p134"/>
            <p:cNvSpPr/>
            <p:nvPr/>
          </p:nvSpPr>
          <p:spPr>
            <a:xfrm>
              <a:off x="5988477"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8" name="Google Shape;2958;p134"/>
            <p:cNvSpPr/>
            <p:nvPr/>
          </p:nvSpPr>
          <p:spPr>
            <a:xfrm>
              <a:off x="6268490"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59" name="Google Shape;2959;p134"/>
            <p:cNvSpPr/>
            <p:nvPr/>
          </p:nvSpPr>
          <p:spPr>
            <a:xfrm>
              <a:off x="5848470"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0" name="Google Shape;2960;p134"/>
            <p:cNvSpPr/>
            <p:nvPr/>
          </p:nvSpPr>
          <p:spPr>
            <a:xfrm>
              <a:off x="6128483"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1" name="Google Shape;2961;p134"/>
            <p:cNvSpPr/>
            <p:nvPr/>
          </p:nvSpPr>
          <p:spPr>
            <a:xfrm>
              <a:off x="5570501"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2" name="Google Shape;2962;p134"/>
            <p:cNvSpPr/>
            <p:nvPr/>
          </p:nvSpPr>
          <p:spPr>
            <a:xfrm>
              <a:off x="5710507"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3" name="Google Shape;2963;p134"/>
            <p:cNvSpPr/>
            <p:nvPr/>
          </p:nvSpPr>
          <p:spPr>
            <a:xfrm>
              <a:off x="4732505"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4" name="Google Shape;2964;p134"/>
            <p:cNvSpPr/>
            <p:nvPr/>
          </p:nvSpPr>
          <p:spPr>
            <a:xfrm>
              <a:off x="5012518"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5" name="Google Shape;2965;p134"/>
            <p:cNvSpPr/>
            <p:nvPr/>
          </p:nvSpPr>
          <p:spPr>
            <a:xfrm>
              <a:off x="4594543"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6" name="Google Shape;2966;p134"/>
            <p:cNvSpPr/>
            <p:nvPr/>
          </p:nvSpPr>
          <p:spPr>
            <a:xfrm>
              <a:off x="4872512"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7" name="Google Shape;2967;p134"/>
            <p:cNvSpPr/>
            <p:nvPr/>
          </p:nvSpPr>
          <p:spPr>
            <a:xfrm>
              <a:off x="6546459" y="4272677"/>
              <a:ext cx="67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8" name="Google Shape;2968;p134"/>
            <p:cNvSpPr/>
            <p:nvPr/>
          </p:nvSpPr>
          <p:spPr>
            <a:xfrm>
              <a:off x="6408496"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69" name="Google Shape;2969;p134"/>
            <p:cNvSpPr/>
            <p:nvPr/>
          </p:nvSpPr>
          <p:spPr>
            <a:xfrm>
              <a:off x="5430494"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0" name="Google Shape;2970;p134"/>
            <p:cNvSpPr/>
            <p:nvPr/>
          </p:nvSpPr>
          <p:spPr>
            <a:xfrm>
              <a:off x="5152525"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1" name="Google Shape;2971;p134"/>
            <p:cNvSpPr/>
            <p:nvPr/>
          </p:nvSpPr>
          <p:spPr>
            <a:xfrm>
              <a:off x="5290487"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2" name="Google Shape;2972;p134"/>
            <p:cNvSpPr/>
            <p:nvPr/>
          </p:nvSpPr>
          <p:spPr>
            <a:xfrm>
              <a:off x="8685392" y="4272677"/>
              <a:ext cx="67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3" name="Google Shape;2973;p134"/>
            <p:cNvSpPr/>
            <p:nvPr/>
          </p:nvSpPr>
          <p:spPr>
            <a:xfrm>
              <a:off x="8544363"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4" name="Google Shape;2974;p134"/>
            <p:cNvSpPr/>
            <p:nvPr/>
          </p:nvSpPr>
          <p:spPr>
            <a:xfrm>
              <a:off x="6870416"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5" name="Google Shape;2975;p134"/>
            <p:cNvSpPr/>
            <p:nvPr/>
          </p:nvSpPr>
          <p:spPr>
            <a:xfrm>
              <a:off x="7428398"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6" name="Google Shape;2976;p134"/>
            <p:cNvSpPr/>
            <p:nvPr/>
          </p:nvSpPr>
          <p:spPr>
            <a:xfrm>
              <a:off x="8404357"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7" name="Google Shape;2977;p134"/>
            <p:cNvSpPr/>
            <p:nvPr/>
          </p:nvSpPr>
          <p:spPr>
            <a:xfrm>
              <a:off x="7148385"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8" name="Google Shape;2978;p134"/>
            <p:cNvSpPr/>
            <p:nvPr/>
          </p:nvSpPr>
          <p:spPr>
            <a:xfrm>
              <a:off x="6730409"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79" name="Google Shape;2979;p134"/>
            <p:cNvSpPr/>
            <p:nvPr/>
          </p:nvSpPr>
          <p:spPr>
            <a:xfrm>
              <a:off x="7566361"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0" name="Google Shape;2980;p134"/>
            <p:cNvSpPr/>
            <p:nvPr/>
          </p:nvSpPr>
          <p:spPr>
            <a:xfrm>
              <a:off x="7288392"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1" name="Google Shape;2981;p134"/>
            <p:cNvSpPr/>
            <p:nvPr/>
          </p:nvSpPr>
          <p:spPr>
            <a:xfrm>
              <a:off x="7008379" y="4272677"/>
              <a:ext cx="765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2" name="Google Shape;2982;p134"/>
            <p:cNvSpPr/>
            <p:nvPr/>
          </p:nvSpPr>
          <p:spPr>
            <a:xfrm>
              <a:off x="8264350"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3" name="Google Shape;2983;p134"/>
            <p:cNvSpPr/>
            <p:nvPr/>
          </p:nvSpPr>
          <p:spPr>
            <a:xfrm>
              <a:off x="8124344"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4" name="Google Shape;2984;p134"/>
            <p:cNvSpPr/>
            <p:nvPr/>
          </p:nvSpPr>
          <p:spPr>
            <a:xfrm>
              <a:off x="7986381" y="4272677"/>
              <a:ext cx="756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5" name="Google Shape;2985;p134"/>
            <p:cNvSpPr/>
            <p:nvPr/>
          </p:nvSpPr>
          <p:spPr>
            <a:xfrm>
              <a:off x="7706367" y="4272677"/>
              <a:ext cx="77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2986" name="Google Shape;2986;p134"/>
            <p:cNvSpPr/>
            <p:nvPr/>
          </p:nvSpPr>
          <p:spPr>
            <a:xfrm>
              <a:off x="7846374" y="4272677"/>
              <a:ext cx="74700" cy="246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sp>
        <p:nvSpPr>
          <p:cNvPr id="2987" name="Google Shape;2987;p134"/>
          <p:cNvSpPr/>
          <p:nvPr/>
        </p:nvSpPr>
        <p:spPr>
          <a:xfrm>
            <a:off x="1587255" y="1841501"/>
            <a:ext cx="1594235" cy="771228"/>
          </a:xfrm>
          <a:custGeom>
            <a:avLst/>
            <a:gdLst/>
            <a:ahLst/>
            <a:cxnLst/>
            <a:rect l="l" t="t" r="r" b="b"/>
            <a:pathLst>
              <a:path w="1170" h="566" extrusionOk="0">
                <a:moveTo>
                  <a:pt x="0" y="0"/>
                </a:moveTo>
                <a:lnTo>
                  <a:pt x="1170" y="0"/>
                </a:lnTo>
                <a:lnTo>
                  <a:pt x="1170"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2015</a:t>
            </a:r>
            <a:endParaRPr sz="1600" b="1">
              <a:solidFill>
                <a:srgbClr val="5B5B5B"/>
              </a:solidFill>
              <a:latin typeface="Arial"/>
              <a:ea typeface="Arial"/>
              <a:cs typeface="Arial"/>
              <a:sym typeface="Arial"/>
            </a:endParaRPr>
          </a:p>
        </p:txBody>
      </p:sp>
      <p:sp>
        <p:nvSpPr>
          <p:cNvPr id="2988" name="Google Shape;2988;p134"/>
          <p:cNvSpPr/>
          <p:nvPr/>
        </p:nvSpPr>
        <p:spPr>
          <a:xfrm>
            <a:off x="5282611" y="1841501"/>
            <a:ext cx="1596960" cy="771228"/>
          </a:xfrm>
          <a:custGeom>
            <a:avLst/>
            <a:gdLst/>
            <a:ahLst/>
            <a:cxnLst/>
            <a:rect l="l" t="t" r="r" b="b"/>
            <a:pathLst>
              <a:path w="1172" h="566" extrusionOk="0">
                <a:moveTo>
                  <a:pt x="0" y="0"/>
                </a:moveTo>
                <a:lnTo>
                  <a:pt x="1172" y="0"/>
                </a:lnTo>
                <a:lnTo>
                  <a:pt x="1172"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2"/>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2016</a:t>
            </a:r>
            <a:endParaRPr sz="1600" b="1">
              <a:solidFill>
                <a:srgbClr val="5B5B5B"/>
              </a:solidFill>
              <a:latin typeface="Arial"/>
              <a:ea typeface="Arial"/>
              <a:cs typeface="Arial"/>
              <a:sym typeface="Arial"/>
            </a:endParaRPr>
          </a:p>
        </p:txBody>
      </p:sp>
      <p:sp>
        <p:nvSpPr>
          <p:cNvPr id="2989" name="Google Shape;2989;p134"/>
          <p:cNvSpPr/>
          <p:nvPr/>
        </p:nvSpPr>
        <p:spPr>
          <a:xfrm>
            <a:off x="4441889" y="3580171"/>
            <a:ext cx="1596960" cy="768504"/>
          </a:xfrm>
          <a:custGeom>
            <a:avLst/>
            <a:gdLst/>
            <a:ahLst/>
            <a:cxnLst/>
            <a:rect l="l" t="t" r="r" b="b"/>
            <a:pathLst>
              <a:path w="1172" h="564" extrusionOk="0">
                <a:moveTo>
                  <a:pt x="1172" y="0"/>
                </a:moveTo>
                <a:lnTo>
                  <a:pt x="0" y="0"/>
                </a:lnTo>
                <a:lnTo>
                  <a:pt x="0" y="564"/>
                </a:lnTo>
                <a:lnTo>
                  <a:pt x="1172" y="564"/>
                </a:lnTo>
                <a:lnTo>
                  <a:pt x="1172" y="0"/>
                </a:lnTo>
                <a:lnTo>
                  <a:pt x="1172" y="0"/>
                </a:lnTo>
                <a:close/>
              </a:path>
            </a:pathLst>
          </a:custGeom>
          <a:gradFill>
            <a:gsLst>
              <a:gs pos="0">
                <a:schemeClr val="lt1"/>
              </a:gs>
              <a:gs pos="100000">
                <a:srgbClr val="F2F2F2"/>
              </a:gs>
            </a:gsLst>
            <a:lin ang="5400012" scaled="0"/>
          </a:gradFill>
          <a:ln w="19050" cap="flat" cmpd="sng">
            <a:solidFill>
              <a:schemeClr val="accent5"/>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2019</a:t>
            </a:r>
            <a:endParaRPr sz="1600" b="1">
              <a:solidFill>
                <a:srgbClr val="5B5B5B"/>
              </a:solidFill>
              <a:latin typeface="Arial"/>
              <a:ea typeface="Arial"/>
              <a:cs typeface="Arial"/>
              <a:sym typeface="Arial"/>
            </a:endParaRPr>
          </a:p>
        </p:txBody>
      </p:sp>
      <p:sp>
        <p:nvSpPr>
          <p:cNvPr id="2990" name="Google Shape;2990;p134"/>
          <p:cNvSpPr/>
          <p:nvPr/>
        </p:nvSpPr>
        <p:spPr>
          <a:xfrm>
            <a:off x="2756360" y="5316118"/>
            <a:ext cx="1598325" cy="771228"/>
          </a:xfrm>
          <a:custGeom>
            <a:avLst/>
            <a:gdLst/>
            <a:ahLst/>
            <a:cxnLst/>
            <a:rect l="l" t="t" r="r" b="b"/>
            <a:pathLst>
              <a:path w="1173" h="566" extrusionOk="0">
                <a:moveTo>
                  <a:pt x="0" y="0"/>
                </a:moveTo>
                <a:lnTo>
                  <a:pt x="1173" y="0"/>
                </a:lnTo>
                <a:lnTo>
                  <a:pt x="1173"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2021</a:t>
            </a:r>
            <a:endParaRPr sz="1600" b="1">
              <a:solidFill>
                <a:srgbClr val="5B5B5B"/>
              </a:solidFill>
              <a:latin typeface="Arial"/>
              <a:ea typeface="Arial"/>
              <a:cs typeface="Arial"/>
              <a:sym typeface="Arial"/>
            </a:endParaRPr>
          </a:p>
        </p:txBody>
      </p:sp>
      <p:sp>
        <p:nvSpPr>
          <p:cNvPr id="2991" name="Google Shape;2991;p134"/>
          <p:cNvSpPr/>
          <p:nvPr/>
        </p:nvSpPr>
        <p:spPr>
          <a:xfrm>
            <a:off x="1431919" y="3580171"/>
            <a:ext cx="1595597" cy="768504"/>
          </a:xfrm>
          <a:custGeom>
            <a:avLst/>
            <a:gdLst/>
            <a:ahLst/>
            <a:cxnLst/>
            <a:rect l="l" t="t" r="r" b="b"/>
            <a:pathLst>
              <a:path w="1171" h="564" extrusionOk="0">
                <a:moveTo>
                  <a:pt x="1171" y="0"/>
                </a:moveTo>
                <a:lnTo>
                  <a:pt x="0" y="0"/>
                </a:lnTo>
                <a:lnTo>
                  <a:pt x="0" y="564"/>
                </a:lnTo>
                <a:lnTo>
                  <a:pt x="1171" y="564"/>
                </a:lnTo>
                <a:lnTo>
                  <a:pt x="1171" y="0"/>
                </a:lnTo>
                <a:lnTo>
                  <a:pt x="1171" y="0"/>
                </a:lnTo>
                <a:close/>
              </a:path>
            </a:pathLst>
          </a:custGeom>
          <a:gradFill>
            <a:gsLst>
              <a:gs pos="0">
                <a:schemeClr val="lt1"/>
              </a:gs>
              <a:gs pos="100000">
                <a:srgbClr val="F2F2F2"/>
              </a:gs>
            </a:gsLst>
            <a:lin ang="5400012" scaled="0"/>
          </a:gradFill>
          <a:ln w="19050" cap="flat" cmpd="sng">
            <a:solidFill>
              <a:schemeClr val="accent6"/>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2018</a:t>
            </a:r>
            <a:endParaRPr sz="1600" b="1">
              <a:solidFill>
                <a:srgbClr val="5B5B5B"/>
              </a:solidFill>
              <a:latin typeface="Arial"/>
              <a:ea typeface="Arial"/>
              <a:cs typeface="Arial"/>
              <a:sym typeface="Arial"/>
            </a:endParaRPr>
          </a:p>
        </p:txBody>
      </p:sp>
      <p:sp>
        <p:nvSpPr>
          <p:cNvPr id="2992" name="Google Shape;2992;p134"/>
          <p:cNvSpPr/>
          <p:nvPr/>
        </p:nvSpPr>
        <p:spPr>
          <a:xfrm>
            <a:off x="8980692" y="1841501"/>
            <a:ext cx="1594235" cy="771228"/>
          </a:xfrm>
          <a:custGeom>
            <a:avLst/>
            <a:gdLst/>
            <a:ahLst/>
            <a:cxnLst/>
            <a:rect l="l" t="t" r="r" b="b"/>
            <a:pathLst>
              <a:path w="1170" h="566" extrusionOk="0">
                <a:moveTo>
                  <a:pt x="0" y="0"/>
                </a:moveTo>
                <a:lnTo>
                  <a:pt x="1170" y="0"/>
                </a:lnTo>
                <a:lnTo>
                  <a:pt x="1170"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3"/>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2017</a:t>
            </a:r>
            <a:endParaRPr sz="1600" b="1">
              <a:solidFill>
                <a:srgbClr val="5B5B5B"/>
              </a:solidFill>
              <a:latin typeface="Arial"/>
              <a:ea typeface="Arial"/>
              <a:cs typeface="Arial"/>
              <a:sym typeface="Arial"/>
            </a:endParaRPr>
          </a:p>
        </p:txBody>
      </p:sp>
      <p:sp>
        <p:nvSpPr>
          <p:cNvPr id="2993" name="Google Shape;2993;p134"/>
          <p:cNvSpPr/>
          <p:nvPr/>
        </p:nvSpPr>
        <p:spPr>
          <a:xfrm>
            <a:off x="8390690" y="3580171"/>
            <a:ext cx="1598325" cy="768504"/>
          </a:xfrm>
          <a:custGeom>
            <a:avLst/>
            <a:gdLst/>
            <a:ahLst/>
            <a:cxnLst/>
            <a:rect l="l" t="t" r="r" b="b"/>
            <a:pathLst>
              <a:path w="1173" h="564" extrusionOk="0">
                <a:moveTo>
                  <a:pt x="1173" y="0"/>
                </a:moveTo>
                <a:lnTo>
                  <a:pt x="0" y="0"/>
                </a:lnTo>
                <a:lnTo>
                  <a:pt x="0" y="564"/>
                </a:lnTo>
                <a:lnTo>
                  <a:pt x="1173" y="564"/>
                </a:lnTo>
                <a:lnTo>
                  <a:pt x="1173" y="0"/>
                </a:lnTo>
                <a:lnTo>
                  <a:pt x="1173" y="0"/>
                </a:lnTo>
                <a:close/>
              </a:path>
            </a:pathLst>
          </a:custGeom>
          <a:gradFill>
            <a:gsLst>
              <a:gs pos="0">
                <a:schemeClr val="lt1"/>
              </a:gs>
              <a:gs pos="100000">
                <a:srgbClr val="F2F2F2"/>
              </a:gs>
            </a:gsLst>
            <a:lin ang="5400012" scaled="0"/>
          </a:gradFill>
          <a:ln w="19050" cap="flat" cmpd="sng">
            <a:solidFill>
              <a:schemeClr val="accent4"/>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2020</a:t>
            </a:r>
            <a:endParaRPr sz="1600" b="1">
              <a:solidFill>
                <a:srgbClr val="5B5B5B"/>
              </a:solidFill>
              <a:latin typeface="Arial"/>
              <a:ea typeface="Arial"/>
              <a:cs typeface="Arial"/>
              <a:sym typeface="Arial"/>
            </a:endParaRPr>
          </a:p>
        </p:txBody>
      </p:sp>
      <p:sp>
        <p:nvSpPr>
          <p:cNvPr id="2994" name="Google Shape;2994;p134"/>
          <p:cNvSpPr/>
          <p:nvPr/>
        </p:nvSpPr>
        <p:spPr>
          <a:xfrm>
            <a:off x="6564812" y="5316118"/>
            <a:ext cx="1594235" cy="771228"/>
          </a:xfrm>
          <a:custGeom>
            <a:avLst/>
            <a:gdLst/>
            <a:ahLst/>
            <a:cxnLst/>
            <a:rect l="l" t="t" r="r" b="b"/>
            <a:pathLst>
              <a:path w="1170" h="566" extrusionOk="0">
                <a:moveTo>
                  <a:pt x="0" y="0"/>
                </a:moveTo>
                <a:lnTo>
                  <a:pt x="1170" y="0"/>
                </a:lnTo>
                <a:lnTo>
                  <a:pt x="1170"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2"/>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2022</a:t>
            </a:r>
            <a:endParaRPr sz="1600" b="1">
              <a:solidFill>
                <a:srgbClr val="5B5B5B"/>
              </a:solidFill>
              <a:latin typeface="Arial"/>
              <a:ea typeface="Arial"/>
              <a:cs typeface="Arial"/>
              <a:sym typeface="Arial"/>
            </a:endParaRPr>
          </a:p>
        </p:txBody>
      </p:sp>
      <p:sp>
        <p:nvSpPr>
          <p:cNvPr id="2995" name="Google Shape;2995;p134"/>
          <p:cNvSpPr/>
          <p:nvPr/>
        </p:nvSpPr>
        <p:spPr>
          <a:xfrm>
            <a:off x="9411272" y="5316118"/>
            <a:ext cx="1598325" cy="771228"/>
          </a:xfrm>
          <a:custGeom>
            <a:avLst/>
            <a:gdLst/>
            <a:ahLst/>
            <a:cxnLst/>
            <a:rect l="l" t="t" r="r" b="b"/>
            <a:pathLst>
              <a:path w="1173" h="566" extrusionOk="0">
                <a:moveTo>
                  <a:pt x="0" y="0"/>
                </a:moveTo>
                <a:lnTo>
                  <a:pt x="1173" y="0"/>
                </a:lnTo>
                <a:lnTo>
                  <a:pt x="1173" y="566"/>
                </a:lnTo>
                <a:lnTo>
                  <a:pt x="0" y="566"/>
                </a:lnTo>
                <a:lnTo>
                  <a:pt x="0" y="0"/>
                </a:lnTo>
                <a:lnTo>
                  <a:pt x="0" y="0"/>
                </a:lnTo>
                <a:close/>
              </a:path>
            </a:pathLst>
          </a:custGeom>
          <a:gradFill>
            <a:gsLst>
              <a:gs pos="0">
                <a:schemeClr val="lt1"/>
              </a:gs>
              <a:gs pos="100000">
                <a:srgbClr val="F2F2F2"/>
              </a:gs>
            </a:gsLst>
            <a:lin ang="5400012" scaled="0"/>
          </a:gradFill>
          <a:ln w="19050" cap="flat" cmpd="sng">
            <a:solidFill>
              <a:schemeClr val="accent3"/>
            </a:solidFill>
            <a:prstDash val="solid"/>
            <a:round/>
            <a:headEnd type="none" w="sm" len="sm"/>
            <a:tailEnd type="none" w="sm" len="sm"/>
          </a:ln>
        </p:spPr>
        <p:txBody>
          <a:bodyPr spcFirstLastPara="1" wrap="square" lIns="121900" tIns="60933" rIns="121900" bIns="60933" anchor="ctr" anchorCtr="0">
            <a:noAutofit/>
          </a:bodyPr>
          <a:lstStyle/>
          <a:p>
            <a:pPr algn="ctr"/>
            <a:r>
              <a:rPr lang="en" sz="1600" b="1">
                <a:solidFill>
                  <a:srgbClr val="5B5B5B"/>
                </a:solidFill>
                <a:latin typeface="Arial"/>
                <a:ea typeface="Arial"/>
                <a:cs typeface="Arial"/>
                <a:sym typeface="Arial"/>
              </a:rPr>
              <a:t>2023</a:t>
            </a:r>
            <a:endParaRPr sz="1600" b="1">
              <a:solidFill>
                <a:srgbClr val="5B5B5B"/>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89"/>
        <p:cNvGrpSpPr/>
        <p:nvPr/>
      </p:nvGrpSpPr>
      <p:grpSpPr>
        <a:xfrm>
          <a:off x="0" y="0"/>
          <a:ext cx="0" cy="0"/>
          <a:chOff x="0" y="0"/>
          <a:chExt cx="0" cy="0"/>
        </a:xfrm>
      </p:grpSpPr>
      <p:sp>
        <p:nvSpPr>
          <p:cNvPr id="4090" name="Google Shape;4090;p149"/>
          <p:cNvSpPr txBox="1">
            <a:spLocks noGrp="1"/>
          </p:cNvSpPr>
          <p:nvPr>
            <p:ph type="body" idx="1"/>
          </p:nvPr>
        </p:nvSpPr>
        <p:spPr>
          <a:xfrm>
            <a:off x="517092" y="974040"/>
            <a:ext cx="11158000" cy="231200"/>
          </a:xfrm>
          <a:prstGeom prst="rect">
            <a:avLst/>
          </a:prstGeom>
          <a:noFill/>
          <a:ln>
            <a:noFill/>
          </a:ln>
        </p:spPr>
        <p:txBody>
          <a:bodyPr spcFirstLastPara="1" wrap="square" lIns="0" tIns="0" rIns="0" bIns="0" anchor="ctr" anchorCtr="0">
            <a:noAutofit/>
          </a:bodyPr>
          <a:lstStyle/>
          <a:p>
            <a:pPr marL="0" indent="0">
              <a:spcBef>
                <a:spcPts val="0"/>
              </a:spcBef>
            </a:pPr>
            <a:r>
              <a:rPr lang="en"/>
              <a:t>Enter your subhead line here</a:t>
            </a:r>
            <a:endParaRPr/>
          </a:p>
        </p:txBody>
      </p:sp>
      <p:sp>
        <p:nvSpPr>
          <p:cNvPr id="4091" name="Google Shape;4091;p149"/>
          <p:cNvSpPr txBox="1">
            <a:spLocks noGrp="1"/>
          </p:cNvSpPr>
          <p:nvPr>
            <p:ph type="title"/>
          </p:nvPr>
        </p:nvSpPr>
        <p:spPr>
          <a:xfrm>
            <a:off x="517092" y="376815"/>
            <a:ext cx="11158000" cy="546000"/>
          </a:xfrm>
          <a:prstGeom prst="rect">
            <a:avLst/>
          </a:prstGeom>
          <a:noFill/>
          <a:ln>
            <a:noFill/>
          </a:ln>
        </p:spPr>
        <p:txBody>
          <a:bodyPr spcFirstLastPara="1" wrap="square" lIns="0" tIns="0" rIns="0" bIns="0" anchor="ctr" anchorCtr="0">
            <a:noAutofit/>
          </a:bodyPr>
          <a:lstStyle/>
          <a:p>
            <a:r>
              <a:rPr lang="en"/>
              <a:t>Roadmap Infographics</a:t>
            </a:r>
            <a:endParaRPr/>
          </a:p>
        </p:txBody>
      </p:sp>
      <p:grpSp>
        <p:nvGrpSpPr>
          <p:cNvPr id="4092" name="Google Shape;4092;p149"/>
          <p:cNvGrpSpPr/>
          <p:nvPr/>
        </p:nvGrpSpPr>
        <p:grpSpPr>
          <a:xfrm>
            <a:off x="5998762" y="1990307"/>
            <a:ext cx="2745684" cy="488803"/>
            <a:chOff x="4501827" y="1473200"/>
            <a:chExt cx="1983302" cy="353079"/>
          </a:xfrm>
        </p:grpSpPr>
        <p:sp>
          <p:nvSpPr>
            <p:cNvPr id="4093" name="Google Shape;4093;p149"/>
            <p:cNvSpPr/>
            <p:nvPr/>
          </p:nvSpPr>
          <p:spPr>
            <a:xfrm>
              <a:off x="4501827" y="1473200"/>
              <a:ext cx="1983302" cy="353079"/>
            </a:xfrm>
            <a:custGeom>
              <a:avLst/>
              <a:gdLst/>
              <a:ahLst/>
              <a:cxnLst/>
              <a:rect l="l" t="t" r="r" b="b"/>
              <a:pathLst>
                <a:path w="8055" h="1434" extrusionOk="0">
                  <a:moveTo>
                    <a:pt x="7416" y="0"/>
                  </a:moveTo>
                  <a:lnTo>
                    <a:pt x="0" y="0"/>
                  </a:lnTo>
                  <a:lnTo>
                    <a:pt x="638" y="717"/>
                  </a:lnTo>
                  <a:lnTo>
                    <a:pt x="0" y="1434"/>
                  </a:lnTo>
                  <a:lnTo>
                    <a:pt x="7416" y="1434"/>
                  </a:lnTo>
                  <a:lnTo>
                    <a:pt x="8055" y="717"/>
                  </a:lnTo>
                  <a:lnTo>
                    <a:pt x="7416"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4" name="Google Shape;4094;p149"/>
            <p:cNvSpPr/>
            <p:nvPr/>
          </p:nvSpPr>
          <p:spPr>
            <a:xfrm>
              <a:off x="4992298"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5" name="Google Shape;4095;p149"/>
            <p:cNvSpPr/>
            <p:nvPr/>
          </p:nvSpPr>
          <p:spPr>
            <a:xfrm>
              <a:off x="5126981"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6" name="Google Shape;4096;p149"/>
            <p:cNvSpPr/>
            <p:nvPr/>
          </p:nvSpPr>
          <p:spPr>
            <a:xfrm>
              <a:off x="4857370"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7" name="Google Shape;4097;p149"/>
            <p:cNvSpPr/>
            <p:nvPr/>
          </p:nvSpPr>
          <p:spPr>
            <a:xfrm>
              <a:off x="5800394"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8" name="Google Shape;4098;p149"/>
            <p:cNvSpPr/>
            <p:nvPr/>
          </p:nvSpPr>
          <p:spPr>
            <a:xfrm>
              <a:off x="5396592"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099" name="Google Shape;4099;p149"/>
            <p:cNvSpPr/>
            <p:nvPr/>
          </p:nvSpPr>
          <p:spPr>
            <a:xfrm>
              <a:off x="5935569"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0" name="Google Shape;4100;p149"/>
            <p:cNvSpPr/>
            <p:nvPr/>
          </p:nvSpPr>
          <p:spPr>
            <a:xfrm>
              <a:off x="5665958"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1" name="Google Shape;4101;p149"/>
            <p:cNvSpPr/>
            <p:nvPr/>
          </p:nvSpPr>
          <p:spPr>
            <a:xfrm>
              <a:off x="6204688"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2" name="Google Shape;4102;p149"/>
            <p:cNvSpPr/>
            <p:nvPr/>
          </p:nvSpPr>
          <p:spPr>
            <a:xfrm>
              <a:off x="6339370"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3" name="Google Shape;4103;p149"/>
            <p:cNvSpPr/>
            <p:nvPr/>
          </p:nvSpPr>
          <p:spPr>
            <a:xfrm>
              <a:off x="6070252"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4" name="Google Shape;4104;p149"/>
            <p:cNvSpPr/>
            <p:nvPr/>
          </p:nvSpPr>
          <p:spPr>
            <a:xfrm>
              <a:off x="5261664"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5" name="Google Shape;4105;p149"/>
            <p:cNvSpPr/>
            <p:nvPr/>
          </p:nvSpPr>
          <p:spPr>
            <a:xfrm>
              <a:off x="4588250"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6" name="Google Shape;4106;p149"/>
            <p:cNvSpPr/>
            <p:nvPr/>
          </p:nvSpPr>
          <p:spPr>
            <a:xfrm>
              <a:off x="5531275"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07" name="Google Shape;4107;p149"/>
            <p:cNvSpPr/>
            <p:nvPr/>
          </p:nvSpPr>
          <p:spPr>
            <a:xfrm>
              <a:off x="4722687"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08" name="Google Shape;4108;p149"/>
          <p:cNvGrpSpPr/>
          <p:nvPr/>
        </p:nvGrpSpPr>
        <p:grpSpPr>
          <a:xfrm>
            <a:off x="3277614" y="1990307"/>
            <a:ext cx="2745001" cy="488803"/>
            <a:chOff x="2536249" y="1473200"/>
            <a:chExt cx="1982810" cy="353079"/>
          </a:xfrm>
        </p:grpSpPr>
        <p:sp>
          <p:nvSpPr>
            <p:cNvPr id="4109" name="Google Shape;4109;p149"/>
            <p:cNvSpPr/>
            <p:nvPr/>
          </p:nvSpPr>
          <p:spPr>
            <a:xfrm>
              <a:off x="2536249" y="1473200"/>
              <a:ext cx="1982810" cy="353079"/>
            </a:xfrm>
            <a:custGeom>
              <a:avLst/>
              <a:gdLst/>
              <a:ahLst/>
              <a:cxnLst/>
              <a:rect l="l" t="t" r="r" b="b"/>
              <a:pathLst>
                <a:path w="8053" h="1434" extrusionOk="0">
                  <a:moveTo>
                    <a:pt x="7417" y="0"/>
                  </a:moveTo>
                  <a:lnTo>
                    <a:pt x="0" y="0"/>
                  </a:lnTo>
                  <a:lnTo>
                    <a:pt x="636" y="717"/>
                  </a:lnTo>
                  <a:lnTo>
                    <a:pt x="0" y="1434"/>
                  </a:lnTo>
                  <a:lnTo>
                    <a:pt x="7417" y="1434"/>
                  </a:lnTo>
                  <a:lnTo>
                    <a:pt x="8053" y="717"/>
                  </a:lnTo>
                  <a:lnTo>
                    <a:pt x="7417"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0" name="Google Shape;4110;p149"/>
            <p:cNvSpPr/>
            <p:nvPr/>
          </p:nvSpPr>
          <p:spPr>
            <a:xfrm>
              <a:off x="3106249"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1" name="Google Shape;4111;p149"/>
            <p:cNvSpPr/>
            <p:nvPr/>
          </p:nvSpPr>
          <p:spPr>
            <a:xfrm>
              <a:off x="4049274"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2" name="Google Shape;4112;p149"/>
            <p:cNvSpPr/>
            <p:nvPr/>
          </p:nvSpPr>
          <p:spPr>
            <a:xfrm>
              <a:off x="3240932"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3" name="Google Shape;4113;p149"/>
            <p:cNvSpPr/>
            <p:nvPr/>
          </p:nvSpPr>
          <p:spPr>
            <a:xfrm>
              <a:off x="2971567"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4" name="Google Shape;4114;p149"/>
            <p:cNvSpPr/>
            <p:nvPr/>
          </p:nvSpPr>
          <p:spPr>
            <a:xfrm>
              <a:off x="3644980"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5" name="Google Shape;4115;p149"/>
            <p:cNvSpPr/>
            <p:nvPr/>
          </p:nvSpPr>
          <p:spPr>
            <a:xfrm>
              <a:off x="3510543"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6" name="Google Shape;4116;p149"/>
            <p:cNvSpPr/>
            <p:nvPr/>
          </p:nvSpPr>
          <p:spPr>
            <a:xfrm>
              <a:off x="3779662"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7" name="Google Shape;4117;p149"/>
            <p:cNvSpPr/>
            <p:nvPr/>
          </p:nvSpPr>
          <p:spPr>
            <a:xfrm>
              <a:off x="3375861"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8" name="Google Shape;4118;p149"/>
            <p:cNvSpPr/>
            <p:nvPr/>
          </p:nvSpPr>
          <p:spPr>
            <a:xfrm>
              <a:off x="3914591"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19" name="Google Shape;4119;p149"/>
            <p:cNvSpPr/>
            <p:nvPr/>
          </p:nvSpPr>
          <p:spPr>
            <a:xfrm>
              <a:off x="2836884"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0" name="Google Shape;4120;p149"/>
            <p:cNvSpPr/>
            <p:nvPr/>
          </p:nvSpPr>
          <p:spPr>
            <a:xfrm>
              <a:off x="4318639"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1" name="Google Shape;4121;p149"/>
            <p:cNvSpPr/>
            <p:nvPr/>
          </p:nvSpPr>
          <p:spPr>
            <a:xfrm>
              <a:off x="2701955"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2" name="Google Shape;4122;p149"/>
            <p:cNvSpPr/>
            <p:nvPr/>
          </p:nvSpPr>
          <p:spPr>
            <a:xfrm>
              <a:off x="4183956"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23" name="Google Shape;4123;p149"/>
          <p:cNvGrpSpPr/>
          <p:nvPr/>
        </p:nvGrpSpPr>
        <p:grpSpPr>
          <a:xfrm>
            <a:off x="3277614" y="5407499"/>
            <a:ext cx="2745001" cy="489144"/>
            <a:chOff x="2536249" y="3941560"/>
            <a:chExt cx="1982810" cy="353326"/>
          </a:xfrm>
        </p:grpSpPr>
        <p:sp>
          <p:nvSpPr>
            <p:cNvPr id="4124" name="Google Shape;4124;p149"/>
            <p:cNvSpPr/>
            <p:nvPr/>
          </p:nvSpPr>
          <p:spPr>
            <a:xfrm>
              <a:off x="2536249" y="3941560"/>
              <a:ext cx="1982810" cy="353326"/>
            </a:xfrm>
            <a:custGeom>
              <a:avLst/>
              <a:gdLst/>
              <a:ahLst/>
              <a:cxnLst/>
              <a:rect l="l" t="t" r="r" b="b"/>
              <a:pathLst>
                <a:path w="8053" h="1435" extrusionOk="0">
                  <a:moveTo>
                    <a:pt x="0" y="1435"/>
                  </a:moveTo>
                  <a:lnTo>
                    <a:pt x="7417" y="1435"/>
                  </a:lnTo>
                  <a:lnTo>
                    <a:pt x="8053" y="718"/>
                  </a:lnTo>
                  <a:lnTo>
                    <a:pt x="7417" y="0"/>
                  </a:lnTo>
                  <a:lnTo>
                    <a:pt x="0" y="0"/>
                  </a:lnTo>
                  <a:lnTo>
                    <a:pt x="636" y="718"/>
                  </a:lnTo>
                  <a:lnTo>
                    <a:pt x="0" y="1435"/>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5" name="Google Shape;4125;p149"/>
            <p:cNvSpPr/>
            <p:nvPr/>
          </p:nvSpPr>
          <p:spPr>
            <a:xfrm>
              <a:off x="272214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6" name="Google Shape;4126;p149"/>
            <p:cNvSpPr/>
            <p:nvPr/>
          </p:nvSpPr>
          <p:spPr>
            <a:xfrm>
              <a:off x="2857567"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7" name="Google Shape;4127;p149"/>
            <p:cNvSpPr/>
            <p:nvPr/>
          </p:nvSpPr>
          <p:spPr>
            <a:xfrm>
              <a:off x="4210056"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8" name="Google Shape;4128;p149"/>
            <p:cNvSpPr/>
            <p:nvPr/>
          </p:nvSpPr>
          <p:spPr>
            <a:xfrm>
              <a:off x="4345477"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29" name="Google Shape;4129;p149"/>
            <p:cNvSpPr/>
            <p:nvPr/>
          </p:nvSpPr>
          <p:spPr>
            <a:xfrm>
              <a:off x="407463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0" name="Google Shape;4130;p149"/>
            <p:cNvSpPr/>
            <p:nvPr/>
          </p:nvSpPr>
          <p:spPr>
            <a:xfrm>
              <a:off x="380428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1" name="Google Shape;4131;p149"/>
            <p:cNvSpPr/>
            <p:nvPr/>
          </p:nvSpPr>
          <p:spPr>
            <a:xfrm>
              <a:off x="3398267"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2" name="Google Shape;4132;p149"/>
            <p:cNvSpPr/>
            <p:nvPr/>
          </p:nvSpPr>
          <p:spPr>
            <a:xfrm>
              <a:off x="3669109"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3" name="Google Shape;4133;p149"/>
            <p:cNvSpPr/>
            <p:nvPr/>
          </p:nvSpPr>
          <p:spPr>
            <a:xfrm>
              <a:off x="3533688"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4" name="Google Shape;4134;p149"/>
            <p:cNvSpPr/>
            <p:nvPr/>
          </p:nvSpPr>
          <p:spPr>
            <a:xfrm>
              <a:off x="3127917"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5" name="Google Shape;4135;p149"/>
            <p:cNvSpPr/>
            <p:nvPr/>
          </p:nvSpPr>
          <p:spPr>
            <a:xfrm>
              <a:off x="2992988"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6" name="Google Shape;4136;p149"/>
            <p:cNvSpPr/>
            <p:nvPr/>
          </p:nvSpPr>
          <p:spPr>
            <a:xfrm>
              <a:off x="3263338"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37" name="Google Shape;4137;p149"/>
            <p:cNvSpPr/>
            <p:nvPr/>
          </p:nvSpPr>
          <p:spPr>
            <a:xfrm>
              <a:off x="3939459"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38" name="Google Shape;4138;p149"/>
          <p:cNvGrpSpPr/>
          <p:nvPr/>
        </p:nvGrpSpPr>
        <p:grpSpPr>
          <a:xfrm>
            <a:off x="8720249" y="5407499"/>
            <a:ext cx="2922935" cy="489144"/>
            <a:chOff x="6467651" y="3941560"/>
            <a:chExt cx="2111337" cy="353326"/>
          </a:xfrm>
        </p:grpSpPr>
        <p:sp>
          <p:nvSpPr>
            <p:cNvPr id="4139" name="Google Shape;4139;p149"/>
            <p:cNvSpPr/>
            <p:nvPr/>
          </p:nvSpPr>
          <p:spPr>
            <a:xfrm>
              <a:off x="6467651" y="3941560"/>
              <a:ext cx="2111337" cy="353326"/>
            </a:xfrm>
            <a:custGeom>
              <a:avLst/>
              <a:gdLst/>
              <a:ahLst/>
              <a:cxnLst/>
              <a:rect l="l" t="t" r="r" b="b"/>
              <a:pathLst>
                <a:path w="8575" h="1435" extrusionOk="0">
                  <a:moveTo>
                    <a:pt x="0" y="1435"/>
                  </a:moveTo>
                  <a:lnTo>
                    <a:pt x="7936" y="1435"/>
                  </a:lnTo>
                  <a:lnTo>
                    <a:pt x="8575" y="718"/>
                  </a:lnTo>
                  <a:lnTo>
                    <a:pt x="7936" y="0"/>
                  </a:lnTo>
                  <a:lnTo>
                    <a:pt x="0" y="0"/>
                  </a:lnTo>
                  <a:lnTo>
                    <a:pt x="638" y="718"/>
                  </a:lnTo>
                  <a:lnTo>
                    <a:pt x="0" y="1435"/>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0" name="Google Shape;4140;p149"/>
            <p:cNvSpPr/>
            <p:nvPr/>
          </p:nvSpPr>
          <p:spPr>
            <a:xfrm>
              <a:off x="6644438"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1" name="Google Shape;4141;p149"/>
            <p:cNvSpPr/>
            <p:nvPr/>
          </p:nvSpPr>
          <p:spPr>
            <a:xfrm>
              <a:off x="718538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2" name="Google Shape;4142;p149"/>
            <p:cNvSpPr/>
            <p:nvPr/>
          </p:nvSpPr>
          <p:spPr>
            <a:xfrm>
              <a:off x="7049963"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3" name="Google Shape;4143;p149"/>
            <p:cNvSpPr/>
            <p:nvPr/>
          </p:nvSpPr>
          <p:spPr>
            <a:xfrm>
              <a:off x="6915034"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4" name="Google Shape;4144;p149"/>
            <p:cNvSpPr/>
            <p:nvPr/>
          </p:nvSpPr>
          <p:spPr>
            <a:xfrm>
              <a:off x="745573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5" name="Google Shape;4145;p149"/>
            <p:cNvSpPr/>
            <p:nvPr/>
          </p:nvSpPr>
          <p:spPr>
            <a:xfrm>
              <a:off x="8132102"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6" name="Google Shape;4146;p149"/>
            <p:cNvSpPr/>
            <p:nvPr/>
          </p:nvSpPr>
          <p:spPr>
            <a:xfrm>
              <a:off x="8267523"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7" name="Google Shape;4147;p149"/>
            <p:cNvSpPr/>
            <p:nvPr/>
          </p:nvSpPr>
          <p:spPr>
            <a:xfrm>
              <a:off x="8402452"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8" name="Google Shape;4148;p149"/>
            <p:cNvSpPr/>
            <p:nvPr/>
          </p:nvSpPr>
          <p:spPr>
            <a:xfrm>
              <a:off x="7320805"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49" name="Google Shape;4149;p149"/>
            <p:cNvSpPr/>
            <p:nvPr/>
          </p:nvSpPr>
          <p:spPr>
            <a:xfrm>
              <a:off x="7996927"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0" name="Google Shape;4150;p149"/>
            <p:cNvSpPr/>
            <p:nvPr/>
          </p:nvSpPr>
          <p:spPr>
            <a:xfrm>
              <a:off x="7591155"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1" name="Google Shape;4151;p149"/>
            <p:cNvSpPr/>
            <p:nvPr/>
          </p:nvSpPr>
          <p:spPr>
            <a:xfrm>
              <a:off x="786150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2" name="Google Shape;4152;p149"/>
            <p:cNvSpPr/>
            <p:nvPr/>
          </p:nvSpPr>
          <p:spPr>
            <a:xfrm>
              <a:off x="772608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3" name="Google Shape;4153;p149"/>
            <p:cNvSpPr/>
            <p:nvPr/>
          </p:nvSpPr>
          <p:spPr>
            <a:xfrm>
              <a:off x="6779613"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54" name="Google Shape;4154;p149"/>
          <p:cNvGrpSpPr/>
          <p:nvPr/>
        </p:nvGrpSpPr>
        <p:grpSpPr>
          <a:xfrm>
            <a:off x="5998762" y="5407499"/>
            <a:ext cx="2745684" cy="489144"/>
            <a:chOff x="4501827" y="3941560"/>
            <a:chExt cx="1983302" cy="353326"/>
          </a:xfrm>
        </p:grpSpPr>
        <p:sp>
          <p:nvSpPr>
            <p:cNvPr id="4155" name="Google Shape;4155;p149"/>
            <p:cNvSpPr/>
            <p:nvPr/>
          </p:nvSpPr>
          <p:spPr>
            <a:xfrm>
              <a:off x="4501827" y="3941560"/>
              <a:ext cx="1983302" cy="353326"/>
            </a:xfrm>
            <a:custGeom>
              <a:avLst/>
              <a:gdLst/>
              <a:ahLst/>
              <a:cxnLst/>
              <a:rect l="l" t="t" r="r" b="b"/>
              <a:pathLst>
                <a:path w="8055" h="1435" extrusionOk="0">
                  <a:moveTo>
                    <a:pt x="0" y="1435"/>
                  </a:moveTo>
                  <a:lnTo>
                    <a:pt x="7416" y="1435"/>
                  </a:lnTo>
                  <a:lnTo>
                    <a:pt x="8055" y="718"/>
                  </a:lnTo>
                  <a:lnTo>
                    <a:pt x="7416" y="0"/>
                  </a:lnTo>
                  <a:lnTo>
                    <a:pt x="0" y="0"/>
                  </a:lnTo>
                  <a:lnTo>
                    <a:pt x="638" y="718"/>
                  </a:lnTo>
                  <a:lnTo>
                    <a:pt x="0" y="1435"/>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6" name="Google Shape;4156;p149"/>
            <p:cNvSpPr/>
            <p:nvPr/>
          </p:nvSpPr>
          <p:spPr>
            <a:xfrm>
              <a:off x="610324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7" name="Google Shape;4157;p149"/>
            <p:cNvSpPr/>
            <p:nvPr/>
          </p:nvSpPr>
          <p:spPr>
            <a:xfrm>
              <a:off x="637359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8" name="Google Shape;4158;p149"/>
            <p:cNvSpPr/>
            <p:nvPr/>
          </p:nvSpPr>
          <p:spPr>
            <a:xfrm>
              <a:off x="6238666"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59" name="Google Shape;4159;p149"/>
            <p:cNvSpPr/>
            <p:nvPr/>
          </p:nvSpPr>
          <p:spPr>
            <a:xfrm>
              <a:off x="5968316"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0" name="Google Shape;4160;p149"/>
            <p:cNvSpPr/>
            <p:nvPr/>
          </p:nvSpPr>
          <p:spPr>
            <a:xfrm>
              <a:off x="5021352"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1" name="Google Shape;4161;p149"/>
            <p:cNvSpPr/>
            <p:nvPr/>
          </p:nvSpPr>
          <p:spPr>
            <a:xfrm>
              <a:off x="5156527"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2" name="Google Shape;4162;p149"/>
            <p:cNvSpPr/>
            <p:nvPr/>
          </p:nvSpPr>
          <p:spPr>
            <a:xfrm>
              <a:off x="5291949"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3" name="Google Shape;4163;p149"/>
            <p:cNvSpPr/>
            <p:nvPr/>
          </p:nvSpPr>
          <p:spPr>
            <a:xfrm>
              <a:off x="4750756"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4" name="Google Shape;4164;p149"/>
            <p:cNvSpPr/>
            <p:nvPr/>
          </p:nvSpPr>
          <p:spPr>
            <a:xfrm>
              <a:off x="4886177"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5" name="Google Shape;4165;p149"/>
            <p:cNvSpPr/>
            <p:nvPr/>
          </p:nvSpPr>
          <p:spPr>
            <a:xfrm>
              <a:off x="569747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6" name="Google Shape;4166;p149"/>
            <p:cNvSpPr/>
            <p:nvPr/>
          </p:nvSpPr>
          <p:spPr>
            <a:xfrm>
              <a:off x="5562545"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7" name="Google Shape;4167;p149"/>
            <p:cNvSpPr/>
            <p:nvPr/>
          </p:nvSpPr>
          <p:spPr>
            <a:xfrm>
              <a:off x="5832895"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68" name="Google Shape;4168;p149"/>
            <p:cNvSpPr/>
            <p:nvPr/>
          </p:nvSpPr>
          <p:spPr>
            <a:xfrm>
              <a:off x="5427124"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69" name="Google Shape;4169;p149"/>
          <p:cNvGrpSpPr/>
          <p:nvPr/>
        </p:nvGrpSpPr>
        <p:grpSpPr>
          <a:xfrm>
            <a:off x="548628" y="3698054"/>
            <a:ext cx="3795213" cy="1122135"/>
            <a:chOff x="565008" y="2706764"/>
            <a:chExt cx="2741413" cy="810556"/>
          </a:xfrm>
        </p:grpSpPr>
        <p:sp>
          <p:nvSpPr>
            <p:cNvPr id="4170" name="Google Shape;4170;p149"/>
            <p:cNvSpPr/>
            <p:nvPr/>
          </p:nvSpPr>
          <p:spPr>
            <a:xfrm>
              <a:off x="565008" y="2706764"/>
              <a:ext cx="2741413" cy="810556"/>
            </a:xfrm>
            <a:custGeom>
              <a:avLst/>
              <a:gdLst/>
              <a:ahLst/>
              <a:cxnLst/>
              <a:rect l="l" t="t" r="r" b="b"/>
              <a:pathLst>
                <a:path w="11134" h="3292" extrusionOk="0">
                  <a:moveTo>
                    <a:pt x="11134" y="0"/>
                  </a:moveTo>
                  <a:lnTo>
                    <a:pt x="1440" y="0"/>
                  </a:lnTo>
                  <a:lnTo>
                    <a:pt x="0" y="0"/>
                  </a:lnTo>
                  <a:lnTo>
                    <a:pt x="0" y="2649"/>
                  </a:lnTo>
                  <a:lnTo>
                    <a:pt x="723" y="3292"/>
                  </a:lnTo>
                  <a:lnTo>
                    <a:pt x="1440" y="2654"/>
                  </a:lnTo>
                  <a:lnTo>
                    <a:pt x="1440" y="1440"/>
                  </a:lnTo>
                  <a:lnTo>
                    <a:pt x="11134" y="1440"/>
                  </a:lnTo>
                  <a:lnTo>
                    <a:pt x="10492" y="720"/>
                  </a:lnTo>
                  <a:lnTo>
                    <a:pt x="11134"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1" name="Google Shape;4171;p149"/>
            <p:cNvSpPr/>
            <p:nvPr/>
          </p:nvSpPr>
          <p:spPr>
            <a:xfrm>
              <a:off x="731207" y="3115736"/>
              <a:ext cx="25500" cy="861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2" name="Google Shape;4172;p149"/>
            <p:cNvSpPr/>
            <p:nvPr/>
          </p:nvSpPr>
          <p:spPr>
            <a:xfrm>
              <a:off x="731207" y="3254112"/>
              <a:ext cx="25500" cy="858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3" name="Google Shape;4173;p149"/>
            <p:cNvSpPr/>
            <p:nvPr/>
          </p:nvSpPr>
          <p:spPr>
            <a:xfrm>
              <a:off x="731207" y="2978099"/>
              <a:ext cx="25500" cy="858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4" name="Google Shape;4174;p149"/>
            <p:cNvSpPr/>
            <p:nvPr/>
          </p:nvSpPr>
          <p:spPr>
            <a:xfrm>
              <a:off x="731207" y="3392242"/>
              <a:ext cx="25500" cy="861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5" name="Google Shape;4175;p149"/>
            <p:cNvSpPr/>
            <p:nvPr/>
          </p:nvSpPr>
          <p:spPr>
            <a:xfrm>
              <a:off x="1366948"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6" name="Google Shape;4176;p149"/>
            <p:cNvSpPr/>
            <p:nvPr/>
          </p:nvSpPr>
          <p:spPr>
            <a:xfrm>
              <a:off x="1501138"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7" name="Google Shape;4177;p149"/>
            <p:cNvSpPr/>
            <p:nvPr/>
          </p:nvSpPr>
          <p:spPr>
            <a:xfrm>
              <a:off x="2174059"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8" name="Google Shape;4178;p149"/>
            <p:cNvSpPr/>
            <p:nvPr/>
          </p:nvSpPr>
          <p:spPr>
            <a:xfrm>
              <a:off x="1635821"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79" name="Google Shape;4179;p149"/>
            <p:cNvSpPr/>
            <p:nvPr/>
          </p:nvSpPr>
          <p:spPr>
            <a:xfrm>
              <a:off x="1097583"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0" name="Google Shape;4180;p149"/>
            <p:cNvSpPr/>
            <p:nvPr/>
          </p:nvSpPr>
          <p:spPr>
            <a:xfrm>
              <a:off x="1904940"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1" name="Google Shape;4181;p149"/>
            <p:cNvSpPr/>
            <p:nvPr/>
          </p:nvSpPr>
          <p:spPr>
            <a:xfrm>
              <a:off x="963146" y="2872963"/>
              <a:ext cx="834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2" name="Google Shape;4182;p149"/>
            <p:cNvSpPr/>
            <p:nvPr/>
          </p:nvSpPr>
          <p:spPr>
            <a:xfrm>
              <a:off x="1232265"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3" name="Google Shape;4183;p149"/>
            <p:cNvSpPr/>
            <p:nvPr/>
          </p:nvSpPr>
          <p:spPr>
            <a:xfrm>
              <a:off x="828464"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4" name="Google Shape;4184;p149"/>
            <p:cNvSpPr/>
            <p:nvPr/>
          </p:nvSpPr>
          <p:spPr>
            <a:xfrm>
              <a:off x="731207" y="2872963"/>
              <a:ext cx="57369" cy="64264"/>
            </a:xfrm>
            <a:custGeom>
              <a:avLst/>
              <a:gdLst/>
              <a:ahLst/>
              <a:cxnLst/>
              <a:rect l="l" t="t" r="r" b="b"/>
              <a:pathLst>
                <a:path w="233" h="261" extrusionOk="0">
                  <a:moveTo>
                    <a:pt x="190" y="0"/>
                  </a:moveTo>
                  <a:lnTo>
                    <a:pt x="103" y="0"/>
                  </a:lnTo>
                  <a:lnTo>
                    <a:pt x="20" y="0"/>
                  </a:lnTo>
                  <a:lnTo>
                    <a:pt x="0" y="0"/>
                  </a:lnTo>
                  <a:lnTo>
                    <a:pt x="0" y="45"/>
                  </a:lnTo>
                  <a:lnTo>
                    <a:pt x="0" y="103"/>
                  </a:lnTo>
                  <a:lnTo>
                    <a:pt x="0" y="215"/>
                  </a:lnTo>
                  <a:lnTo>
                    <a:pt x="0" y="261"/>
                  </a:lnTo>
                  <a:lnTo>
                    <a:pt x="103" y="261"/>
                  </a:lnTo>
                  <a:lnTo>
                    <a:pt x="103" y="215"/>
                  </a:lnTo>
                  <a:lnTo>
                    <a:pt x="103" y="103"/>
                  </a:lnTo>
                  <a:lnTo>
                    <a:pt x="190" y="103"/>
                  </a:lnTo>
                  <a:lnTo>
                    <a:pt x="233" y="103"/>
                  </a:lnTo>
                  <a:lnTo>
                    <a:pt x="233" y="0"/>
                  </a:lnTo>
                  <a:lnTo>
                    <a:pt x="190" y="0"/>
                  </a:lnTo>
                  <a:close/>
                </a:path>
              </a:pathLst>
            </a:cu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5" name="Google Shape;4185;p149"/>
            <p:cNvSpPr/>
            <p:nvPr/>
          </p:nvSpPr>
          <p:spPr>
            <a:xfrm>
              <a:off x="2039622"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6" name="Google Shape;4186;p149"/>
            <p:cNvSpPr/>
            <p:nvPr/>
          </p:nvSpPr>
          <p:spPr>
            <a:xfrm>
              <a:off x="1770257"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7" name="Google Shape;4187;p149"/>
            <p:cNvSpPr/>
            <p:nvPr/>
          </p:nvSpPr>
          <p:spPr>
            <a:xfrm>
              <a:off x="2846979"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8" name="Google Shape;4188;p149"/>
            <p:cNvSpPr/>
            <p:nvPr/>
          </p:nvSpPr>
          <p:spPr>
            <a:xfrm>
              <a:off x="2712297"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89" name="Google Shape;4189;p149"/>
            <p:cNvSpPr/>
            <p:nvPr/>
          </p:nvSpPr>
          <p:spPr>
            <a:xfrm>
              <a:off x="2443424"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0" name="Google Shape;4190;p149"/>
            <p:cNvSpPr/>
            <p:nvPr/>
          </p:nvSpPr>
          <p:spPr>
            <a:xfrm>
              <a:off x="2578107"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1" name="Google Shape;4191;p149"/>
            <p:cNvSpPr/>
            <p:nvPr/>
          </p:nvSpPr>
          <p:spPr>
            <a:xfrm>
              <a:off x="2308741"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2" name="Google Shape;4192;p149"/>
            <p:cNvSpPr/>
            <p:nvPr/>
          </p:nvSpPr>
          <p:spPr>
            <a:xfrm>
              <a:off x="2981416"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193" name="Google Shape;4193;p149"/>
          <p:cNvGrpSpPr/>
          <p:nvPr/>
        </p:nvGrpSpPr>
        <p:grpSpPr>
          <a:xfrm>
            <a:off x="8720249" y="1990306"/>
            <a:ext cx="2922935" cy="1120089"/>
            <a:chOff x="6467651" y="1473200"/>
            <a:chExt cx="2111337" cy="809079"/>
          </a:xfrm>
        </p:grpSpPr>
        <p:sp>
          <p:nvSpPr>
            <p:cNvPr id="4194" name="Google Shape;4194;p149"/>
            <p:cNvSpPr/>
            <p:nvPr/>
          </p:nvSpPr>
          <p:spPr>
            <a:xfrm>
              <a:off x="6467651" y="1473200"/>
              <a:ext cx="2111337" cy="809079"/>
            </a:xfrm>
            <a:custGeom>
              <a:avLst/>
              <a:gdLst/>
              <a:ahLst/>
              <a:cxnLst/>
              <a:rect l="l" t="t" r="r" b="b"/>
              <a:pathLst>
                <a:path w="8575" h="3286" extrusionOk="0">
                  <a:moveTo>
                    <a:pt x="8575" y="2648"/>
                  </a:moveTo>
                  <a:lnTo>
                    <a:pt x="8575" y="1434"/>
                  </a:lnTo>
                  <a:lnTo>
                    <a:pt x="8575" y="0"/>
                  </a:lnTo>
                  <a:lnTo>
                    <a:pt x="7936" y="0"/>
                  </a:lnTo>
                  <a:lnTo>
                    <a:pt x="7936" y="0"/>
                  </a:lnTo>
                  <a:lnTo>
                    <a:pt x="0" y="0"/>
                  </a:lnTo>
                  <a:lnTo>
                    <a:pt x="638" y="717"/>
                  </a:lnTo>
                  <a:lnTo>
                    <a:pt x="0" y="1434"/>
                  </a:lnTo>
                  <a:lnTo>
                    <a:pt x="2973" y="1434"/>
                  </a:lnTo>
                  <a:lnTo>
                    <a:pt x="7140" y="1434"/>
                  </a:lnTo>
                  <a:lnTo>
                    <a:pt x="7140" y="2648"/>
                  </a:lnTo>
                  <a:lnTo>
                    <a:pt x="7858" y="3286"/>
                  </a:lnTo>
                  <a:lnTo>
                    <a:pt x="8575" y="2648"/>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5" name="Google Shape;4195;p149"/>
            <p:cNvSpPr/>
            <p:nvPr/>
          </p:nvSpPr>
          <p:spPr>
            <a:xfrm>
              <a:off x="6743664"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6" name="Google Shape;4196;p149"/>
            <p:cNvSpPr/>
            <p:nvPr/>
          </p:nvSpPr>
          <p:spPr>
            <a:xfrm>
              <a:off x="6878101"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7" name="Google Shape;4197;p149"/>
            <p:cNvSpPr/>
            <p:nvPr/>
          </p:nvSpPr>
          <p:spPr>
            <a:xfrm>
              <a:off x="7282395"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8" name="Google Shape;4198;p149"/>
            <p:cNvSpPr/>
            <p:nvPr/>
          </p:nvSpPr>
          <p:spPr>
            <a:xfrm>
              <a:off x="7013276"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199" name="Google Shape;4199;p149"/>
            <p:cNvSpPr/>
            <p:nvPr/>
          </p:nvSpPr>
          <p:spPr>
            <a:xfrm>
              <a:off x="7147958"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0" name="Google Shape;4200;p149"/>
            <p:cNvSpPr/>
            <p:nvPr/>
          </p:nvSpPr>
          <p:spPr>
            <a:xfrm>
              <a:off x="8090983"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1" name="Google Shape;4201;p149"/>
            <p:cNvSpPr/>
            <p:nvPr/>
          </p:nvSpPr>
          <p:spPr>
            <a:xfrm>
              <a:off x="7821372"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2" name="Google Shape;4202;p149"/>
            <p:cNvSpPr/>
            <p:nvPr/>
          </p:nvSpPr>
          <p:spPr>
            <a:xfrm>
              <a:off x="7956300"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3" name="Google Shape;4203;p149"/>
            <p:cNvSpPr/>
            <p:nvPr/>
          </p:nvSpPr>
          <p:spPr>
            <a:xfrm>
              <a:off x="8225666"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4" name="Google Shape;4204;p149"/>
            <p:cNvSpPr/>
            <p:nvPr/>
          </p:nvSpPr>
          <p:spPr>
            <a:xfrm>
              <a:off x="7552006"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5" name="Google Shape;4205;p149"/>
            <p:cNvSpPr/>
            <p:nvPr/>
          </p:nvSpPr>
          <p:spPr>
            <a:xfrm>
              <a:off x="7686689"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6" name="Google Shape;4206;p149"/>
            <p:cNvSpPr/>
            <p:nvPr/>
          </p:nvSpPr>
          <p:spPr>
            <a:xfrm>
              <a:off x="7417078"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7" name="Google Shape;4207;p149"/>
            <p:cNvSpPr/>
            <p:nvPr/>
          </p:nvSpPr>
          <p:spPr>
            <a:xfrm>
              <a:off x="8390141" y="1876263"/>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8" name="Google Shape;4208;p149"/>
            <p:cNvSpPr/>
            <p:nvPr/>
          </p:nvSpPr>
          <p:spPr>
            <a:xfrm>
              <a:off x="8390141" y="2154738"/>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09" name="Google Shape;4209;p149"/>
            <p:cNvSpPr/>
            <p:nvPr/>
          </p:nvSpPr>
          <p:spPr>
            <a:xfrm>
              <a:off x="8390141" y="2015377"/>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0" name="Google Shape;4210;p149"/>
            <p:cNvSpPr/>
            <p:nvPr/>
          </p:nvSpPr>
          <p:spPr>
            <a:xfrm>
              <a:off x="8390141" y="1736902"/>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1" name="Google Shape;4211;p149"/>
            <p:cNvSpPr/>
            <p:nvPr/>
          </p:nvSpPr>
          <p:spPr>
            <a:xfrm>
              <a:off x="8331786" y="1637922"/>
              <a:ext cx="83715" cy="86916"/>
            </a:xfrm>
            <a:custGeom>
              <a:avLst/>
              <a:gdLst/>
              <a:ahLst/>
              <a:cxnLst/>
              <a:rect l="l" t="t" r="r" b="b"/>
              <a:pathLst>
                <a:path w="340" h="353" extrusionOk="0">
                  <a:moveTo>
                    <a:pt x="237" y="0"/>
                  </a:moveTo>
                  <a:lnTo>
                    <a:pt x="0" y="0"/>
                  </a:lnTo>
                  <a:lnTo>
                    <a:pt x="0" y="102"/>
                  </a:lnTo>
                  <a:lnTo>
                    <a:pt x="237" y="102"/>
                  </a:lnTo>
                  <a:lnTo>
                    <a:pt x="237" y="353"/>
                  </a:lnTo>
                  <a:lnTo>
                    <a:pt x="340" y="353"/>
                  </a:lnTo>
                  <a:lnTo>
                    <a:pt x="340" y="102"/>
                  </a:lnTo>
                  <a:lnTo>
                    <a:pt x="340" y="0"/>
                  </a:lnTo>
                  <a:lnTo>
                    <a:pt x="237" y="0"/>
                  </a:lnTo>
                  <a:close/>
                </a:path>
              </a:pathLst>
            </a:cu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212" name="Google Shape;4212;p149"/>
          <p:cNvGrpSpPr/>
          <p:nvPr/>
        </p:nvGrpSpPr>
        <p:grpSpPr>
          <a:xfrm>
            <a:off x="7831609" y="3086193"/>
            <a:ext cx="3811575" cy="1102704"/>
            <a:chOff x="5825755" y="2264799"/>
            <a:chExt cx="2753232" cy="796522"/>
          </a:xfrm>
        </p:grpSpPr>
        <p:sp>
          <p:nvSpPr>
            <p:cNvPr id="4213" name="Google Shape;4213;p149"/>
            <p:cNvSpPr/>
            <p:nvPr/>
          </p:nvSpPr>
          <p:spPr>
            <a:xfrm>
              <a:off x="5825755" y="2264799"/>
              <a:ext cx="2753232" cy="796522"/>
            </a:xfrm>
            <a:custGeom>
              <a:avLst/>
              <a:gdLst/>
              <a:ahLst/>
              <a:cxnLst/>
              <a:rect l="l" t="t" r="r" b="b"/>
              <a:pathLst>
                <a:path w="11182" h="3235" extrusionOk="0">
                  <a:moveTo>
                    <a:pt x="9747" y="0"/>
                  </a:moveTo>
                  <a:lnTo>
                    <a:pt x="9747" y="1795"/>
                  </a:lnTo>
                  <a:lnTo>
                    <a:pt x="643" y="1795"/>
                  </a:lnTo>
                  <a:lnTo>
                    <a:pt x="0" y="2515"/>
                  </a:lnTo>
                  <a:lnTo>
                    <a:pt x="643" y="3235"/>
                  </a:lnTo>
                  <a:lnTo>
                    <a:pt x="11182" y="3235"/>
                  </a:lnTo>
                  <a:lnTo>
                    <a:pt x="11182" y="0"/>
                  </a:lnTo>
                  <a:lnTo>
                    <a:pt x="10465" y="639"/>
                  </a:lnTo>
                  <a:lnTo>
                    <a:pt x="9747"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4" name="Google Shape;4214;p149"/>
            <p:cNvSpPr/>
            <p:nvPr/>
          </p:nvSpPr>
          <p:spPr>
            <a:xfrm>
              <a:off x="8390141" y="2712181"/>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5" name="Google Shape;4215;p149"/>
            <p:cNvSpPr/>
            <p:nvPr/>
          </p:nvSpPr>
          <p:spPr>
            <a:xfrm>
              <a:off x="8390141" y="2842678"/>
              <a:ext cx="25500" cy="5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6" name="Google Shape;4216;p149"/>
            <p:cNvSpPr/>
            <p:nvPr/>
          </p:nvSpPr>
          <p:spPr>
            <a:xfrm>
              <a:off x="8390141" y="2572820"/>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7" name="Google Shape;4217;p149"/>
            <p:cNvSpPr/>
            <p:nvPr/>
          </p:nvSpPr>
          <p:spPr>
            <a:xfrm>
              <a:off x="8390141" y="2433460"/>
              <a:ext cx="25500" cy="870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8" name="Google Shape;4218;p149"/>
            <p:cNvSpPr/>
            <p:nvPr/>
          </p:nvSpPr>
          <p:spPr>
            <a:xfrm>
              <a:off x="6345772"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19" name="Google Shape;4219;p149"/>
            <p:cNvSpPr/>
            <p:nvPr/>
          </p:nvSpPr>
          <p:spPr>
            <a:xfrm>
              <a:off x="6480209"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0" name="Google Shape;4220;p149"/>
            <p:cNvSpPr/>
            <p:nvPr/>
          </p:nvSpPr>
          <p:spPr>
            <a:xfrm>
              <a:off x="6884256"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1" name="Google Shape;4221;p149"/>
            <p:cNvSpPr/>
            <p:nvPr/>
          </p:nvSpPr>
          <p:spPr>
            <a:xfrm>
              <a:off x="6614891"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2" name="Google Shape;4222;p149"/>
            <p:cNvSpPr/>
            <p:nvPr/>
          </p:nvSpPr>
          <p:spPr>
            <a:xfrm>
              <a:off x="6211582" y="2872963"/>
              <a:ext cx="834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3" name="Google Shape;4223;p149"/>
            <p:cNvSpPr/>
            <p:nvPr/>
          </p:nvSpPr>
          <p:spPr>
            <a:xfrm>
              <a:off x="5942217"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4" name="Google Shape;4224;p149"/>
            <p:cNvSpPr/>
            <p:nvPr/>
          </p:nvSpPr>
          <p:spPr>
            <a:xfrm>
              <a:off x="6076899"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5" name="Google Shape;4225;p149"/>
            <p:cNvSpPr/>
            <p:nvPr/>
          </p:nvSpPr>
          <p:spPr>
            <a:xfrm>
              <a:off x="6749574"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6" name="Google Shape;4226;p149"/>
            <p:cNvSpPr/>
            <p:nvPr/>
          </p:nvSpPr>
          <p:spPr>
            <a:xfrm>
              <a:off x="7960732"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7" name="Google Shape;4227;p149"/>
            <p:cNvSpPr/>
            <p:nvPr/>
          </p:nvSpPr>
          <p:spPr>
            <a:xfrm>
              <a:off x="7826050"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8" name="Google Shape;4228;p149"/>
            <p:cNvSpPr/>
            <p:nvPr/>
          </p:nvSpPr>
          <p:spPr>
            <a:xfrm>
              <a:off x="7018693"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29" name="Google Shape;4229;p149"/>
            <p:cNvSpPr/>
            <p:nvPr/>
          </p:nvSpPr>
          <p:spPr>
            <a:xfrm>
              <a:off x="7691367"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0" name="Google Shape;4230;p149"/>
            <p:cNvSpPr/>
            <p:nvPr/>
          </p:nvSpPr>
          <p:spPr>
            <a:xfrm>
              <a:off x="8229851"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1" name="Google Shape;4231;p149"/>
            <p:cNvSpPr/>
            <p:nvPr/>
          </p:nvSpPr>
          <p:spPr>
            <a:xfrm>
              <a:off x="8095169"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2" name="Google Shape;4232;p149"/>
            <p:cNvSpPr/>
            <p:nvPr/>
          </p:nvSpPr>
          <p:spPr>
            <a:xfrm>
              <a:off x="7556931"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3" name="Google Shape;4233;p149"/>
            <p:cNvSpPr/>
            <p:nvPr/>
          </p:nvSpPr>
          <p:spPr>
            <a:xfrm>
              <a:off x="7288058"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4" name="Google Shape;4234;p149"/>
            <p:cNvSpPr/>
            <p:nvPr/>
          </p:nvSpPr>
          <p:spPr>
            <a:xfrm>
              <a:off x="7153375"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5" name="Google Shape;4235;p149"/>
            <p:cNvSpPr/>
            <p:nvPr/>
          </p:nvSpPr>
          <p:spPr>
            <a:xfrm>
              <a:off x="7422494"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6" name="Google Shape;4236;p149"/>
            <p:cNvSpPr/>
            <p:nvPr/>
          </p:nvSpPr>
          <p:spPr>
            <a:xfrm>
              <a:off x="8364534" y="2851542"/>
              <a:ext cx="50968" cy="46782"/>
            </a:xfrm>
            <a:custGeom>
              <a:avLst/>
              <a:gdLst/>
              <a:ahLst/>
              <a:cxnLst/>
              <a:rect l="l" t="t" r="r" b="b"/>
              <a:pathLst>
                <a:path w="207" h="190" extrusionOk="0">
                  <a:moveTo>
                    <a:pt x="104" y="0"/>
                  </a:moveTo>
                  <a:lnTo>
                    <a:pt x="104" y="87"/>
                  </a:lnTo>
                  <a:lnTo>
                    <a:pt x="0" y="87"/>
                  </a:lnTo>
                  <a:lnTo>
                    <a:pt x="0" y="190"/>
                  </a:lnTo>
                  <a:lnTo>
                    <a:pt x="207" y="190"/>
                  </a:lnTo>
                  <a:lnTo>
                    <a:pt x="207" y="170"/>
                  </a:lnTo>
                  <a:lnTo>
                    <a:pt x="207" y="0"/>
                  </a:lnTo>
                  <a:lnTo>
                    <a:pt x="104" y="0"/>
                  </a:lnTo>
                  <a:close/>
                </a:path>
              </a:pathLst>
            </a:cu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237" name="Google Shape;4237;p149"/>
          <p:cNvGrpSpPr/>
          <p:nvPr/>
        </p:nvGrpSpPr>
        <p:grpSpPr>
          <a:xfrm>
            <a:off x="548630" y="4793939"/>
            <a:ext cx="2752501" cy="1102704"/>
            <a:chOff x="565008" y="3498363"/>
            <a:chExt cx="1988227" cy="796522"/>
          </a:xfrm>
        </p:grpSpPr>
        <p:sp>
          <p:nvSpPr>
            <p:cNvPr id="4238" name="Google Shape;4238;p149"/>
            <p:cNvSpPr/>
            <p:nvPr/>
          </p:nvSpPr>
          <p:spPr>
            <a:xfrm>
              <a:off x="565008" y="3498363"/>
              <a:ext cx="1988227" cy="796522"/>
            </a:xfrm>
            <a:custGeom>
              <a:avLst/>
              <a:gdLst/>
              <a:ahLst/>
              <a:cxnLst/>
              <a:rect l="l" t="t" r="r" b="b"/>
              <a:pathLst>
                <a:path w="8075" h="3235" extrusionOk="0">
                  <a:moveTo>
                    <a:pt x="0" y="0"/>
                  </a:moveTo>
                  <a:lnTo>
                    <a:pt x="0" y="3235"/>
                  </a:lnTo>
                  <a:lnTo>
                    <a:pt x="1440" y="3235"/>
                  </a:lnTo>
                  <a:lnTo>
                    <a:pt x="7438" y="3235"/>
                  </a:lnTo>
                  <a:lnTo>
                    <a:pt x="8075" y="2518"/>
                  </a:lnTo>
                  <a:lnTo>
                    <a:pt x="7438" y="1800"/>
                  </a:lnTo>
                  <a:lnTo>
                    <a:pt x="1440" y="1800"/>
                  </a:lnTo>
                  <a:lnTo>
                    <a:pt x="1440" y="7"/>
                  </a:lnTo>
                  <a:lnTo>
                    <a:pt x="723" y="643"/>
                  </a:lnTo>
                  <a:lnTo>
                    <a:pt x="0"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39" name="Google Shape;4239;p149"/>
            <p:cNvSpPr/>
            <p:nvPr/>
          </p:nvSpPr>
          <p:spPr>
            <a:xfrm>
              <a:off x="731207" y="3944760"/>
              <a:ext cx="25500" cy="864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0" name="Google Shape;4240;p149"/>
            <p:cNvSpPr/>
            <p:nvPr/>
          </p:nvSpPr>
          <p:spPr>
            <a:xfrm>
              <a:off x="731207" y="3806877"/>
              <a:ext cx="25500" cy="858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1" name="Google Shape;4241;p149"/>
            <p:cNvSpPr/>
            <p:nvPr/>
          </p:nvSpPr>
          <p:spPr>
            <a:xfrm>
              <a:off x="731207" y="3668747"/>
              <a:ext cx="25500" cy="858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2" name="Google Shape;4242;p149"/>
            <p:cNvSpPr/>
            <p:nvPr/>
          </p:nvSpPr>
          <p:spPr>
            <a:xfrm>
              <a:off x="1505078"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3" name="Google Shape;4243;p149"/>
            <p:cNvSpPr/>
            <p:nvPr/>
          </p:nvSpPr>
          <p:spPr>
            <a:xfrm>
              <a:off x="2181199"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4" name="Google Shape;4244;p149"/>
            <p:cNvSpPr/>
            <p:nvPr/>
          </p:nvSpPr>
          <p:spPr>
            <a:xfrm>
              <a:off x="1910849"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5" name="Google Shape;4245;p149"/>
            <p:cNvSpPr/>
            <p:nvPr/>
          </p:nvSpPr>
          <p:spPr>
            <a:xfrm>
              <a:off x="2316620"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6" name="Google Shape;4246;p149"/>
            <p:cNvSpPr/>
            <p:nvPr/>
          </p:nvSpPr>
          <p:spPr>
            <a:xfrm>
              <a:off x="2045778"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7" name="Google Shape;4247;p149"/>
            <p:cNvSpPr/>
            <p:nvPr/>
          </p:nvSpPr>
          <p:spPr>
            <a:xfrm>
              <a:off x="1775428"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8" name="Google Shape;4248;p149"/>
            <p:cNvSpPr/>
            <p:nvPr/>
          </p:nvSpPr>
          <p:spPr>
            <a:xfrm>
              <a:off x="1640499"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49" name="Google Shape;4249;p149"/>
            <p:cNvSpPr/>
            <p:nvPr/>
          </p:nvSpPr>
          <p:spPr>
            <a:xfrm>
              <a:off x="828710"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0" name="Google Shape;4250;p149"/>
            <p:cNvSpPr/>
            <p:nvPr/>
          </p:nvSpPr>
          <p:spPr>
            <a:xfrm>
              <a:off x="1234728" y="4106035"/>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1" name="Google Shape;4251;p149"/>
            <p:cNvSpPr/>
            <p:nvPr/>
          </p:nvSpPr>
          <p:spPr>
            <a:xfrm>
              <a:off x="1369656"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2" name="Google Shape;4252;p149"/>
            <p:cNvSpPr/>
            <p:nvPr/>
          </p:nvSpPr>
          <p:spPr>
            <a:xfrm>
              <a:off x="1099306" y="4106035"/>
              <a:ext cx="846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3" name="Google Shape;4253;p149"/>
            <p:cNvSpPr/>
            <p:nvPr/>
          </p:nvSpPr>
          <p:spPr>
            <a:xfrm>
              <a:off x="964131" y="4106035"/>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4" name="Google Shape;4254;p149"/>
            <p:cNvSpPr/>
            <p:nvPr/>
          </p:nvSpPr>
          <p:spPr>
            <a:xfrm>
              <a:off x="731207" y="4062700"/>
              <a:ext cx="57616" cy="68696"/>
            </a:xfrm>
            <a:custGeom>
              <a:avLst/>
              <a:gdLst/>
              <a:ahLst/>
              <a:cxnLst/>
              <a:rect l="l" t="t" r="r" b="b"/>
              <a:pathLst>
                <a:path w="234" h="279" extrusionOk="0">
                  <a:moveTo>
                    <a:pt x="103" y="176"/>
                  </a:moveTo>
                  <a:lnTo>
                    <a:pt x="103" y="0"/>
                  </a:lnTo>
                  <a:lnTo>
                    <a:pt x="0" y="0"/>
                  </a:lnTo>
                  <a:lnTo>
                    <a:pt x="0" y="176"/>
                  </a:lnTo>
                  <a:lnTo>
                    <a:pt x="0" y="194"/>
                  </a:lnTo>
                  <a:lnTo>
                    <a:pt x="0" y="279"/>
                  </a:lnTo>
                  <a:lnTo>
                    <a:pt x="234" y="279"/>
                  </a:lnTo>
                  <a:lnTo>
                    <a:pt x="234" y="176"/>
                  </a:lnTo>
                  <a:lnTo>
                    <a:pt x="103" y="176"/>
                  </a:lnTo>
                  <a:close/>
                </a:path>
              </a:pathLst>
            </a:cu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grpSp>
        <p:nvGrpSpPr>
          <p:cNvPr id="4255" name="Google Shape;4255;p149"/>
          <p:cNvGrpSpPr/>
          <p:nvPr/>
        </p:nvGrpSpPr>
        <p:grpSpPr>
          <a:xfrm>
            <a:off x="548630" y="1990307"/>
            <a:ext cx="2752501" cy="488803"/>
            <a:chOff x="565008" y="1473200"/>
            <a:chExt cx="1988227" cy="353079"/>
          </a:xfrm>
        </p:grpSpPr>
        <p:sp>
          <p:nvSpPr>
            <p:cNvPr id="4256" name="Google Shape;4256;p149"/>
            <p:cNvSpPr/>
            <p:nvPr/>
          </p:nvSpPr>
          <p:spPr>
            <a:xfrm>
              <a:off x="565008" y="1473200"/>
              <a:ext cx="1988227" cy="353079"/>
            </a:xfrm>
            <a:custGeom>
              <a:avLst/>
              <a:gdLst/>
              <a:ahLst/>
              <a:cxnLst/>
              <a:rect l="l" t="t" r="r" b="b"/>
              <a:pathLst>
                <a:path w="8075" h="1434" extrusionOk="0">
                  <a:moveTo>
                    <a:pt x="7438" y="0"/>
                  </a:moveTo>
                  <a:lnTo>
                    <a:pt x="0" y="0"/>
                  </a:lnTo>
                  <a:lnTo>
                    <a:pt x="639" y="717"/>
                  </a:lnTo>
                  <a:lnTo>
                    <a:pt x="0" y="1434"/>
                  </a:lnTo>
                  <a:lnTo>
                    <a:pt x="7438" y="1434"/>
                  </a:lnTo>
                  <a:lnTo>
                    <a:pt x="8075" y="717"/>
                  </a:lnTo>
                  <a:lnTo>
                    <a:pt x="7438"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7" name="Google Shape;4257;p149"/>
            <p:cNvSpPr/>
            <p:nvPr/>
          </p:nvSpPr>
          <p:spPr>
            <a:xfrm>
              <a:off x="1624248"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8" name="Google Shape;4258;p149"/>
            <p:cNvSpPr/>
            <p:nvPr/>
          </p:nvSpPr>
          <p:spPr>
            <a:xfrm>
              <a:off x="816153"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59" name="Google Shape;4259;p149"/>
            <p:cNvSpPr/>
            <p:nvPr/>
          </p:nvSpPr>
          <p:spPr>
            <a:xfrm>
              <a:off x="2028542"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0" name="Google Shape;4260;p149"/>
            <p:cNvSpPr/>
            <p:nvPr/>
          </p:nvSpPr>
          <p:spPr>
            <a:xfrm>
              <a:off x="1355129"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1" name="Google Shape;4261;p149"/>
            <p:cNvSpPr/>
            <p:nvPr/>
          </p:nvSpPr>
          <p:spPr>
            <a:xfrm>
              <a:off x="1085518"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2" name="Google Shape;4262;p149"/>
            <p:cNvSpPr/>
            <p:nvPr/>
          </p:nvSpPr>
          <p:spPr>
            <a:xfrm>
              <a:off x="1758931"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3" name="Google Shape;4263;p149"/>
            <p:cNvSpPr/>
            <p:nvPr/>
          </p:nvSpPr>
          <p:spPr>
            <a:xfrm>
              <a:off x="1893860"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4" name="Google Shape;4264;p149"/>
            <p:cNvSpPr/>
            <p:nvPr/>
          </p:nvSpPr>
          <p:spPr>
            <a:xfrm>
              <a:off x="1219954"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5" name="Google Shape;4265;p149"/>
            <p:cNvSpPr/>
            <p:nvPr/>
          </p:nvSpPr>
          <p:spPr>
            <a:xfrm>
              <a:off x="950835"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6" name="Google Shape;4266;p149"/>
            <p:cNvSpPr/>
            <p:nvPr/>
          </p:nvSpPr>
          <p:spPr>
            <a:xfrm>
              <a:off x="2297661"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7" name="Google Shape;4267;p149"/>
            <p:cNvSpPr/>
            <p:nvPr/>
          </p:nvSpPr>
          <p:spPr>
            <a:xfrm>
              <a:off x="2163225"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8" name="Google Shape;4268;p149"/>
            <p:cNvSpPr/>
            <p:nvPr/>
          </p:nvSpPr>
          <p:spPr>
            <a:xfrm>
              <a:off x="1489566" y="1637922"/>
              <a:ext cx="843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69" name="Google Shape;4269;p149"/>
            <p:cNvSpPr/>
            <p:nvPr/>
          </p:nvSpPr>
          <p:spPr>
            <a:xfrm>
              <a:off x="2432836" y="1637922"/>
              <a:ext cx="840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0" name="Google Shape;4270;p149"/>
            <p:cNvSpPr/>
            <p:nvPr/>
          </p:nvSpPr>
          <p:spPr>
            <a:xfrm>
              <a:off x="696138" y="1637922"/>
              <a:ext cx="83700" cy="252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sp>
        <p:nvSpPr>
          <p:cNvPr id="4271" name="Google Shape;4271;p149"/>
          <p:cNvSpPr/>
          <p:nvPr/>
        </p:nvSpPr>
        <p:spPr>
          <a:xfrm>
            <a:off x="1444361" y="1754189"/>
            <a:ext cx="961200" cy="961200"/>
          </a:xfrm>
          <a:prstGeom prst="ellipse">
            <a:avLst/>
          </a:prstGeom>
          <a:solidFill>
            <a:schemeClr val="lt1"/>
          </a:solidFill>
          <a:ln w="28575"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272" name="Google Shape;4272;p149"/>
          <p:cNvSpPr txBox="1"/>
          <p:nvPr/>
        </p:nvSpPr>
        <p:spPr>
          <a:xfrm flipH="1">
            <a:off x="1012304" y="1390843"/>
            <a:ext cx="1825200" cy="225767"/>
          </a:xfrm>
          <a:prstGeom prst="rect">
            <a:avLst/>
          </a:prstGeom>
          <a:noFill/>
          <a:ln>
            <a:noFill/>
          </a:ln>
        </p:spPr>
        <p:txBody>
          <a:bodyPr spcFirstLastPara="1" wrap="square" lIns="0" tIns="0" rIns="0" bIns="0" anchor="ctr" anchorCtr="0">
            <a:spAutoFit/>
          </a:bodyPr>
          <a:lstStyle/>
          <a:p>
            <a:pPr algn="ctr">
              <a:buClr>
                <a:schemeClr val="accent1"/>
              </a:buClr>
              <a:buSzPts val="1100"/>
            </a:pPr>
            <a:r>
              <a:rPr lang="en" sz="1467" b="1">
                <a:solidFill>
                  <a:schemeClr val="accent1"/>
                </a:solidFill>
                <a:latin typeface="Arial"/>
                <a:ea typeface="Arial"/>
                <a:cs typeface="Arial"/>
                <a:sym typeface="Arial"/>
              </a:rPr>
              <a:t>Element Title Here</a:t>
            </a:r>
            <a:endParaRPr sz="1200">
              <a:solidFill>
                <a:schemeClr val="accent1"/>
              </a:solidFill>
              <a:latin typeface="Arial"/>
              <a:ea typeface="Arial"/>
              <a:cs typeface="Arial"/>
              <a:sym typeface="Arial"/>
            </a:endParaRPr>
          </a:p>
        </p:txBody>
      </p:sp>
      <p:grpSp>
        <p:nvGrpSpPr>
          <p:cNvPr id="4273" name="Google Shape;4273;p149"/>
          <p:cNvGrpSpPr/>
          <p:nvPr/>
        </p:nvGrpSpPr>
        <p:grpSpPr>
          <a:xfrm>
            <a:off x="4317943" y="3698049"/>
            <a:ext cx="3539221" cy="490848"/>
            <a:chOff x="3287714" y="2706764"/>
            <a:chExt cx="2556502" cy="354557"/>
          </a:xfrm>
        </p:grpSpPr>
        <p:sp>
          <p:nvSpPr>
            <p:cNvPr id="4274" name="Google Shape;4274;p149"/>
            <p:cNvSpPr/>
            <p:nvPr/>
          </p:nvSpPr>
          <p:spPr>
            <a:xfrm>
              <a:off x="3287714" y="2706764"/>
              <a:ext cx="2556502" cy="354557"/>
            </a:xfrm>
            <a:custGeom>
              <a:avLst/>
              <a:gdLst/>
              <a:ahLst/>
              <a:cxnLst/>
              <a:rect l="l" t="t" r="r" b="b"/>
              <a:pathLst>
                <a:path w="10383" h="1440" extrusionOk="0">
                  <a:moveTo>
                    <a:pt x="10383" y="0"/>
                  </a:moveTo>
                  <a:lnTo>
                    <a:pt x="643" y="0"/>
                  </a:lnTo>
                  <a:lnTo>
                    <a:pt x="0" y="720"/>
                  </a:lnTo>
                  <a:lnTo>
                    <a:pt x="643" y="1440"/>
                  </a:lnTo>
                  <a:lnTo>
                    <a:pt x="10383" y="1440"/>
                  </a:lnTo>
                  <a:lnTo>
                    <a:pt x="9742" y="720"/>
                  </a:lnTo>
                  <a:lnTo>
                    <a:pt x="10383" y="0"/>
                  </a:lnTo>
                  <a:close/>
                </a:path>
              </a:pathLst>
            </a:custGeom>
            <a:solidFill>
              <a:srgbClr val="5B5B5B"/>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5" name="Google Shape;4275;p149"/>
            <p:cNvSpPr/>
            <p:nvPr/>
          </p:nvSpPr>
          <p:spPr>
            <a:xfrm>
              <a:off x="5403733"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6" name="Google Shape;4276;p149"/>
            <p:cNvSpPr/>
            <p:nvPr/>
          </p:nvSpPr>
          <p:spPr>
            <a:xfrm>
              <a:off x="5538415"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7" name="Google Shape;4277;p149"/>
            <p:cNvSpPr/>
            <p:nvPr/>
          </p:nvSpPr>
          <p:spPr>
            <a:xfrm>
              <a:off x="3385217"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8" name="Google Shape;4278;p149"/>
            <p:cNvSpPr/>
            <p:nvPr/>
          </p:nvSpPr>
          <p:spPr>
            <a:xfrm>
              <a:off x="3654582"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79" name="Google Shape;4279;p149"/>
            <p:cNvSpPr/>
            <p:nvPr/>
          </p:nvSpPr>
          <p:spPr>
            <a:xfrm>
              <a:off x="3519900"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0" name="Google Shape;4280;p149"/>
            <p:cNvSpPr/>
            <p:nvPr/>
          </p:nvSpPr>
          <p:spPr>
            <a:xfrm>
              <a:off x="3789265"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1" name="Google Shape;4281;p149"/>
            <p:cNvSpPr/>
            <p:nvPr/>
          </p:nvSpPr>
          <p:spPr>
            <a:xfrm>
              <a:off x="4192574"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2" name="Google Shape;4282;p149"/>
            <p:cNvSpPr/>
            <p:nvPr/>
          </p:nvSpPr>
          <p:spPr>
            <a:xfrm>
              <a:off x="4731058"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3" name="Google Shape;4283;p149"/>
            <p:cNvSpPr/>
            <p:nvPr/>
          </p:nvSpPr>
          <p:spPr>
            <a:xfrm>
              <a:off x="4596376"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4" name="Google Shape;4284;p149"/>
            <p:cNvSpPr/>
            <p:nvPr/>
          </p:nvSpPr>
          <p:spPr>
            <a:xfrm>
              <a:off x="4865741" y="2872963"/>
              <a:ext cx="837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5" name="Google Shape;4285;p149"/>
            <p:cNvSpPr/>
            <p:nvPr/>
          </p:nvSpPr>
          <p:spPr>
            <a:xfrm>
              <a:off x="5134614"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6" name="Google Shape;4286;p149"/>
            <p:cNvSpPr/>
            <p:nvPr/>
          </p:nvSpPr>
          <p:spPr>
            <a:xfrm>
              <a:off x="5000424" y="2872963"/>
              <a:ext cx="834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7" name="Google Shape;4287;p149"/>
            <p:cNvSpPr/>
            <p:nvPr/>
          </p:nvSpPr>
          <p:spPr>
            <a:xfrm>
              <a:off x="4057892"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8" name="Google Shape;4288;p149"/>
            <p:cNvSpPr/>
            <p:nvPr/>
          </p:nvSpPr>
          <p:spPr>
            <a:xfrm>
              <a:off x="5269050" y="2872963"/>
              <a:ext cx="843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89" name="Google Shape;4289;p149"/>
            <p:cNvSpPr/>
            <p:nvPr/>
          </p:nvSpPr>
          <p:spPr>
            <a:xfrm>
              <a:off x="4461939"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90" name="Google Shape;4290;p149"/>
            <p:cNvSpPr/>
            <p:nvPr/>
          </p:nvSpPr>
          <p:spPr>
            <a:xfrm>
              <a:off x="3923455"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291" name="Google Shape;4291;p149"/>
            <p:cNvSpPr/>
            <p:nvPr/>
          </p:nvSpPr>
          <p:spPr>
            <a:xfrm>
              <a:off x="4327257" y="2872963"/>
              <a:ext cx="84000" cy="25500"/>
            </a:xfrm>
            <a:prstGeom prst="rect">
              <a:avLst/>
            </a:prstGeom>
            <a:solidFill>
              <a:srgbClr val="FFFFFF"/>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sp>
        <p:nvSpPr>
          <p:cNvPr id="4292" name="Google Shape;4292;p149"/>
          <p:cNvSpPr/>
          <p:nvPr/>
        </p:nvSpPr>
        <p:spPr>
          <a:xfrm>
            <a:off x="5607096" y="3464004"/>
            <a:ext cx="961200" cy="961200"/>
          </a:xfrm>
          <a:prstGeom prst="ellipse">
            <a:avLst/>
          </a:prstGeom>
          <a:solidFill>
            <a:schemeClr val="lt1"/>
          </a:solidFill>
          <a:ln w="28575" cap="flat" cmpd="sng">
            <a:solidFill>
              <a:schemeClr val="accent6"/>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293" name="Google Shape;4293;p149"/>
          <p:cNvSpPr txBox="1"/>
          <p:nvPr/>
        </p:nvSpPr>
        <p:spPr>
          <a:xfrm flipH="1">
            <a:off x="5175039" y="3100658"/>
            <a:ext cx="1825200" cy="225767"/>
          </a:xfrm>
          <a:prstGeom prst="rect">
            <a:avLst/>
          </a:prstGeom>
          <a:noFill/>
          <a:ln>
            <a:noFill/>
          </a:ln>
        </p:spPr>
        <p:txBody>
          <a:bodyPr spcFirstLastPara="1" wrap="square" lIns="0" tIns="0" rIns="0" bIns="0" anchor="ctr" anchorCtr="0">
            <a:spAutoFit/>
          </a:bodyPr>
          <a:lstStyle/>
          <a:p>
            <a:pPr algn="ctr">
              <a:buClr>
                <a:schemeClr val="accent6"/>
              </a:buClr>
              <a:buSzPts val="1100"/>
            </a:pPr>
            <a:r>
              <a:rPr lang="en" sz="1467" b="1">
                <a:solidFill>
                  <a:schemeClr val="accent6"/>
                </a:solidFill>
                <a:latin typeface="Arial"/>
                <a:ea typeface="Arial"/>
                <a:cs typeface="Arial"/>
                <a:sym typeface="Arial"/>
              </a:rPr>
              <a:t>Element Title Here</a:t>
            </a:r>
            <a:endParaRPr sz="1200">
              <a:solidFill>
                <a:schemeClr val="accent6"/>
              </a:solidFill>
              <a:latin typeface="Arial"/>
              <a:ea typeface="Arial"/>
              <a:cs typeface="Arial"/>
              <a:sym typeface="Arial"/>
            </a:endParaRPr>
          </a:p>
        </p:txBody>
      </p:sp>
      <p:sp>
        <p:nvSpPr>
          <p:cNvPr id="4294" name="Google Shape;4294;p149"/>
          <p:cNvSpPr/>
          <p:nvPr/>
        </p:nvSpPr>
        <p:spPr>
          <a:xfrm>
            <a:off x="4169637" y="5171776"/>
            <a:ext cx="961200" cy="961200"/>
          </a:xfrm>
          <a:prstGeom prst="ellipse">
            <a:avLst/>
          </a:prstGeom>
          <a:solidFill>
            <a:schemeClr val="lt1"/>
          </a:solidFill>
          <a:ln w="28575" cap="flat" cmpd="sng">
            <a:solidFill>
              <a:schemeClr val="accent3"/>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295" name="Google Shape;4295;p149"/>
          <p:cNvSpPr txBox="1"/>
          <p:nvPr/>
        </p:nvSpPr>
        <p:spPr>
          <a:xfrm flipH="1">
            <a:off x="3737580" y="4808430"/>
            <a:ext cx="1825200" cy="225767"/>
          </a:xfrm>
          <a:prstGeom prst="rect">
            <a:avLst/>
          </a:prstGeom>
          <a:noFill/>
          <a:ln>
            <a:noFill/>
          </a:ln>
        </p:spPr>
        <p:txBody>
          <a:bodyPr spcFirstLastPara="1" wrap="square" lIns="0" tIns="0" rIns="0" bIns="0" anchor="ctr" anchorCtr="0">
            <a:spAutoFit/>
          </a:bodyPr>
          <a:lstStyle/>
          <a:p>
            <a:pPr algn="ctr">
              <a:buClr>
                <a:schemeClr val="accent3"/>
              </a:buClr>
              <a:buSzPts val="1100"/>
            </a:pPr>
            <a:r>
              <a:rPr lang="en" sz="1467" b="1">
                <a:solidFill>
                  <a:schemeClr val="accent3"/>
                </a:solidFill>
                <a:latin typeface="Arial"/>
                <a:ea typeface="Arial"/>
                <a:cs typeface="Arial"/>
                <a:sym typeface="Arial"/>
              </a:rPr>
              <a:t>Element Title Here</a:t>
            </a:r>
            <a:endParaRPr sz="1200">
              <a:solidFill>
                <a:schemeClr val="accent3"/>
              </a:solidFill>
              <a:latin typeface="Arial"/>
              <a:ea typeface="Arial"/>
              <a:cs typeface="Arial"/>
              <a:sym typeface="Arial"/>
            </a:endParaRPr>
          </a:p>
        </p:txBody>
      </p:sp>
      <p:sp>
        <p:nvSpPr>
          <p:cNvPr id="4296" name="Google Shape;4296;p149"/>
          <p:cNvSpPr/>
          <p:nvPr/>
        </p:nvSpPr>
        <p:spPr>
          <a:xfrm>
            <a:off x="4169637" y="1754189"/>
            <a:ext cx="961200" cy="961200"/>
          </a:xfrm>
          <a:prstGeom prst="ellipse">
            <a:avLst/>
          </a:prstGeom>
          <a:solidFill>
            <a:schemeClr val="lt1"/>
          </a:solidFill>
          <a:ln w="28575" cap="flat" cmpd="sng">
            <a:solidFill>
              <a:schemeClr val="accent2"/>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297" name="Google Shape;4297;p149"/>
          <p:cNvSpPr txBox="1"/>
          <p:nvPr/>
        </p:nvSpPr>
        <p:spPr>
          <a:xfrm flipH="1">
            <a:off x="3737580" y="1390843"/>
            <a:ext cx="1825200" cy="225767"/>
          </a:xfrm>
          <a:prstGeom prst="rect">
            <a:avLst/>
          </a:prstGeom>
          <a:noFill/>
          <a:ln>
            <a:noFill/>
          </a:ln>
        </p:spPr>
        <p:txBody>
          <a:bodyPr spcFirstLastPara="1" wrap="square" lIns="0" tIns="0" rIns="0" bIns="0" anchor="ctr" anchorCtr="0">
            <a:spAutoFit/>
          </a:bodyPr>
          <a:lstStyle/>
          <a:p>
            <a:pPr algn="ctr">
              <a:buClr>
                <a:schemeClr val="accent2"/>
              </a:buClr>
              <a:buSzPts val="1100"/>
            </a:pPr>
            <a:r>
              <a:rPr lang="en" sz="1467" b="1">
                <a:solidFill>
                  <a:schemeClr val="accent2"/>
                </a:solidFill>
                <a:latin typeface="Arial"/>
                <a:ea typeface="Arial"/>
                <a:cs typeface="Arial"/>
                <a:sym typeface="Arial"/>
              </a:rPr>
              <a:t>Element Title Here</a:t>
            </a:r>
            <a:endParaRPr sz="1200">
              <a:solidFill>
                <a:schemeClr val="accent2"/>
              </a:solidFill>
              <a:latin typeface="Arial"/>
              <a:ea typeface="Arial"/>
              <a:cs typeface="Arial"/>
              <a:sym typeface="Arial"/>
            </a:endParaRPr>
          </a:p>
        </p:txBody>
      </p:sp>
      <p:sp>
        <p:nvSpPr>
          <p:cNvPr id="4298" name="Google Shape;4298;p149"/>
          <p:cNvSpPr/>
          <p:nvPr/>
        </p:nvSpPr>
        <p:spPr>
          <a:xfrm>
            <a:off x="6891164" y="1754189"/>
            <a:ext cx="961200" cy="961200"/>
          </a:xfrm>
          <a:prstGeom prst="ellipse">
            <a:avLst/>
          </a:prstGeom>
          <a:solidFill>
            <a:schemeClr val="lt1"/>
          </a:solidFill>
          <a:ln w="28575" cap="flat" cmpd="sng">
            <a:solidFill>
              <a:schemeClr val="accent3"/>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299" name="Google Shape;4299;p149"/>
          <p:cNvSpPr txBox="1"/>
          <p:nvPr/>
        </p:nvSpPr>
        <p:spPr>
          <a:xfrm flipH="1">
            <a:off x="6459107" y="1390843"/>
            <a:ext cx="1825200" cy="225767"/>
          </a:xfrm>
          <a:prstGeom prst="rect">
            <a:avLst/>
          </a:prstGeom>
          <a:noFill/>
          <a:ln>
            <a:noFill/>
          </a:ln>
        </p:spPr>
        <p:txBody>
          <a:bodyPr spcFirstLastPara="1" wrap="square" lIns="0" tIns="0" rIns="0" bIns="0" anchor="ctr" anchorCtr="0">
            <a:spAutoFit/>
          </a:bodyPr>
          <a:lstStyle/>
          <a:p>
            <a:pPr algn="ctr">
              <a:buClr>
                <a:schemeClr val="accent3"/>
              </a:buClr>
              <a:buSzPts val="1100"/>
            </a:pPr>
            <a:r>
              <a:rPr lang="en" sz="1467" b="1">
                <a:solidFill>
                  <a:schemeClr val="accent3"/>
                </a:solidFill>
                <a:latin typeface="Arial"/>
                <a:ea typeface="Arial"/>
                <a:cs typeface="Arial"/>
                <a:sym typeface="Arial"/>
              </a:rPr>
              <a:t>Element Title Here</a:t>
            </a:r>
            <a:endParaRPr sz="1200">
              <a:solidFill>
                <a:schemeClr val="accent3"/>
              </a:solidFill>
              <a:latin typeface="Arial"/>
              <a:ea typeface="Arial"/>
              <a:cs typeface="Arial"/>
              <a:sym typeface="Arial"/>
            </a:endParaRPr>
          </a:p>
        </p:txBody>
      </p:sp>
      <p:sp>
        <p:nvSpPr>
          <p:cNvPr id="4300" name="Google Shape;4300;p149"/>
          <p:cNvSpPr/>
          <p:nvPr/>
        </p:nvSpPr>
        <p:spPr>
          <a:xfrm>
            <a:off x="9716735" y="1754189"/>
            <a:ext cx="961200" cy="96120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01" name="Google Shape;4301;p149"/>
          <p:cNvSpPr txBox="1"/>
          <p:nvPr/>
        </p:nvSpPr>
        <p:spPr>
          <a:xfrm flipH="1">
            <a:off x="9284677" y="1390843"/>
            <a:ext cx="1825200" cy="225767"/>
          </a:xfrm>
          <a:prstGeom prst="rect">
            <a:avLst/>
          </a:prstGeom>
          <a:noFill/>
          <a:ln>
            <a:noFill/>
          </a:ln>
        </p:spPr>
        <p:txBody>
          <a:bodyPr spcFirstLastPara="1" wrap="square" lIns="0" tIns="0" rIns="0" bIns="0" anchor="ctr" anchorCtr="0">
            <a:spAutoFit/>
          </a:bodyPr>
          <a:lstStyle/>
          <a:p>
            <a:pPr algn="ctr">
              <a:buClr>
                <a:schemeClr val="accent4"/>
              </a:buClr>
              <a:buSzPts val="1100"/>
            </a:pPr>
            <a:r>
              <a:rPr lang="en" sz="1467" b="1">
                <a:solidFill>
                  <a:schemeClr val="accent4"/>
                </a:solidFill>
                <a:latin typeface="Arial"/>
                <a:ea typeface="Arial"/>
                <a:cs typeface="Arial"/>
                <a:sym typeface="Arial"/>
              </a:rPr>
              <a:t>Element Title Here</a:t>
            </a:r>
            <a:endParaRPr sz="1200">
              <a:solidFill>
                <a:schemeClr val="accent4"/>
              </a:solidFill>
              <a:latin typeface="Arial"/>
              <a:ea typeface="Arial"/>
              <a:cs typeface="Arial"/>
              <a:sym typeface="Arial"/>
            </a:endParaRPr>
          </a:p>
        </p:txBody>
      </p:sp>
      <p:sp>
        <p:nvSpPr>
          <p:cNvPr id="4302" name="Google Shape;4302;p149"/>
          <p:cNvSpPr/>
          <p:nvPr/>
        </p:nvSpPr>
        <p:spPr>
          <a:xfrm>
            <a:off x="1965725" y="3464004"/>
            <a:ext cx="961200" cy="961200"/>
          </a:xfrm>
          <a:prstGeom prst="ellipse">
            <a:avLst/>
          </a:prstGeom>
          <a:solidFill>
            <a:schemeClr val="lt1"/>
          </a:solidFill>
          <a:ln w="28575" cap="flat" cmpd="sng">
            <a:solidFill>
              <a:schemeClr val="accent5"/>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03" name="Google Shape;4303;p149"/>
          <p:cNvSpPr txBox="1"/>
          <p:nvPr/>
        </p:nvSpPr>
        <p:spPr>
          <a:xfrm flipH="1">
            <a:off x="1533668" y="3100658"/>
            <a:ext cx="1825200" cy="225767"/>
          </a:xfrm>
          <a:prstGeom prst="rect">
            <a:avLst/>
          </a:prstGeom>
          <a:noFill/>
          <a:ln>
            <a:noFill/>
          </a:ln>
        </p:spPr>
        <p:txBody>
          <a:bodyPr spcFirstLastPara="1" wrap="square" lIns="0" tIns="0" rIns="0" bIns="0" anchor="ctr" anchorCtr="0">
            <a:spAutoFit/>
          </a:bodyPr>
          <a:lstStyle/>
          <a:p>
            <a:pPr algn="ctr">
              <a:buClr>
                <a:schemeClr val="accent5"/>
              </a:buClr>
              <a:buSzPts val="1100"/>
            </a:pPr>
            <a:r>
              <a:rPr lang="en" sz="1467" b="1">
                <a:solidFill>
                  <a:schemeClr val="accent5"/>
                </a:solidFill>
                <a:latin typeface="Arial"/>
                <a:ea typeface="Arial"/>
                <a:cs typeface="Arial"/>
                <a:sym typeface="Arial"/>
              </a:rPr>
              <a:t>Element Title Here</a:t>
            </a:r>
            <a:endParaRPr sz="1200">
              <a:solidFill>
                <a:schemeClr val="accent5"/>
              </a:solidFill>
              <a:latin typeface="Arial"/>
              <a:ea typeface="Arial"/>
              <a:cs typeface="Arial"/>
              <a:sym typeface="Arial"/>
            </a:endParaRPr>
          </a:p>
        </p:txBody>
      </p:sp>
      <p:sp>
        <p:nvSpPr>
          <p:cNvPr id="4304" name="Google Shape;4304;p149"/>
          <p:cNvSpPr/>
          <p:nvPr/>
        </p:nvSpPr>
        <p:spPr>
          <a:xfrm>
            <a:off x="9256989" y="3464004"/>
            <a:ext cx="961200" cy="961200"/>
          </a:xfrm>
          <a:prstGeom prst="ellipse">
            <a:avLst/>
          </a:prstGeom>
          <a:solidFill>
            <a:schemeClr val="lt1"/>
          </a:solidFill>
          <a:ln w="28575"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05" name="Google Shape;4305;p149"/>
          <p:cNvSpPr txBox="1"/>
          <p:nvPr/>
        </p:nvSpPr>
        <p:spPr>
          <a:xfrm flipH="1">
            <a:off x="8824932" y="3100658"/>
            <a:ext cx="1825200" cy="225767"/>
          </a:xfrm>
          <a:prstGeom prst="rect">
            <a:avLst/>
          </a:prstGeom>
          <a:noFill/>
          <a:ln>
            <a:noFill/>
          </a:ln>
        </p:spPr>
        <p:txBody>
          <a:bodyPr spcFirstLastPara="1" wrap="square" lIns="0" tIns="0" rIns="0" bIns="0" anchor="ctr" anchorCtr="0">
            <a:spAutoFit/>
          </a:bodyPr>
          <a:lstStyle/>
          <a:p>
            <a:pPr algn="ctr">
              <a:buClr>
                <a:schemeClr val="accent1"/>
              </a:buClr>
              <a:buSzPts val="1100"/>
            </a:pPr>
            <a:r>
              <a:rPr lang="en" sz="1467" b="1">
                <a:solidFill>
                  <a:schemeClr val="accent1"/>
                </a:solidFill>
                <a:latin typeface="Arial"/>
                <a:ea typeface="Arial"/>
                <a:cs typeface="Arial"/>
                <a:sym typeface="Arial"/>
              </a:rPr>
              <a:t>Element Title Here</a:t>
            </a:r>
            <a:endParaRPr sz="1200">
              <a:solidFill>
                <a:schemeClr val="accent1"/>
              </a:solidFill>
              <a:latin typeface="Arial"/>
              <a:ea typeface="Arial"/>
              <a:cs typeface="Arial"/>
              <a:sym typeface="Arial"/>
            </a:endParaRPr>
          </a:p>
        </p:txBody>
      </p:sp>
      <p:sp>
        <p:nvSpPr>
          <p:cNvPr id="4306" name="Google Shape;4306;p149"/>
          <p:cNvSpPr/>
          <p:nvPr/>
        </p:nvSpPr>
        <p:spPr>
          <a:xfrm>
            <a:off x="1525641" y="5171776"/>
            <a:ext cx="961200" cy="961200"/>
          </a:xfrm>
          <a:prstGeom prst="ellipse">
            <a:avLst/>
          </a:prstGeom>
          <a:solidFill>
            <a:schemeClr val="lt1"/>
          </a:solidFill>
          <a:ln w="28575" cap="flat" cmpd="sng">
            <a:solidFill>
              <a:schemeClr val="accent2"/>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07" name="Google Shape;4307;p149"/>
          <p:cNvSpPr txBox="1"/>
          <p:nvPr/>
        </p:nvSpPr>
        <p:spPr>
          <a:xfrm flipH="1">
            <a:off x="1093584" y="4808430"/>
            <a:ext cx="1825200" cy="225767"/>
          </a:xfrm>
          <a:prstGeom prst="rect">
            <a:avLst/>
          </a:prstGeom>
          <a:noFill/>
          <a:ln>
            <a:noFill/>
          </a:ln>
        </p:spPr>
        <p:txBody>
          <a:bodyPr spcFirstLastPara="1" wrap="square" lIns="0" tIns="0" rIns="0" bIns="0" anchor="ctr" anchorCtr="0">
            <a:spAutoFit/>
          </a:bodyPr>
          <a:lstStyle/>
          <a:p>
            <a:pPr algn="ctr">
              <a:buClr>
                <a:schemeClr val="accent2"/>
              </a:buClr>
              <a:buSzPts val="1100"/>
            </a:pPr>
            <a:r>
              <a:rPr lang="en" sz="1467" b="1">
                <a:solidFill>
                  <a:schemeClr val="accent2"/>
                </a:solidFill>
                <a:latin typeface="Arial"/>
                <a:ea typeface="Arial"/>
                <a:cs typeface="Arial"/>
                <a:sym typeface="Arial"/>
              </a:rPr>
              <a:t>Element Title Here</a:t>
            </a:r>
            <a:endParaRPr sz="1200">
              <a:solidFill>
                <a:schemeClr val="accent2"/>
              </a:solidFill>
              <a:latin typeface="Arial"/>
              <a:ea typeface="Arial"/>
              <a:cs typeface="Arial"/>
              <a:sym typeface="Arial"/>
            </a:endParaRPr>
          </a:p>
        </p:txBody>
      </p:sp>
      <p:sp>
        <p:nvSpPr>
          <p:cNvPr id="4308" name="Google Shape;4308;p149"/>
          <p:cNvSpPr/>
          <p:nvPr/>
        </p:nvSpPr>
        <p:spPr>
          <a:xfrm>
            <a:off x="6891164" y="5171776"/>
            <a:ext cx="961200" cy="961200"/>
          </a:xfrm>
          <a:prstGeom prst="ellipse">
            <a:avLst/>
          </a:prstGeom>
          <a:solidFill>
            <a:schemeClr val="lt1"/>
          </a:solidFill>
          <a:ln w="28575" cap="flat" cmpd="sng">
            <a:solidFill>
              <a:schemeClr val="accent4"/>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09" name="Google Shape;4309;p149"/>
          <p:cNvSpPr txBox="1"/>
          <p:nvPr/>
        </p:nvSpPr>
        <p:spPr>
          <a:xfrm flipH="1">
            <a:off x="6459107" y="4808430"/>
            <a:ext cx="1825200" cy="225767"/>
          </a:xfrm>
          <a:prstGeom prst="rect">
            <a:avLst/>
          </a:prstGeom>
          <a:noFill/>
          <a:ln>
            <a:noFill/>
          </a:ln>
        </p:spPr>
        <p:txBody>
          <a:bodyPr spcFirstLastPara="1" wrap="square" lIns="0" tIns="0" rIns="0" bIns="0" anchor="ctr" anchorCtr="0">
            <a:spAutoFit/>
          </a:bodyPr>
          <a:lstStyle/>
          <a:p>
            <a:pPr algn="ctr">
              <a:buClr>
                <a:schemeClr val="accent4"/>
              </a:buClr>
              <a:buSzPts val="1100"/>
            </a:pPr>
            <a:r>
              <a:rPr lang="en" sz="1467" b="1">
                <a:solidFill>
                  <a:schemeClr val="accent4"/>
                </a:solidFill>
                <a:latin typeface="Arial"/>
                <a:ea typeface="Arial"/>
                <a:cs typeface="Arial"/>
                <a:sym typeface="Arial"/>
              </a:rPr>
              <a:t>Element Title Here</a:t>
            </a:r>
            <a:endParaRPr sz="1200">
              <a:solidFill>
                <a:schemeClr val="accent4"/>
              </a:solidFill>
              <a:latin typeface="Arial"/>
              <a:ea typeface="Arial"/>
              <a:cs typeface="Arial"/>
              <a:sym typeface="Arial"/>
            </a:endParaRPr>
          </a:p>
        </p:txBody>
      </p:sp>
      <p:sp>
        <p:nvSpPr>
          <p:cNvPr id="4310" name="Google Shape;4310;p149"/>
          <p:cNvSpPr/>
          <p:nvPr/>
        </p:nvSpPr>
        <p:spPr>
          <a:xfrm>
            <a:off x="9701316" y="5171776"/>
            <a:ext cx="961200" cy="961200"/>
          </a:xfrm>
          <a:prstGeom prst="ellipse">
            <a:avLst/>
          </a:prstGeom>
          <a:solidFill>
            <a:schemeClr val="lt1"/>
          </a:solidFill>
          <a:ln w="28575" cap="flat" cmpd="sng">
            <a:solidFill>
              <a:schemeClr val="accent5"/>
            </a:solidFill>
            <a:prstDash val="solid"/>
            <a:round/>
            <a:headEnd type="none" w="sm" len="sm"/>
            <a:tailEnd type="none" w="sm" len="sm"/>
          </a:ln>
        </p:spPr>
        <p:txBody>
          <a:bodyPr spcFirstLastPara="1" wrap="square" lIns="121900" tIns="60933" rIns="121900" bIns="60933" anchor="ctr" anchorCtr="0">
            <a:noAutofit/>
          </a:bodyPr>
          <a:lstStyle/>
          <a:p>
            <a:pPr algn="ctr"/>
            <a:endParaRPr sz="2400">
              <a:solidFill>
                <a:schemeClr val="lt1"/>
              </a:solidFill>
              <a:latin typeface="Arial"/>
              <a:ea typeface="Arial"/>
              <a:cs typeface="Arial"/>
              <a:sym typeface="Arial"/>
            </a:endParaRPr>
          </a:p>
        </p:txBody>
      </p:sp>
      <p:sp>
        <p:nvSpPr>
          <p:cNvPr id="4311" name="Google Shape;4311;p149"/>
          <p:cNvSpPr txBox="1"/>
          <p:nvPr/>
        </p:nvSpPr>
        <p:spPr>
          <a:xfrm flipH="1">
            <a:off x="9269259" y="4808430"/>
            <a:ext cx="1825200" cy="225767"/>
          </a:xfrm>
          <a:prstGeom prst="rect">
            <a:avLst/>
          </a:prstGeom>
          <a:noFill/>
          <a:ln>
            <a:noFill/>
          </a:ln>
        </p:spPr>
        <p:txBody>
          <a:bodyPr spcFirstLastPara="1" wrap="square" lIns="0" tIns="0" rIns="0" bIns="0" anchor="ctr" anchorCtr="0">
            <a:spAutoFit/>
          </a:bodyPr>
          <a:lstStyle/>
          <a:p>
            <a:pPr algn="ctr">
              <a:buClr>
                <a:schemeClr val="accent5"/>
              </a:buClr>
              <a:buSzPts val="1100"/>
            </a:pPr>
            <a:r>
              <a:rPr lang="en" sz="1467" b="1">
                <a:solidFill>
                  <a:schemeClr val="accent5"/>
                </a:solidFill>
                <a:latin typeface="Arial"/>
                <a:ea typeface="Arial"/>
                <a:cs typeface="Arial"/>
                <a:sym typeface="Arial"/>
              </a:rPr>
              <a:t>Element Title Here</a:t>
            </a:r>
            <a:endParaRPr sz="1200">
              <a:solidFill>
                <a:schemeClr val="accent5"/>
              </a:solidFill>
              <a:latin typeface="Arial"/>
              <a:ea typeface="Arial"/>
              <a:cs typeface="Arial"/>
              <a:sym typeface="Arial"/>
            </a:endParaRPr>
          </a:p>
        </p:txBody>
      </p:sp>
      <p:sp>
        <p:nvSpPr>
          <p:cNvPr id="4312" name="Google Shape;4312;p149"/>
          <p:cNvSpPr/>
          <p:nvPr/>
        </p:nvSpPr>
        <p:spPr>
          <a:xfrm>
            <a:off x="4446571" y="5448711"/>
            <a:ext cx="407235" cy="407232"/>
          </a:xfrm>
          <a:custGeom>
            <a:avLst/>
            <a:gdLst/>
            <a:ahLst/>
            <a:cxnLst/>
            <a:rect l="l" t="t" r="r" b="b"/>
            <a:pathLst>
              <a:path w="256" h="256" extrusionOk="0">
                <a:moveTo>
                  <a:pt x="244" y="256"/>
                </a:moveTo>
                <a:cubicBezTo>
                  <a:pt x="12" y="256"/>
                  <a:pt x="12" y="256"/>
                  <a:pt x="12" y="256"/>
                </a:cubicBezTo>
                <a:cubicBezTo>
                  <a:pt x="5" y="256"/>
                  <a:pt x="0" y="251"/>
                  <a:pt x="0" y="244"/>
                </a:cubicBezTo>
                <a:cubicBezTo>
                  <a:pt x="0" y="44"/>
                  <a:pt x="0" y="44"/>
                  <a:pt x="0" y="44"/>
                </a:cubicBezTo>
                <a:cubicBezTo>
                  <a:pt x="0" y="37"/>
                  <a:pt x="5" y="32"/>
                  <a:pt x="12" y="32"/>
                </a:cubicBezTo>
                <a:cubicBezTo>
                  <a:pt x="36" y="32"/>
                  <a:pt x="36" y="32"/>
                  <a:pt x="36" y="32"/>
                </a:cubicBezTo>
                <a:cubicBezTo>
                  <a:pt x="36" y="44"/>
                  <a:pt x="36" y="44"/>
                  <a:pt x="36" y="44"/>
                </a:cubicBezTo>
                <a:cubicBezTo>
                  <a:pt x="36" y="59"/>
                  <a:pt x="49" y="72"/>
                  <a:pt x="64" y="72"/>
                </a:cubicBezTo>
                <a:cubicBezTo>
                  <a:pt x="79" y="72"/>
                  <a:pt x="92" y="59"/>
                  <a:pt x="92" y="44"/>
                </a:cubicBezTo>
                <a:cubicBezTo>
                  <a:pt x="92" y="32"/>
                  <a:pt x="92" y="32"/>
                  <a:pt x="92" y="32"/>
                </a:cubicBezTo>
                <a:cubicBezTo>
                  <a:pt x="164" y="32"/>
                  <a:pt x="164" y="32"/>
                  <a:pt x="164" y="32"/>
                </a:cubicBezTo>
                <a:cubicBezTo>
                  <a:pt x="164" y="44"/>
                  <a:pt x="164" y="44"/>
                  <a:pt x="164" y="44"/>
                </a:cubicBezTo>
                <a:cubicBezTo>
                  <a:pt x="164" y="59"/>
                  <a:pt x="177" y="72"/>
                  <a:pt x="192" y="72"/>
                </a:cubicBezTo>
                <a:cubicBezTo>
                  <a:pt x="207" y="72"/>
                  <a:pt x="220" y="59"/>
                  <a:pt x="220" y="44"/>
                </a:cubicBezTo>
                <a:cubicBezTo>
                  <a:pt x="220" y="32"/>
                  <a:pt x="220" y="32"/>
                  <a:pt x="220" y="32"/>
                </a:cubicBezTo>
                <a:cubicBezTo>
                  <a:pt x="244" y="32"/>
                  <a:pt x="244" y="32"/>
                  <a:pt x="244" y="32"/>
                </a:cubicBezTo>
                <a:cubicBezTo>
                  <a:pt x="251" y="32"/>
                  <a:pt x="256" y="37"/>
                  <a:pt x="256" y="44"/>
                </a:cubicBezTo>
                <a:cubicBezTo>
                  <a:pt x="256" y="244"/>
                  <a:pt x="256" y="244"/>
                  <a:pt x="256" y="244"/>
                </a:cubicBezTo>
                <a:cubicBezTo>
                  <a:pt x="256" y="251"/>
                  <a:pt x="251" y="256"/>
                  <a:pt x="244" y="256"/>
                </a:cubicBezTo>
                <a:moveTo>
                  <a:pt x="232" y="96"/>
                </a:moveTo>
                <a:cubicBezTo>
                  <a:pt x="24" y="96"/>
                  <a:pt x="24" y="96"/>
                  <a:pt x="24" y="96"/>
                </a:cubicBezTo>
                <a:cubicBezTo>
                  <a:pt x="24" y="232"/>
                  <a:pt x="24" y="232"/>
                  <a:pt x="24" y="232"/>
                </a:cubicBezTo>
                <a:cubicBezTo>
                  <a:pt x="232" y="232"/>
                  <a:pt x="232" y="232"/>
                  <a:pt x="232" y="232"/>
                </a:cubicBezTo>
                <a:lnTo>
                  <a:pt x="232" y="96"/>
                </a:lnTo>
                <a:close/>
                <a:moveTo>
                  <a:pt x="88" y="152"/>
                </a:moveTo>
                <a:cubicBezTo>
                  <a:pt x="91" y="152"/>
                  <a:pt x="94" y="153"/>
                  <a:pt x="96" y="156"/>
                </a:cubicBezTo>
                <a:cubicBezTo>
                  <a:pt x="116" y="175"/>
                  <a:pt x="116" y="175"/>
                  <a:pt x="116" y="175"/>
                </a:cubicBezTo>
                <a:cubicBezTo>
                  <a:pt x="164" y="128"/>
                  <a:pt x="164" y="128"/>
                  <a:pt x="164" y="128"/>
                </a:cubicBezTo>
                <a:cubicBezTo>
                  <a:pt x="166" y="125"/>
                  <a:pt x="169" y="124"/>
                  <a:pt x="172" y="124"/>
                </a:cubicBezTo>
                <a:cubicBezTo>
                  <a:pt x="179" y="124"/>
                  <a:pt x="184" y="129"/>
                  <a:pt x="184" y="136"/>
                </a:cubicBezTo>
                <a:cubicBezTo>
                  <a:pt x="184" y="139"/>
                  <a:pt x="183" y="142"/>
                  <a:pt x="180" y="144"/>
                </a:cubicBezTo>
                <a:cubicBezTo>
                  <a:pt x="124" y="200"/>
                  <a:pt x="124" y="200"/>
                  <a:pt x="124" y="200"/>
                </a:cubicBezTo>
                <a:cubicBezTo>
                  <a:pt x="122" y="203"/>
                  <a:pt x="119" y="204"/>
                  <a:pt x="116" y="204"/>
                </a:cubicBezTo>
                <a:cubicBezTo>
                  <a:pt x="113" y="204"/>
                  <a:pt x="110" y="203"/>
                  <a:pt x="108" y="200"/>
                </a:cubicBezTo>
                <a:cubicBezTo>
                  <a:pt x="80" y="172"/>
                  <a:pt x="80" y="172"/>
                  <a:pt x="80" y="172"/>
                </a:cubicBezTo>
                <a:cubicBezTo>
                  <a:pt x="77" y="170"/>
                  <a:pt x="76" y="167"/>
                  <a:pt x="76" y="164"/>
                </a:cubicBezTo>
                <a:cubicBezTo>
                  <a:pt x="76" y="157"/>
                  <a:pt x="81" y="152"/>
                  <a:pt x="88" y="152"/>
                </a:cubicBezTo>
                <a:moveTo>
                  <a:pt x="192" y="56"/>
                </a:moveTo>
                <a:cubicBezTo>
                  <a:pt x="185" y="56"/>
                  <a:pt x="180" y="51"/>
                  <a:pt x="180" y="44"/>
                </a:cubicBezTo>
                <a:cubicBezTo>
                  <a:pt x="180" y="12"/>
                  <a:pt x="180" y="12"/>
                  <a:pt x="180" y="12"/>
                </a:cubicBezTo>
                <a:cubicBezTo>
                  <a:pt x="180" y="5"/>
                  <a:pt x="185" y="0"/>
                  <a:pt x="192" y="0"/>
                </a:cubicBezTo>
                <a:cubicBezTo>
                  <a:pt x="199" y="0"/>
                  <a:pt x="204" y="5"/>
                  <a:pt x="204" y="12"/>
                </a:cubicBezTo>
                <a:cubicBezTo>
                  <a:pt x="204" y="44"/>
                  <a:pt x="204" y="44"/>
                  <a:pt x="204" y="44"/>
                </a:cubicBezTo>
                <a:cubicBezTo>
                  <a:pt x="204" y="51"/>
                  <a:pt x="199" y="56"/>
                  <a:pt x="192" y="56"/>
                </a:cubicBezTo>
                <a:moveTo>
                  <a:pt x="64" y="56"/>
                </a:moveTo>
                <a:cubicBezTo>
                  <a:pt x="57" y="56"/>
                  <a:pt x="52" y="51"/>
                  <a:pt x="52" y="44"/>
                </a:cubicBezTo>
                <a:cubicBezTo>
                  <a:pt x="52" y="12"/>
                  <a:pt x="52" y="12"/>
                  <a:pt x="52" y="12"/>
                </a:cubicBezTo>
                <a:cubicBezTo>
                  <a:pt x="52" y="5"/>
                  <a:pt x="57" y="0"/>
                  <a:pt x="64" y="0"/>
                </a:cubicBezTo>
                <a:cubicBezTo>
                  <a:pt x="71" y="0"/>
                  <a:pt x="76" y="5"/>
                  <a:pt x="76" y="12"/>
                </a:cubicBezTo>
                <a:cubicBezTo>
                  <a:pt x="76" y="44"/>
                  <a:pt x="76" y="44"/>
                  <a:pt x="76" y="44"/>
                </a:cubicBezTo>
                <a:cubicBezTo>
                  <a:pt x="76" y="51"/>
                  <a:pt x="71" y="56"/>
                  <a:pt x="64" y="56"/>
                </a:cubicBezTo>
              </a:path>
            </a:pathLst>
          </a:custGeom>
          <a:solidFill>
            <a:schemeClr val="accent3"/>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3" name="Google Shape;4313;p149"/>
          <p:cNvSpPr/>
          <p:nvPr/>
        </p:nvSpPr>
        <p:spPr>
          <a:xfrm>
            <a:off x="2242659" y="3772449"/>
            <a:ext cx="407235" cy="344211"/>
          </a:xfrm>
          <a:custGeom>
            <a:avLst/>
            <a:gdLst/>
            <a:ahLst/>
            <a:cxnLst/>
            <a:rect l="l" t="t" r="r" b="b"/>
            <a:pathLst>
              <a:path w="256" h="216" extrusionOk="0">
                <a:moveTo>
                  <a:pt x="244" y="216"/>
                </a:moveTo>
                <a:cubicBezTo>
                  <a:pt x="12" y="216"/>
                  <a:pt x="12" y="216"/>
                  <a:pt x="12" y="216"/>
                </a:cubicBezTo>
                <a:cubicBezTo>
                  <a:pt x="5" y="216"/>
                  <a:pt x="0" y="211"/>
                  <a:pt x="0" y="204"/>
                </a:cubicBezTo>
                <a:cubicBezTo>
                  <a:pt x="0" y="12"/>
                  <a:pt x="0" y="12"/>
                  <a:pt x="0" y="12"/>
                </a:cubicBezTo>
                <a:cubicBezTo>
                  <a:pt x="0" y="5"/>
                  <a:pt x="5" y="0"/>
                  <a:pt x="12" y="0"/>
                </a:cubicBezTo>
                <a:cubicBezTo>
                  <a:pt x="19" y="0"/>
                  <a:pt x="24" y="5"/>
                  <a:pt x="24" y="12"/>
                </a:cubicBezTo>
                <a:cubicBezTo>
                  <a:pt x="24" y="164"/>
                  <a:pt x="24" y="164"/>
                  <a:pt x="24" y="164"/>
                </a:cubicBezTo>
                <a:cubicBezTo>
                  <a:pt x="24" y="192"/>
                  <a:pt x="24" y="192"/>
                  <a:pt x="24" y="192"/>
                </a:cubicBezTo>
                <a:cubicBezTo>
                  <a:pt x="244" y="192"/>
                  <a:pt x="244" y="192"/>
                  <a:pt x="244" y="192"/>
                </a:cubicBezTo>
                <a:cubicBezTo>
                  <a:pt x="251" y="192"/>
                  <a:pt x="256" y="197"/>
                  <a:pt x="256" y="204"/>
                </a:cubicBezTo>
                <a:cubicBezTo>
                  <a:pt x="256" y="211"/>
                  <a:pt x="251" y="216"/>
                  <a:pt x="244" y="216"/>
                </a:cubicBezTo>
                <a:moveTo>
                  <a:pt x="216" y="180"/>
                </a:moveTo>
                <a:cubicBezTo>
                  <a:pt x="192" y="180"/>
                  <a:pt x="192" y="180"/>
                  <a:pt x="192" y="180"/>
                </a:cubicBezTo>
                <a:cubicBezTo>
                  <a:pt x="185" y="180"/>
                  <a:pt x="180" y="175"/>
                  <a:pt x="180" y="168"/>
                </a:cubicBezTo>
                <a:cubicBezTo>
                  <a:pt x="180" y="84"/>
                  <a:pt x="180" y="84"/>
                  <a:pt x="180" y="84"/>
                </a:cubicBezTo>
                <a:cubicBezTo>
                  <a:pt x="180" y="77"/>
                  <a:pt x="185" y="72"/>
                  <a:pt x="192" y="72"/>
                </a:cubicBezTo>
                <a:cubicBezTo>
                  <a:pt x="216" y="72"/>
                  <a:pt x="216" y="72"/>
                  <a:pt x="216" y="72"/>
                </a:cubicBezTo>
                <a:cubicBezTo>
                  <a:pt x="223" y="72"/>
                  <a:pt x="228" y="77"/>
                  <a:pt x="228" y="84"/>
                </a:cubicBezTo>
                <a:cubicBezTo>
                  <a:pt x="228" y="168"/>
                  <a:pt x="228" y="168"/>
                  <a:pt x="228" y="168"/>
                </a:cubicBezTo>
                <a:cubicBezTo>
                  <a:pt x="228" y="175"/>
                  <a:pt x="223" y="180"/>
                  <a:pt x="216" y="180"/>
                </a:cubicBezTo>
                <a:moveTo>
                  <a:pt x="148" y="180"/>
                </a:moveTo>
                <a:cubicBezTo>
                  <a:pt x="124" y="180"/>
                  <a:pt x="124" y="180"/>
                  <a:pt x="124" y="180"/>
                </a:cubicBezTo>
                <a:cubicBezTo>
                  <a:pt x="117" y="180"/>
                  <a:pt x="112" y="175"/>
                  <a:pt x="112" y="168"/>
                </a:cubicBezTo>
                <a:cubicBezTo>
                  <a:pt x="112" y="36"/>
                  <a:pt x="112" y="36"/>
                  <a:pt x="112" y="36"/>
                </a:cubicBezTo>
                <a:cubicBezTo>
                  <a:pt x="112" y="29"/>
                  <a:pt x="117" y="24"/>
                  <a:pt x="124" y="24"/>
                </a:cubicBezTo>
                <a:cubicBezTo>
                  <a:pt x="148" y="24"/>
                  <a:pt x="148" y="24"/>
                  <a:pt x="148" y="24"/>
                </a:cubicBezTo>
                <a:cubicBezTo>
                  <a:pt x="155" y="24"/>
                  <a:pt x="160" y="29"/>
                  <a:pt x="160" y="36"/>
                </a:cubicBezTo>
                <a:cubicBezTo>
                  <a:pt x="160" y="168"/>
                  <a:pt x="160" y="168"/>
                  <a:pt x="160" y="168"/>
                </a:cubicBezTo>
                <a:cubicBezTo>
                  <a:pt x="160" y="175"/>
                  <a:pt x="155" y="180"/>
                  <a:pt x="148" y="180"/>
                </a:cubicBezTo>
                <a:moveTo>
                  <a:pt x="80" y="180"/>
                </a:moveTo>
                <a:cubicBezTo>
                  <a:pt x="56" y="180"/>
                  <a:pt x="56" y="180"/>
                  <a:pt x="56" y="180"/>
                </a:cubicBezTo>
                <a:cubicBezTo>
                  <a:pt x="49" y="180"/>
                  <a:pt x="44" y="175"/>
                  <a:pt x="44" y="168"/>
                </a:cubicBezTo>
                <a:cubicBezTo>
                  <a:pt x="44" y="144"/>
                  <a:pt x="44" y="144"/>
                  <a:pt x="44" y="144"/>
                </a:cubicBezTo>
                <a:cubicBezTo>
                  <a:pt x="44" y="137"/>
                  <a:pt x="49" y="132"/>
                  <a:pt x="56" y="132"/>
                </a:cubicBezTo>
                <a:cubicBezTo>
                  <a:pt x="80" y="132"/>
                  <a:pt x="80" y="132"/>
                  <a:pt x="80" y="132"/>
                </a:cubicBezTo>
                <a:cubicBezTo>
                  <a:pt x="87" y="132"/>
                  <a:pt x="92" y="137"/>
                  <a:pt x="92" y="144"/>
                </a:cubicBezTo>
                <a:cubicBezTo>
                  <a:pt x="92" y="168"/>
                  <a:pt x="92" y="168"/>
                  <a:pt x="92" y="168"/>
                </a:cubicBezTo>
                <a:cubicBezTo>
                  <a:pt x="92" y="175"/>
                  <a:pt x="87" y="180"/>
                  <a:pt x="80" y="180"/>
                </a:cubicBezTo>
              </a:path>
            </a:pathLst>
          </a:custGeom>
          <a:solidFill>
            <a:schemeClr val="accent5"/>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4" name="Google Shape;4314;p149"/>
          <p:cNvSpPr/>
          <p:nvPr/>
        </p:nvSpPr>
        <p:spPr>
          <a:xfrm>
            <a:off x="1802575" y="5448711"/>
            <a:ext cx="407235" cy="407232"/>
          </a:xfrm>
          <a:custGeom>
            <a:avLst/>
            <a:gdLst/>
            <a:ahLst/>
            <a:cxnLst/>
            <a:rect l="l" t="t" r="r" b="b"/>
            <a:pathLst>
              <a:path w="256" h="256" extrusionOk="0">
                <a:moveTo>
                  <a:pt x="128" y="256"/>
                </a:moveTo>
                <a:cubicBezTo>
                  <a:pt x="57" y="256"/>
                  <a:pt x="0" y="199"/>
                  <a:pt x="0" y="128"/>
                </a:cubicBezTo>
                <a:cubicBezTo>
                  <a:pt x="0" y="57"/>
                  <a:pt x="57" y="0"/>
                  <a:pt x="128" y="0"/>
                </a:cubicBezTo>
                <a:cubicBezTo>
                  <a:pt x="199" y="0"/>
                  <a:pt x="256" y="57"/>
                  <a:pt x="256" y="128"/>
                </a:cubicBezTo>
                <a:cubicBezTo>
                  <a:pt x="256" y="199"/>
                  <a:pt x="199" y="256"/>
                  <a:pt x="128" y="256"/>
                </a:cubicBezTo>
                <a:moveTo>
                  <a:pt x="128" y="24"/>
                </a:moveTo>
                <a:cubicBezTo>
                  <a:pt x="71" y="24"/>
                  <a:pt x="24" y="71"/>
                  <a:pt x="24" y="128"/>
                </a:cubicBezTo>
                <a:cubicBezTo>
                  <a:pt x="24" y="185"/>
                  <a:pt x="71" y="232"/>
                  <a:pt x="128" y="232"/>
                </a:cubicBezTo>
                <a:cubicBezTo>
                  <a:pt x="185" y="232"/>
                  <a:pt x="232" y="185"/>
                  <a:pt x="232" y="128"/>
                </a:cubicBezTo>
                <a:cubicBezTo>
                  <a:pt x="232" y="71"/>
                  <a:pt x="185" y="24"/>
                  <a:pt x="128" y="24"/>
                </a:cubicBezTo>
                <a:moveTo>
                  <a:pt x="180" y="140"/>
                </a:moveTo>
                <a:cubicBezTo>
                  <a:pt x="156" y="140"/>
                  <a:pt x="156" y="140"/>
                  <a:pt x="156" y="140"/>
                </a:cubicBezTo>
                <a:cubicBezTo>
                  <a:pt x="140" y="140"/>
                  <a:pt x="140" y="140"/>
                  <a:pt x="140" y="140"/>
                </a:cubicBezTo>
                <a:cubicBezTo>
                  <a:pt x="128" y="140"/>
                  <a:pt x="128" y="140"/>
                  <a:pt x="128" y="140"/>
                </a:cubicBezTo>
                <a:cubicBezTo>
                  <a:pt x="121" y="140"/>
                  <a:pt x="116" y="135"/>
                  <a:pt x="116" y="128"/>
                </a:cubicBezTo>
                <a:cubicBezTo>
                  <a:pt x="116" y="56"/>
                  <a:pt x="116" y="56"/>
                  <a:pt x="116" y="56"/>
                </a:cubicBezTo>
                <a:cubicBezTo>
                  <a:pt x="116" y="49"/>
                  <a:pt x="121" y="44"/>
                  <a:pt x="128" y="44"/>
                </a:cubicBezTo>
                <a:cubicBezTo>
                  <a:pt x="135" y="44"/>
                  <a:pt x="140" y="49"/>
                  <a:pt x="140" y="56"/>
                </a:cubicBezTo>
                <a:cubicBezTo>
                  <a:pt x="140" y="116"/>
                  <a:pt x="140" y="116"/>
                  <a:pt x="140" y="116"/>
                </a:cubicBezTo>
                <a:cubicBezTo>
                  <a:pt x="156" y="116"/>
                  <a:pt x="156" y="116"/>
                  <a:pt x="156" y="116"/>
                </a:cubicBezTo>
                <a:cubicBezTo>
                  <a:pt x="180" y="116"/>
                  <a:pt x="180" y="116"/>
                  <a:pt x="180" y="116"/>
                </a:cubicBezTo>
                <a:cubicBezTo>
                  <a:pt x="187" y="116"/>
                  <a:pt x="192" y="121"/>
                  <a:pt x="192" y="128"/>
                </a:cubicBezTo>
                <a:cubicBezTo>
                  <a:pt x="192" y="135"/>
                  <a:pt x="187" y="140"/>
                  <a:pt x="180" y="140"/>
                </a:cubicBezTo>
              </a:path>
            </a:pathLst>
          </a:custGeom>
          <a:solidFill>
            <a:schemeClr val="accent2"/>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5" name="Google Shape;4315;p149"/>
          <p:cNvSpPr/>
          <p:nvPr/>
        </p:nvSpPr>
        <p:spPr>
          <a:xfrm>
            <a:off x="9914917" y="5393853"/>
            <a:ext cx="533899" cy="516947"/>
          </a:xfrm>
          <a:custGeom>
            <a:avLst/>
            <a:gdLst/>
            <a:ahLst/>
            <a:cxnLst/>
            <a:rect l="l" t="t" r="r" b="b"/>
            <a:pathLst>
              <a:path w="256" h="248" extrusionOk="0">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accent5"/>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6" name="Google Shape;4316;p149"/>
          <p:cNvSpPr/>
          <p:nvPr/>
        </p:nvSpPr>
        <p:spPr>
          <a:xfrm>
            <a:off x="9533923" y="3740939"/>
            <a:ext cx="407235" cy="407232"/>
          </a:xfrm>
          <a:custGeom>
            <a:avLst/>
            <a:gdLst/>
            <a:ahLst/>
            <a:cxnLst/>
            <a:rect l="l" t="t" r="r" b="b"/>
            <a:pathLst>
              <a:path w="256" h="256" extrusionOk="0">
                <a:moveTo>
                  <a:pt x="249" y="215"/>
                </a:moveTo>
                <a:cubicBezTo>
                  <a:pt x="253" y="219"/>
                  <a:pt x="256" y="225"/>
                  <a:pt x="256" y="232"/>
                </a:cubicBezTo>
                <a:cubicBezTo>
                  <a:pt x="256" y="245"/>
                  <a:pt x="245" y="256"/>
                  <a:pt x="232" y="256"/>
                </a:cubicBezTo>
                <a:cubicBezTo>
                  <a:pt x="225" y="256"/>
                  <a:pt x="219" y="253"/>
                  <a:pt x="215" y="249"/>
                </a:cubicBezTo>
                <a:cubicBezTo>
                  <a:pt x="145" y="179"/>
                  <a:pt x="145" y="179"/>
                  <a:pt x="145" y="179"/>
                </a:cubicBezTo>
                <a:cubicBezTo>
                  <a:pt x="130" y="187"/>
                  <a:pt x="114" y="192"/>
                  <a:pt x="96" y="192"/>
                </a:cubicBezTo>
                <a:cubicBezTo>
                  <a:pt x="43" y="192"/>
                  <a:pt x="0" y="149"/>
                  <a:pt x="0" y="96"/>
                </a:cubicBezTo>
                <a:cubicBezTo>
                  <a:pt x="0" y="43"/>
                  <a:pt x="43" y="0"/>
                  <a:pt x="96" y="0"/>
                </a:cubicBezTo>
                <a:cubicBezTo>
                  <a:pt x="149" y="0"/>
                  <a:pt x="192" y="43"/>
                  <a:pt x="192" y="96"/>
                </a:cubicBezTo>
                <a:cubicBezTo>
                  <a:pt x="192" y="114"/>
                  <a:pt x="187" y="130"/>
                  <a:pt x="179" y="145"/>
                </a:cubicBezTo>
                <a:lnTo>
                  <a:pt x="249" y="215"/>
                </a:lnTo>
                <a:close/>
                <a:moveTo>
                  <a:pt x="96" y="24"/>
                </a:moveTo>
                <a:cubicBezTo>
                  <a:pt x="56" y="24"/>
                  <a:pt x="24" y="56"/>
                  <a:pt x="24" y="96"/>
                </a:cubicBezTo>
                <a:cubicBezTo>
                  <a:pt x="24" y="136"/>
                  <a:pt x="56" y="168"/>
                  <a:pt x="96" y="168"/>
                </a:cubicBezTo>
                <a:cubicBezTo>
                  <a:pt x="136" y="168"/>
                  <a:pt x="168" y="136"/>
                  <a:pt x="168" y="96"/>
                </a:cubicBezTo>
                <a:cubicBezTo>
                  <a:pt x="168" y="56"/>
                  <a:pt x="136" y="24"/>
                  <a:pt x="96" y="24"/>
                </a:cubicBezTo>
              </a:path>
            </a:pathLst>
          </a:custGeom>
          <a:solidFill>
            <a:schemeClr val="accent1"/>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7" name="Google Shape;4317;p149"/>
          <p:cNvSpPr/>
          <p:nvPr/>
        </p:nvSpPr>
        <p:spPr>
          <a:xfrm>
            <a:off x="9984384" y="2021840"/>
            <a:ext cx="425803" cy="425800"/>
          </a:xfrm>
          <a:custGeom>
            <a:avLst/>
            <a:gdLst/>
            <a:ahLst/>
            <a:cxnLst/>
            <a:rect l="l" t="t" r="r" b="b"/>
            <a:pathLst>
              <a:path w="256" h="256" extrusionOk="0">
                <a:moveTo>
                  <a:pt x="128" y="256"/>
                </a:moveTo>
                <a:cubicBezTo>
                  <a:pt x="57" y="256"/>
                  <a:pt x="0" y="199"/>
                  <a:pt x="0" y="128"/>
                </a:cubicBezTo>
                <a:cubicBezTo>
                  <a:pt x="0" y="57"/>
                  <a:pt x="57" y="0"/>
                  <a:pt x="128" y="0"/>
                </a:cubicBezTo>
                <a:cubicBezTo>
                  <a:pt x="199" y="0"/>
                  <a:pt x="256" y="57"/>
                  <a:pt x="256" y="128"/>
                </a:cubicBezTo>
                <a:cubicBezTo>
                  <a:pt x="256" y="199"/>
                  <a:pt x="199" y="256"/>
                  <a:pt x="128" y="256"/>
                </a:cubicBezTo>
                <a:moveTo>
                  <a:pt x="200" y="53"/>
                </a:moveTo>
                <a:cubicBezTo>
                  <a:pt x="199" y="53"/>
                  <a:pt x="199" y="53"/>
                  <a:pt x="198" y="53"/>
                </a:cubicBezTo>
                <a:cubicBezTo>
                  <a:pt x="198" y="53"/>
                  <a:pt x="198" y="52"/>
                  <a:pt x="198" y="52"/>
                </a:cubicBezTo>
                <a:cubicBezTo>
                  <a:pt x="198" y="52"/>
                  <a:pt x="198" y="52"/>
                  <a:pt x="198" y="51"/>
                </a:cubicBezTo>
                <a:cubicBezTo>
                  <a:pt x="198" y="51"/>
                  <a:pt x="197" y="51"/>
                  <a:pt x="197" y="50"/>
                </a:cubicBezTo>
                <a:cubicBezTo>
                  <a:pt x="197" y="50"/>
                  <a:pt x="197" y="50"/>
                  <a:pt x="197" y="50"/>
                </a:cubicBezTo>
                <a:cubicBezTo>
                  <a:pt x="197" y="51"/>
                  <a:pt x="197" y="51"/>
                  <a:pt x="197" y="51"/>
                </a:cubicBezTo>
                <a:cubicBezTo>
                  <a:pt x="197" y="51"/>
                  <a:pt x="197" y="51"/>
                  <a:pt x="197" y="52"/>
                </a:cubicBezTo>
                <a:cubicBezTo>
                  <a:pt x="197" y="52"/>
                  <a:pt x="197" y="53"/>
                  <a:pt x="197" y="53"/>
                </a:cubicBezTo>
                <a:cubicBezTo>
                  <a:pt x="197" y="54"/>
                  <a:pt x="197" y="54"/>
                  <a:pt x="198" y="54"/>
                </a:cubicBezTo>
                <a:cubicBezTo>
                  <a:pt x="198" y="55"/>
                  <a:pt x="198" y="55"/>
                  <a:pt x="197" y="55"/>
                </a:cubicBezTo>
                <a:cubicBezTo>
                  <a:pt x="197" y="55"/>
                  <a:pt x="197" y="56"/>
                  <a:pt x="197" y="56"/>
                </a:cubicBezTo>
                <a:cubicBezTo>
                  <a:pt x="197" y="56"/>
                  <a:pt x="197" y="57"/>
                  <a:pt x="196" y="57"/>
                </a:cubicBezTo>
                <a:cubicBezTo>
                  <a:pt x="196" y="57"/>
                  <a:pt x="196" y="57"/>
                  <a:pt x="195" y="57"/>
                </a:cubicBezTo>
                <a:cubicBezTo>
                  <a:pt x="196" y="58"/>
                  <a:pt x="196" y="58"/>
                  <a:pt x="196" y="58"/>
                </a:cubicBezTo>
                <a:cubicBezTo>
                  <a:pt x="195" y="58"/>
                  <a:pt x="195" y="58"/>
                  <a:pt x="195" y="58"/>
                </a:cubicBezTo>
                <a:cubicBezTo>
                  <a:pt x="195" y="58"/>
                  <a:pt x="194" y="58"/>
                  <a:pt x="194" y="58"/>
                </a:cubicBezTo>
                <a:cubicBezTo>
                  <a:pt x="194" y="58"/>
                  <a:pt x="193" y="58"/>
                  <a:pt x="193" y="58"/>
                </a:cubicBezTo>
                <a:cubicBezTo>
                  <a:pt x="193" y="59"/>
                  <a:pt x="194" y="59"/>
                  <a:pt x="195" y="59"/>
                </a:cubicBezTo>
                <a:cubicBezTo>
                  <a:pt x="195" y="59"/>
                  <a:pt x="195" y="59"/>
                  <a:pt x="195" y="59"/>
                </a:cubicBezTo>
                <a:cubicBezTo>
                  <a:pt x="196" y="59"/>
                  <a:pt x="196" y="59"/>
                  <a:pt x="196" y="59"/>
                </a:cubicBezTo>
                <a:cubicBezTo>
                  <a:pt x="197" y="58"/>
                  <a:pt x="197" y="58"/>
                  <a:pt x="198" y="58"/>
                </a:cubicBezTo>
                <a:cubicBezTo>
                  <a:pt x="198" y="57"/>
                  <a:pt x="198" y="57"/>
                  <a:pt x="198" y="57"/>
                </a:cubicBezTo>
                <a:cubicBezTo>
                  <a:pt x="199" y="57"/>
                  <a:pt x="199" y="57"/>
                  <a:pt x="199" y="57"/>
                </a:cubicBezTo>
                <a:cubicBezTo>
                  <a:pt x="199" y="56"/>
                  <a:pt x="199" y="56"/>
                  <a:pt x="199" y="56"/>
                </a:cubicBezTo>
                <a:cubicBezTo>
                  <a:pt x="199" y="55"/>
                  <a:pt x="199" y="55"/>
                  <a:pt x="199" y="55"/>
                </a:cubicBezTo>
                <a:cubicBezTo>
                  <a:pt x="199" y="54"/>
                  <a:pt x="200" y="54"/>
                  <a:pt x="201" y="54"/>
                </a:cubicBezTo>
                <a:cubicBezTo>
                  <a:pt x="201" y="54"/>
                  <a:pt x="200" y="53"/>
                  <a:pt x="200" y="53"/>
                </a:cubicBezTo>
                <a:cubicBezTo>
                  <a:pt x="200" y="53"/>
                  <a:pt x="200" y="53"/>
                  <a:pt x="200" y="53"/>
                </a:cubicBezTo>
                <a:moveTo>
                  <a:pt x="203" y="56"/>
                </a:moveTo>
                <a:cubicBezTo>
                  <a:pt x="203" y="56"/>
                  <a:pt x="203" y="56"/>
                  <a:pt x="202" y="56"/>
                </a:cubicBezTo>
                <a:cubicBezTo>
                  <a:pt x="202" y="56"/>
                  <a:pt x="202" y="56"/>
                  <a:pt x="202" y="56"/>
                </a:cubicBezTo>
                <a:cubicBezTo>
                  <a:pt x="202" y="56"/>
                  <a:pt x="203" y="56"/>
                  <a:pt x="203" y="56"/>
                </a:cubicBezTo>
                <a:cubicBezTo>
                  <a:pt x="202" y="55"/>
                  <a:pt x="202" y="55"/>
                  <a:pt x="202" y="55"/>
                </a:cubicBezTo>
                <a:cubicBezTo>
                  <a:pt x="202" y="55"/>
                  <a:pt x="202" y="56"/>
                  <a:pt x="202" y="56"/>
                </a:cubicBezTo>
                <a:cubicBezTo>
                  <a:pt x="202" y="57"/>
                  <a:pt x="203" y="57"/>
                  <a:pt x="203" y="56"/>
                </a:cubicBezTo>
                <a:cubicBezTo>
                  <a:pt x="203" y="56"/>
                  <a:pt x="203" y="56"/>
                  <a:pt x="203" y="56"/>
                </a:cubicBezTo>
                <a:moveTo>
                  <a:pt x="231" y="143"/>
                </a:moveTo>
                <a:cubicBezTo>
                  <a:pt x="231" y="141"/>
                  <a:pt x="231" y="138"/>
                  <a:pt x="232" y="136"/>
                </a:cubicBezTo>
                <a:cubicBezTo>
                  <a:pt x="232" y="136"/>
                  <a:pt x="232" y="136"/>
                  <a:pt x="232" y="136"/>
                </a:cubicBezTo>
                <a:cubicBezTo>
                  <a:pt x="231" y="136"/>
                  <a:pt x="231" y="136"/>
                  <a:pt x="231" y="136"/>
                </a:cubicBezTo>
                <a:cubicBezTo>
                  <a:pt x="231" y="135"/>
                  <a:pt x="231" y="136"/>
                  <a:pt x="230" y="136"/>
                </a:cubicBezTo>
                <a:cubicBezTo>
                  <a:pt x="230" y="136"/>
                  <a:pt x="230" y="136"/>
                  <a:pt x="230" y="136"/>
                </a:cubicBezTo>
                <a:cubicBezTo>
                  <a:pt x="230" y="135"/>
                  <a:pt x="230" y="135"/>
                  <a:pt x="230" y="135"/>
                </a:cubicBezTo>
                <a:cubicBezTo>
                  <a:pt x="229" y="135"/>
                  <a:pt x="229" y="135"/>
                  <a:pt x="229" y="135"/>
                </a:cubicBezTo>
                <a:cubicBezTo>
                  <a:pt x="229" y="135"/>
                  <a:pt x="229" y="135"/>
                  <a:pt x="229" y="136"/>
                </a:cubicBezTo>
                <a:cubicBezTo>
                  <a:pt x="229" y="136"/>
                  <a:pt x="229" y="136"/>
                  <a:pt x="229" y="136"/>
                </a:cubicBezTo>
                <a:cubicBezTo>
                  <a:pt x="228" y="137"/>
                  <a:pt x="227" y="139"/>
                  <a:pt x="228" y="140"/>
                </a:cubicBezTo>
                <a:cubicBezTo>
                  <a:pt x="228" y="140"/>
                  <a:pt x="228" y="140"/>
                  <a:pt x="229" y="140"/>
                </a:cubicBezTo>
                <a:cubicBezTo>
                  <a:pt x="229" y="140"/>
                  <a:pt x="229" y="140"/>
                  <a:pt x="229" y="141"/>
                </a:cubicBezTo>
                <a:cubicBezTo>
                  <a:pt x="229" y="140"/>
                  <a:pt x="229" y="140"/>
                  <a:pt x="229" y="140"/>
                </a:cubicBezTo>
                <a:cubicBezTo>
                  <a:pt x="229" y="142"/>
                  <a:pt x="229" y="143"/>
                  <a:pt x="231" y="142"/>
                </a:cubicBezTo>
                <a:cubicBezTo>
                  <a:pt x="231" y="143"/>
                  <a:pt x="231" y="143"/>
                  <a:pt x="231" y="143"/>
                </a:cubicBezTo>
                <a:moveTo>
                  <a:pt x="28" y="153"/>
                </a:moveTo>
                <a:cubicBezTo>
                  <a:pt x="28" y="152"/>
                  <a:pt x="27" y="152"/>
                  <a:pt x="28" y="151"/>
                </a:cubicBezTo>
                <a:cubicBezTo>
                  <a:pt x="28" y="151"/>
                  <a:pt x="29" y="151"/>
                  <a:pt x="29" y="151"/>
                </a:cubicBezTo>
                <a:cubicBezTo>
                  <a:pt x="29" y="151"/>
                  <a:pt x="29" y="151"/>
                  <a:pt x="29" y="152"/>
                </a:cubicBezTo>
                <a:cubicBezTo>
                  <a:pt x="29" y="152"/>
                  <a:pt x="29" y="151"/>
                  <a:pt x="29" y="151"/>
                </a:cubicBezTo>
                <a:cubicBezTo>
                  <a:pt x="29" y="151"/>
                  <a:pt x="29" y="151"/>
                  <a:pt x="29" y="151"/>
                </a:cubicBezTo>
                <a:cubicBezTo>
                  <a:pt x="30" y="151"/>
                  <a:pt x="31" y="151"/>
                  <a:pt x="31" y="151"/>
                </a:cubicBezTo>
                <a:cubicBezTo>
                  <a:pt x="31" y="150"/>
                  <a:pt x="30" y="150"/>
                  <a:pt x="30" y="150"/>
                </a:cubicBezTo>
                <a:cubicBezTo>
                  <a:pt x="30" y="149"/>
                  <a:pt x="31" y="150"/>
                  <a:pt x="31" y="150"/>
                </a:cubicBezTo>
                <a:cubicBezTo>
                  <a:pt x="31" y="150"/>
                  <a:pt x="31" y="150"/>
                  <a:pt x="31" y="150"/>
                </a:cubicBezTo>
                <a:cubicBezTo>
                  <a:pt x="31" y="149"/>
                  <a:pt x="31" y="149"/>
                  <a:pt x="31" y="149"/>
                </a:cubicBezTo>
                <a:cubicBezTo>
                  <a:pt x="31" y="149"/>
                  <a:pt x="30" y="149"/>
                  <a:pt x="30" y="149"/>
                </a:cubicBezTo>
                <a:cubicBezTo>
                  <a:pt x="30" y="149"/>
                  <a:pt x="30" y="149"/>
                  <a:pt x="29" y="149"/>
                </a:cubicBezTo>
                <a:cubicBezTo>
                  <a:pt x="29" y="149"/>
                  <a:pt x="29" y="149"/>
                  <a:pt x="29" y="149"/>
                </a:cubicBezTo>
                <a:cubicBezTo>
                  <a:pt x="28" y="149"/>
                  <a:pt x="28" y="149"/>
                  <a:pt x="28" y="150"/>
                </a:cubicBezTo>
                <a:cubicBezTo>
                  <a:pt x="28" y="150"/>
                  <a:pt x="28" y="150"/>
                  <a:pt x="28" y="150"/>
                </a:cubicBezTo>
                <a:cubicBezTo>
                  <a:pt x="28" y="150"/>
                  <a:pt x="28" y="151"/>
                  <a:pt x="27" y="151"/>
                </a:cubicBezTo>
                <a:cubicBezTo>
                  <a:pt x="27" y="151"/>
                  <a:pt x="27" y="151"/>
                  <a:pt x="27" y="151"/>
                </a:cubicBezTo>
                <a:cubicBezTo>
                  <a:pt x="27" y="150"/>
                  <a:pt x="27" y="150"/>
                  <a:pt x="27" y="150"/>
                </a:cubicBezTo>
                <a:cubicBezTo>
                  <a:pt x="27" y="150"/>
                  <a:pt x="27" y="150"/>
                  <a:pt x="27" y="150"/>
                </a:cubicBezTo>
                <a:cubicBezTo>
                  <a:pt x="27" y="150"/>
                  <a:pt x="27" y="150"/>
                  <a:pt x="27" y="150"/>
                </a:cubicBezTo>
                <a:cubicBezTo>
                  <a:pt x="27" y="150"/>
                  <a:pt x="27" y="150"/>
                  <a:pt x="26" y="150"/>
                </a:cubicBezTo>
                <a:cubicBezTo>
                  <a:pt x="26" y="150"/>
                  <a:pt x="26" y="150"/>
                  <a:pt x="26" y="150"/>
                </a:cubicBezTo>
                <a:cubicBezTo>
                  <a:pt x="27" y="151"/>
                  <a:pt x="27" y="152"/>
                  <a:pt x="27" y="153"/>
                </a:cubicBezTo>
                <a:cubicBezTo>
                  <a:pt x="27" y="153"/>
                  <a:pt x="27" y="153"/>
                  <a:pt x="28" y="153"/>
                </a:cubicBezTo>
                <a:moveTo>
                  <a:pt x="32" y="112"/>
                </a:moveTo>
                <a:cubicBezTo>
                  <a:pt x="32" y="112"/>
                  <a:pt x="32" y="112"/>
                  <a:pt x="32" y="112"/>
                </a:cubicBezTo>
                <a:cubicBezTo>
                  <a:pt x="32" y="112"/>
                  <a:pt x="32" y="112"/>
                  <a:pt x="32" y="112"/>
                </a:cubicBezTo>
                <a:cubicBezTo>
                  <a:pt x="32" y="112"/>
                  <a:pt x="32" y="112"/>
                  <a:pt x="32" y="112"/>
                </a:cubicBezTo>
                <a:moveTo>
                  <a:pt x="30" y="94"/>
                </a:moveTo>
                <a:cubicBezTo>
                  <a:pt x="30" y="94"/>
                  <a:pt x="30" y="94"/>
                  <a:pt x="30" y="94"/>
                </a:cubicBezTo>
                <a:cubicBezTo>
                  <a:pt x="30" y="94"/>
                  <a:pt x="30" y="93"/>
                  <a:pt x="30" y="93"/>
                </a:cubicBezTo>
                <a:cubicBezTo>
                  <a:pt x="30" y="93"/>
                  <a:pt x="30" y="94"/>
                  <a:pt x="30" y="94"/>
                </a:cubicBezTo>
                <a:moveTo>
                  <a:pt x="59" y="53"/>
                </a:moveTo>
                <a:cubicBezTo>
                  <a:pt x="59" y="53"/>
                  <a:pt x="59" y="53"/>
                  <a:pt x="59" y="53"/>
                </a:cubicBezTo>
                <a:cubicBezTo>
                  <a:pt x="58" y="53"/>
                  <a:pt x="58" y="53"/>
                  <a:pt x="58" y="53"/>
                </a:cubicBezTo>
                <a:cubicBezTo>
                  <a:pt x="58" y="53"/>
                  <a:pt x="58" y="53"/>
                  <a:pt x="58" y="53"/>
                </a:cubicBezTo>
                <a:cubicBezTo>
                  <a:pt x="58" y="53"/>
                  <a:pt x="58" y="53"/>
                  <a:pt x="58" y="53"/>
                </a:cubicBezTo>
                <a:cubicBezTo>
                  <a:pt x="58" y="53"/>
                  <a:pt x="58" y="53"/>
                  <a:pt x="59" y="53"/>
                </a:cubicBezTo>
                <a:cubicBezTo>
                  <a:pt x="59" y="53"/>
                  <a:pt x="59" y="53"/>
                  <a:pt x="59" y="53"/>
                </a:cubicBezTo>
                <a:cubicBezTo>
                  <a:pt x="59" y="53"/>
                  <a:pt x="58" y="53"/>
                  <a:pt x="58" y="53"/>
                </a:cubicBezTo>
                <a:cubicBezTo>
                  <a:pt x="58" y="53"/>
                  <a:pt x="58" y="53"/>
                  <a:pt x="59" y="52"/>
                </a:cubicBezTo>
                <a:cubicBezTo>
                  <a:pt x="58" y="52"/>
                  <a:pt x="57" y="52"/>
                  <a:pt x="57" y="52"/>
                </a:cubicBezTo>
                <a:cubicBezTo>
                  <a:pt x="57" y="52"/>
                  <a:pt x="57" y="52"/>
                  <a:pt x="57" y="52"/>
                </a:cubicBezTo>
                <a:cubicBezTo>
                  <a:pt x="57" y="52"/>
                  <a:pt x="57" y="52"/>
                  <a:pt x="57" y="52"/>
                </a:cubicBezTo>
                <a:cubicBezTo>
                  <a:pt x="58" y="52"/>
                  <a:pt x="58" y="52"/>
                  <a:pt x="58" y="52"/>
                </a:cubicBezTo>
                <a:cubicBezTo>
                  <a:pt x="58" y="52"/>
                  <a:pt x="58" y="52"/>
                  <a:pt x="58" y="52"/>
                </a:cubicBezTo>
                <a:cubicBezTo>
                  <a:pt x="58" y="52"/>
                  <a:pt x="58" y="52"/>
                  <a:pt x="58" y="52"/>
                </a:cubicBezTo>
                <a:cubicBezTo>
                  <a:pt x="58" y="52"/>
                  <a:pt x="58" y="52"/>
                  <a:pt x="58" y="52"/>
                </a:cubicBezTo>
                <a:cubicBezTo>
                  <a:pt x="57" y="52"/>
                  <a:pt x="57" y="52"/>
                  <a:pt x="56" y="53"/>
                </a:cubicBezTo>
                <a:cubicBezTo>
                  <a:pt x="57" y="53"/>
                  <a:pt x="57" y="53"/>
                  <a:pt x="57" y="53"/>
                </a:cubicBezTo>
                <a:cubicBezTo>
                  <a:pt x="57" y="53"/>
                  <a:pt x="58" y="53"/>
                  <a:pt x="58" y="53"/>
                </a:cubicBezTo>
                <a:cubicBezTo>
                  <a:pt x="58" y="53"/>
                  <a:pt x="59" y="53"/>
                  <a:pt x="59" y="53"/>
                </a:cubicBezTo>
                <a:cubicBezTo>
                  <a:pt x="59" y="53"/>
                  <a:pt x="59" y="53"/>
                  <a:pt x="59" y="53"/>
                </a:cubicBezTo>
                <a:cubicBezTo>
                  <a:pt x="59" y="53"/>
                  <a:pt x="59" y="53"/>
                  <a:pt x="59" y="53"/>
                </a:cubicBezTo>
                <a:moveTo>
                  <a:pt x="54" y="55"/>
                </a:moveTo>
                <a:cubicBezTo>
                  <a:pt x="54" y="55"/>
                  <a:pt x="54" y="55"/>
                  <a:pt x="54" y="55"/>
                </a:cubicBezTo>
                <a:cubicBezTo>
                  <a:pt x="54" y="55"/>
                  <a:pt x="54" y="55"/>
                  <a:pt x="54" y="55"/>
                </a:cubicBezTo>
                <a:cubicBezTo>
                  <a:pt x="54" y="55"/>
                  <a:pt x="54" y="55"/>
                  <a:pt x="54" y="55"/>
                </a:cubicBezTo>
                <a:moveTo>
                  <a:pt x="83" y="34"/>
                </a:moveTo>
                <a:cubicBezTo>
                  <a:pt x="83" y="34"/>
                  <a:pt x="83" y="34"/>
                  <a:pt x="83" y="34"/>
                </a:cubicBezTo>
                <a:cubicBezTo>
                  <a:pt x="83" y="35"/>
                  <a:pt x="84" y="35"/>
                  <a:pt x="84" y="35"/>
                </a:cubicBezTo>
                <a:cubicBezTo>
                  <a:pt x="84" y="35"/>
                  <a:pt x="83" y="35"/>
                  <a:pt x="83" y="35"/>
                </a:cubicBezTo>
                <a:cubicBezTo>
                  <a:pt x="83" y="35"/>
                  <a:pt x="83" y="35"/>
                  <a:pt x="83" y="35"/>
                </a:cubicBezTo>
                <a:cubicBezTo>
                  <a:pt x="83" y="35"/>
                  <a:pt x="83" y="35"/>
                  <a:pt x="83" y="35"/>
                </a:cubicBezTo>
                <a:cubicBezTo>
                  <a:pt x="83" y="35"/>
                  <a:pt x="83" y="34"/>
                  <a:pt x="83" y="34"/>
                </a:cubicBezTo>
                <a:cubicBezTo>
                  <a:pt x="83" y="35"/>
                  <a:pt x="82" y="35"/>
                  <a:pt x="82" y="35"/>
                </a:cubicBezTo>
                <a:cubicBezTo>
                  <a:pt x="82" y="35"/>
                  <a:pt x="82" y="35"/>
                  <a:pt x="82" y="35"/>
                </a:cubicBezTo>
                <a:cubicBezTo>
                  <a:pt x="82" y="35"/>
                  <a:pt x="82" y="35"/>
                  <a:pt x="82" y="35"/>
                </a:cubicBezTo>
                <a:cubicBezTo>
                  <a:pt x="82" y="35"/>
                  <a:pt x="82" y="35"/>
                  <a:pt x="82" y="35"/>
                </a:cubicBezTo>
                <a:cubicBezTo>
                  <a:pt x="82" y="35"/>
                  <a:pt x="82" y="36"/>
                  <a:pt x="81" y="36"/>
                </a:cubicBezTo>
                <a:cubicBezTo>
                  <a:pt x="81" y="36"/>
                  <a:pt x="81" y="36"/>
                  <a:pt x="81" y="36"/>
                </a:cubicBezTo>
                <a:cubicBezTo>
                  <a:pt x="81" y="36"/>
                  <a:pt x="82" y="36"/>
                  <a:pt x="82" y="36"/>
                </a:cubicBezTo>
                <a:cubicBezTo>
                  <a:pt x="82" y="36"/>
                  <a:pt x="82" y="35"/>
                  <a:pt x="82" y="35"/>
                </a:cubicBezTo>
                <a:cubicBezTo>
                  <a:pt x="82" y="35"/>
                  <a:pt x="82" y="35"/>
                  <a:pt x="82" y="35"/>
                </a:cubicBezTo>
                <a:cubicBezTo>
                  <a:pt x="83" y="35"/>
                  <a:pt x="83" y="35"/>
                  <a:pt x="83" y="35"/>
                </a:cubicBezTo>
                <a:cubicBezTo>
                  <a:pt x="83" y="35"/>
                  <a:pt x="83" y="36"/>
                  <a:pt x="83" y="36"/>
                </a:cubicBezTo>
                <a:cubicBezTo>
                  <a:pt x="84" y="36"/>
                  <a:pt x="84" y="36"/>
                  <a:pt x="84" y="36"/>
                </a:cubicBezTo>
                <a:cubicBezTo>
                  <a:pt x="84" y="36"/>
                  <a:pt x="84" y="37"/>
                  <a:pt x="84" y="37"/>
                </a:cubicBezTo>
                <a:cubicBezTo>
                  <a:pt x="84" y="37"/>
                  <a:pt x="84" y="36"/>
                  <a:pt x="84" y="36"/>
                </a:cubicBezTo>
                <a:cubicBezTo>
                  <a:pt x="83" y="36"/>
                  <a:pt x="83" y="37"/>
                  <a:pt x="83" y="37"/>
                </a:cubicBezTo>
                <a:cubicBezTo>
                  <a:pt x="83" y="37"/>
                  <a:pt x="83" y="37"/>
                  <a:pt x="82" y="36"/>
                </a:cubicBezTo>
                <a:cubicBezTo>
                  <a:pt x="82" y="36"/>
                  <a:pt x="82" y="36"/>
                  <a:pt x="82" y="36"/>
                </a:cubicBezTo>
                <a:cubicBezTo>
                  <a:pt x="82" y="36"/>
                  <a:pt x="82" y="36"/>
                  <a:pt x="82" y="36"/>
                </a:cubicBezTo>
                <a:cubicBezTo>
                  <a:pt x="82" y="37"/>
                  <a:pt x="82" y="37"/>
                  <a:pt x="82" y="37"/>
                </a:cubicBezTo>
                <a:cubicBezTo>
                  <a:pt x="82" y="37"/>
                  <a:pt x="82" y="37"/>
                  <a:pt x="82" y="37"/>
                </a:cubicBezTo>
                <a:cubicBezTo>
                  <a:pt x="82" y="37"/>
                  <a:pt x="82"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3" y="37"/>
                  <a:pt x="83" y="37"/>
                </a:cubicBezTo>
                <a:cubicBezTo>
                  <a:pt x="83" y="37"/>
                  <a:pt x="82" y="37"/>
                  <a:pt x="82" y="37"/>
                </a:cubicBezTo>
                <a:cubicBezTo>
                  <a:pt x="82" y="37"/>
                  <a:pt x="83" y="38"/>
                  <a:pt x="83" y="38"/>
                </a:cubicBezTo>
                <a:cubicBezTo>
                  <a:pt x="83" y="37"/>
                  <a:pt x="83" y="37"/>
                  <a:pt x="84" y="37"/>
                </a:cubicBezTo>
                <a:cubicBezTo>
                  <a:pt x="84" y="37"/>
                  <a:pt x="84" y="37"/>
                  <a:pt x="84" y="37"/>
                </a:cubicBezTo>
                <a:cubicBezTo>
                  <a:pt x="84" y="38"/>
                  <a:pt x="84" y="38"/>
                  <a:pt x="84" y="38"/>
                </a:cubicBezTo>
                <a:cubicBezTo>
                  <a:pt x="84" y="38"/>
                  <a:pt x="84" y="38"/>
                  <a:pt x="84" y="38"/>
                </a:cubicBezTo>
                <a:cubicBezTo>
                  <a:pt x="85" y="38"/>
                  <a:pt x="85" y="37"/>
                  <a:pt x="85" y="37"/>
                </a:cubicBezTo>
                <a:cubicBezTo>
                  <a:pt x="85" y="37"/>
                  <a:pt x="86" y="37"/>
                  <a:pt x="86" y="38"/>
                </a:cubicBezTo>
                <a:cubicBezTo>
                  <a:pt x="86" y="38"/>
                  <a:pt x="86" y="38"/>
                  <a:pt x="85" y="38"/>
                </a:cubicBezTo>
                <a:cubicBezTo>
                  <a:pt x="85" y="38"/>
                  <a:pt x="85" y="38"/>
                  <a:pt x="85" y="38"/>
                </a:cubicBezTo>
                <a:cubicBezTo>
                  <a:pt x="85" y="38"/>
                  <a:pt x="85" y="38"/>
                  <a:pt x="85" y="38"/>
                </a:cubicBezTo>
                <a:cubicBezTo>
                  <a:pt x="84" y="38"/>
                  <a:pt x="84" y="38"/>
                  <a:pt x="84" y="38"/>
                </a:cubicBezTo>
                <a:cubicBezTo>
                  <a:pt x="84" y="38"/>
                  <a:pt x="83" y="38"/>
                  <a:pt x="83" y="38"/>
                </a:cubicBezTo>
                <a:cubicBezTo>
                  <a:pt x="83" y="38"/>
                  <a:pt x="83" y="38"/>
                  <a:pt x="83" y="38"/>
                </a:cubicBezTo>
                <a:cubicBezTo>
                  <a:pt x="83" y="38"/>
                  <a:pt x="84" y="39"/>
                  <a:pt x="84" y="39"/>
                </a:cubicBezTo>
                <a:cubicBezTo>
                  <a:pt x="84" y="39"/>
                  <a:pt x="83" y="39"/>
                  <a:pt x="83"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4" y="39"/>
                  <a:pt x="84" y="39"/>
                </a:cubicBezTo>
                <a:cubicBezTo>
                  <a:pt x="84" y="39"/>
                  <a:pt x="85" y="39"/>
                  <a:pt x="85" y="39"/>
                </a:cubicBezTo>
                <a:cubicBezTo>
                  <a:pt x="86" y="39"/>
                  <a:pt x="86" y="39"/>
                  <a:pt x="86" y="39"/>
                </a:cubicBezTo>
                <a:cubicBezTo>
                  <a:pt x="86" y="39"/>
                  <a:pt x="87" y="40"/>
                  <a:pt x="86" y="40"/>
                </a:cubicBezTo>
                <a:cubicBezTo>
                  <a:pt x="86" y="40"/>
                  <a:pt x="86" y="40"/>
                  <a:pt x="86" y="40"/>
                </a:cubicBezTo>
                <a:cubicBezTo>
                  <a:pt x="86" y="40"/>
                  <a:pt x="86" y="40"/>
                  <a:pt x="86" y="40"/>
                </a:cubicBezTo>
                <a:cubicBezTo>
                  <a:pt x="85" y="40"/>
                  <a:pt x="85" y="41"/>
                  <a:pt x="85" y="41"/>
                </a:cubicBezTo>
                <a:cubicBezTo>
                  <a:pt x="85" y="41"/>
                  <a:pt x="85" y="41"/>
                  <a:pt x="85" y="41"/>
                </a:cubicBezTo>
                <a:cubicBezTo>
                  <a:pt x="84" y="41"/>
                  <a:pt x="84" y="41"/>
                  <a:pt x="84" y="41"/>
                </a:cubicBezTo>
                <a:cubicBezTo>
                  <a:pt x="84" y="41"/>
                  <a:pt x="83" y="41"/>
                  <a:pt x="83" y="41"/>
                </a:cubicBezTo>
                <a:cubicBezTo>
                  <a:pt x="83" y="41"/>
                  <a:pt x="83" y="41"/>
                  <a:pt x="83" y="41"/>
                </a:cubicBezTo>
                <a:cubicBezTo>
                  <a:pt x="83" y="41"/>
                  <a:pt x="84" y="41"/>
                  <a:pt x="84" y="41"/>
                </a:cubicBezTo>
                <a:cubicBezTo>
                  <a:pt x="84" y="40"/>
                  <a:pt x="84" y="40"/>
                  <a:pt x="84" y="40"/>
                </a:cubicBezTo>
                <a:cubicBezTo>
                  <a:pt x="84" y="40"/>
                  <a:pt x="84" y="40"/>
                  <a:pt x="84" y="40"/>
                </a:cubicBezTo>
                <a:cubicBezTo>
                  <a:pt x="84" y="40"/>
                  <a:pt x="84" y="40"/>
                  <a:pt x="84" y="40"/>
                </a:cubicBezTo>
                <a:cubicBezTo>
                  <a:pt x="84" y="40"/>
                  <a:pt x="84" y="40"/>
                  <a:pt x="84" y="40"/>
                </a:cubicBezTo>
                <a:cubicBezTo>
                  <a:pt x="83" y="40"/>
                  <a:pt x="83" y="41"/>
                  <a:pt x="83" y="41"/>
                </a:cubicBezTo>
                <a:cubicBezTo>
                  <a:pt x="83" y="41"/>
                  <a:pt x="83" y="41"/>
                  <a:pt x="83" y="41"/>
                </a:cubicBezTo>
                <a:cubicBezTo>
                  <a:pt x="83" y="41"/>
                  <a:pt x="82" y="41"/>
                  <a:pt x="82" y="41"/>
                </a:cubicBezTo>
                <a:cubicBezTo>
                  <a:pt x="82" y="41"/>
                  <a:pt x="83" y="41"/>
                  <a:pt x="83" y="41"/>
                </a:cubicBezTo>
                <a:cubicBezTo>
                  <a:pt x="83" y="41"/>
                  <a:pt x="83" y="41"/>
                  <a:pt x="83" y="41"/>
                </a:cubicBezTo>
                <a:cubicBezTo>
                  <a:pt x="83" y="41"/>
                  <a:pt x="82" y="41"/>
                  <a:pt x="82" y="42"/>
                </a:cubicBezTo>
                <a:cubicBezTo>
                  <a:pt x="82" y="42"/>
                  <a:pt x="82" y="42"/>
                  <a:pt x="82" y="42"/>
                </a:cubicBezTo>
                <a:cubicBezTo>
                  <a:pt x="82" y="42"/>
                  <a:pt x="82" y="42"/>
                  <a:pt x="82" y="42"/>
                </a:cubicBezTo>
                <a:cubicBezTo>
                  <a:pt x="82" y="42"/>
                  <a:pt x="81" y="42"/>
                  <a:pt x="81" y="42"/>
                </a:cubicBezTo>
                <a:cubicBezTo>
                  <a:pt x="81" y="42"/>
                  <a:pt x="81" y="42"/>
                  <a:pt x="81" y="42"/>
                </a:cubicBezTo>
                <a:cubicBezTo>
                  <a:pt x="81" y="42"/>
                  <a:pt x="81" y="42"/>
                  <a:pt x="81" y="42"/>
                </a:cubicBezTo>
                <a:cubicBezTo>
                  <a:pt x="81" y="42"/>
                  <a:pt x="81" y="42"/>
                  <a:pt x="81" y="42"/>
                </a:cubicBezTo>
                <a:cubicBezTo>
                  <a:pt x="81" y="43"/>
                  <a:pt x="80" y="43"/>
                  <a:pt x="81" y="43"/>
                </a:cubicBezTo>
                <a:cubicBezTo>
                  <a:pt x="81" y="43"/>
                  <a:pt x="81" y="43"/>
                  <a:pt x="81" y="43"/>
                </a:cubicBezTo>
                <a:cubicBezTo>
                  <a:pt x="81" y="43"/>
                  <a:pt x="81" y="43"/>
                  <a:pt x="82" y="43"/>
                </a:cubicBezTo>
                <a:cubicBezTo>
                  <a:pt x="82" y="42"/>
                  <a:pt x="82" y="42"/>
                  <a:pt x="82" y="42"/>
                </a:cubicBezTo>
                <a:cubicBezTo>
                  <a:pt x="82" y="42"/>
                  <a:pt x="82" y="42"/>
                  <a:pt x="82" y="42"/>
                </a:cubicBezTo>
                <a:cubicBezTo>
                  <a:pt x="82" y="42"/>
                  <a:pt x="83" y="42"/>
                  <a:pt x="83" y="42"/>
                </a:cubicBezTo>
                <a:cubicBezTo>
                  <a:pt x="83" y="42"/>
                  <a:pt x="83" y="42"/>
                  <a:pt x="83" y="42"/>
                </a:cubicBezTo>
                <a:cubicBezTo>
                  <a:pt x="83" y="43"/>
                  <a:pt x="83" y="43"/>
                  <a:pt x="82" y="43"/>
                </a:cubicBezTo>
                <a:cubicBezTo>
                  <a:pt x="82" y="43"/>
                  <a:pt x="82" y="43"/>
                  <a:pt x="82" y="43"/>
                </a:cubicBezTo>
                <a:cubicBezTo>
                  <a:pt x="82" y="43"/>
                  <a:pt x="82" y="43"/>
                  <a:pt x="82" y="43"/>
                </a:cubicBezTo>
                <a:cubicBezTo>
                  <a:pt x="82" y="43"/>
                  <a:pt x="82" y="43"/>
                  <a:pt x="83" y="43"/>
                </a:cubicBezTo>
                <a:cubicBezTo>
                  <a:pt x="83" y="43"/>
                  <a:pt x="83" y="43"/>
                  <a:pt x="83" y="43"/>
                </a:cubicBezTo>
                <a:cubicBezTo>
                  <a:pt x="83" y="43"/>
                  <a:pt x="83" y="43"/>
                  <a:pt x="83" y="43"/>
                </a:cubicBezTo>
                <a:cubicBezTo>
                  <a:pt x="83" y="43"/>
                  <a:pt x="83" y="43"/>
                  <a:pt x="83" y="43"/>
                </a:cubicBezTo>
                <a:cubicBezTo>
                  <a:pt x="83" y="43"/>
                  <a:pt x="83" y="43"/>
                  <a:pt x="83" y="43"/>
                </a:cubicBezTo>
                <a:cubicBezTo>
                  <a:pt x="83" y="43"/>
                  <a:pt x="84" y="43"/>
                  <a:pt x="84" y="43"/>
                </a:cubicBezTo>
                <a:cubicBezTo>
                  <a:pt x="84" y="43"/>
                  <a:pt x="84" y="43"/>
                  <a:pt x="84" y="43"/>
                </a:cubicBezTo>
                <a:cubicBezTo>
                  <a:pt x="84" y="43"/>
                  <a:pt x="84" y="43"/>
                  <a:pt x="84" y="43"/>
                </a:cubicBezTo>
                <a:cubicBezTo>
                  <a:pt x="84" y="44"/>
                  <a:pt x="84" y="44"/>
                  <a:pt x="84" y="44"/>
                </a:cubicBezTo>
                <a:cubicBezTo>
                  <a:pt x="84" y="44"/>
                  <a:pt x="84" y="44"/>
                  <a:pt x="84" y="44"/>
                </a:cubicBezTo>
                <a:cubicBezTo>
                  <a:pt x="84" y="44"/>
                  <a:pt x="84" y="44"/>
                  <a:pt x="84" y="44"/>
                </a:cubicBezTo>
                <a:cubicBezTo>
                  <a:pt x="84" y="44"/>
                  <a:pt x="84" y="44"/>
                  <a:pt x="84" y="44"/>
                </a:cubicBezTo>
                <a:cubicBezTo>
                  <a:pt x="84" y="44"/>
                  <a:pt x="84" y="43"/>
                  <a:pt x="85" y="43"/>
                </a:cubicBezTo>
                <a:cubicBezTo>
                  <a:pt x="85" y="43"/>
                  <a:pt x="85" y="43"/>
                  <a:pt x="86" y="43"/>
                </a:cubicBezTo>
                <a:cubicBezTo>
                  <a:pt x="86" y="44"/>
                  <a:pt x="86" y="43"/>
                  <a:pt x="87" y="43"/>
                </a:cubicBezTo>
                <a:cubicBezTo>
                  <a:pt x="87" y="43"/>
                  <a:pt x="87" y="44"/>
                  <a:pt x="87" y="43"/>
                </a:cubicBezTo>
                <a:cubicBezTo>
                  <a:pt x="87" y="43"/>
                  <a:pt x="87" y="43"/>
                  <a:pt x="87" y="43"/>
                </a:cubicBezTo>
                <a:cubicBezTo>
                  <a:pt x="87" y="43"/>
                  <a:pt x="87" y="43"/>
                  <a:pt x="87" y="43"/>
                </a:cubicBezTo>
                <a:cubicBezTo>
                  <a:pt x="87" y="43"/>
                  <a:pt x="87" y="43"/>
                  <a:pt x="87" y="43"/>
                </a:cubicBezTo>
                <a:cubicBezTo>
                  <a:pt x="87" y="44"/>
                  <a:pt x="87" y="44"/>
                  <a:pt x="87"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4"/>
                </a:cubicBezTo>
                <a:cubicBezTo>
                  <a:pt x="88" y="44"/>
                  <a:pt x="88" y="44"/>
                  <a:pt x="88" y="45"/>
                </a:cubicBezTo>
                <a:cubicBezTo>
                  <a:pt x="88" y="45"/>
                  <a:pt x="88" y="44"/>
                  <a:pt x="88" y="44"/>
                </a:cubicBezTo>
                <a:cubicBezTo>
                  <a:pt x="88" y="44"/>
                  <a:pt x="88" y="44"/>
                  <a:pt x="89" y="44"/>
                </a:cubicBezTo>
                <a:cubicBezTo>
                  <a:pt x="89" y="44"/>
                  <a:pt x="89" y="44"/>
                  <a:pt x="89" y="44"/>
                </a:cubicBezTo>
                <a:cubicBezTo>
                  <a:pt x="89" y="44"/>
                  <a:pt x="89" y="44"/>
                  <a:pt x="89" y="45"/>
                </a:cubicBezTo>
                <a:cubicBezTo>
                  <a:pt x="89" y="45"/>
                  <a:pt x="89" y="45"/>
                  <a:pt x="89" y="45"/>
                </a:cubicBezTo>
                <a:cubicBezTo>
                  <a:pt x="89" y="45"/>
                  <a:pt x="89" y="45"/>
                  <a:pt x="89" y="45"/>
                </a:cubicBezTo>
                <a:cubicBezTo>
                  <a:pt x="89" y="45"/>
                  <a:pt x="89" y="45"/>
                  <a:pt x="89" y="45"/>
                </a:cubicBezTo>
                <a:cubicBezTo>
                  <a:pt x="90" y="45"/>
                  <a:pt x="90" y="45"/>
                  <a:pt x="90" y="45"/>
                </a:cubicBezTo>
                <a:cubicBezTo>
                  <a:pt x="90" y="45"/>
                  <a:pt x="90" y="45"/>
                  <a:pt x="90" y="45"/>
                </a:cubicBezTo>
                <a:cubicBezTo>
                  <a:pt x="90" y="45"/>
                  <a:pt x="90" y="45"/>
                  <a:pt x="90" y="45"/>
                </a:cubicBezTo>
                <a:cubicBezTo>
                  <a:pt x="90" y="45"/>
                  <a:pt x="90" y="45"/>
                  <a:pt x="90" y="45"/>
                </a:cubicBezTo>
                <a:cubicBezTo>
                  <a:pt x="90" y="46"/>
                  <a:pt x="91" y="46"/>
                  <a:pt x="90" y="46"/>
                </a:cubicBezTo>
                <a:cubicBezTo>
                  <a:pt x="90" y="46"/>
                  <a:pt x="90" y="46"/>
                  <a:pt x="90" y="46"/>
                </a:cubicBezTo>
                <a:cubicBezTo>
                  <a:pt x="90" y="46"/>
                  <a:pt x="90" y="46"/>
                  <a:pt x="90" y="46"/>
                </a:cubicBezTo>
                <a:cubicBezTo>
                  <a:pt x="90" y="46"/>
                  <a:pt x="89" y="46"/>
                  <a:pt x="89" y="45"/>
                </a:cubicBezTo>
                <a:cubicBezTo>
                  <a:pt x="89" y="45"/>
                  <a:pt x="89" y="45"/>
                  <a:pt x="89" y="45"/>
                </a:cubicBezTo>
                <a:cubicBezTo>
                  <a:pt x="89" y="46"/>
                  <a:pt x="90" y="46"/>
                  <a:pt x="89" y="46"/>
                </a:cubicBezTo>
                <a:cubicBezTo>
                  <a:pt x="89" y="46"/>
                  <a:pt x="89" y="46"/>
                  <a:pt x="89" y="46"/>
                </a:cubicBezTo>
                <a:cubicBezTo>
                  <a:pt x="89" y="46"/>
                  <a:pt x="89" y="47"/>
                  <a:pt x="88" y="46"/>
                </a:cubicBezTo>
                <a:cubicBezTo>
                  <a:pt x="88" y="46"/>
                  <a:pt x="88" y="46"/>
                  <a:pt x="87" y="46"/>
                </a:cubicBezTo>
                <a:cubicBezTo>
                  <a:pt x="87" y="46"/>
                  <a:pt x="87" y="46"/>
                  <a:pt x="87" y="46"/>
                </a:cubicBezTo>
                <a:cubicBezTo>
                  <a:pt x="87" y="46"/>
                  <a:pt x="87" y="46"/>
                  <a:pt x="87" y="46"/>
                </a:cubicBezTo>
                <a:cubicBezTo>
                  <a:pt x="87" y="46"/>
                  <a:pt x="87" y="46"/>
                  <a:pt x="87" y="46"/>
                </a:cubicBezTo>
                <a:cubicBezTo>
                  <a:pt x="87" y="46"/>
                  <a:pt x="87" y="46"/>
                  <a:pt x="87" y="46"/>
                </a:cubicBezTo>
                <a:cubicBezTo>
                  <a:pt x="86" y="45"/>
                  <a:pt x="86" y="45"/>
                  <a:pt x="86" y="45"/>
                </a:cubicBezTo>
                <a:cubicBezTo>
                  <a:pt x="86" y="45"/>
                  <a:pt x="86" y="45"/>
                  <a:pt x="86" y="45"/>
                </a:cubicBezTo>
                <a:cubicBezTo>
                  <a:pt x="85" y="45"/>
                  <a:pt x="85" y="45"/>
                  <a:pt x="85" y="45"/>
                </a:cubicBezTo>
                <a:cubicBezTo>
                  <a:pt x="84" y="45"/>
                  <a:pt x="84" y="46"/>
                  <a:pt x="84" y="46"/>
                </a:cubicBezTo>
                <a:cubicBezTo>
                  <a:pt x="83" y="45"/>
                  <a:pt x="83" y="45"/>
                  <a:pt x="82" y="45"/>
                </a:cubicBezTo>
                <a:cubicBezTo>
                  <a:pt x="82" y="45"/>
                  <a:pt x="82" y="45"/>
                  <a:pt x="81" y="45"/>
                </a:cubicBezTo>
                <a:cubicBezTo>
                  <a:pt x="81" y="45"/>
                  <a:pt x="81" y="45"/>
                  <a:pt x="81" y="45"/>
                </a:cubicBezTo>
                <a:cubicBezTo>
                  <a:pt x="81" y="45"/>
                  <a:pt x="81" y="45"/>
                  <a:pt x="82" y="45"/>
                </a:cubicBezTo>
                <a:cubicBezTo>
                  <a:pt x="82" y="45"/>
                  <a:pt x="82" y="45"/>
                  <a:pt x="82" y="45"/>
                </a:cubicBezTo>
                <a:cubicBezTo>
                  <a:pt x="82" y="45"/>
                  <a:pt x="83" y="45"/>
                  <a:pt x="83" y="46"/>
                </a:cubicBezTo>
                <a:cubicBezTo>
                  <a:pt x="83" y="46"/>
                  <a:pt x="83" y="46"/>
                  <a:pt x="82" y="46"/>
                </a:cubicBezTo>
                <a:cubicBezTo>
                  <a:pt x="82" y="46"/>
                  <a:pt x="82" y="46"/>
                  <a:pt x="82" y="46"/>
                </a:cubicBezTo>
                <a:cubicBezTo>
                  <a:pt x="82" y="46"/>
                  <a:pt x="82" y="46"/>
                  <a:pt x="82" y="46"/>
                </a:cubicBezTo>
                <a:cubicBezTo>
                  <a:pt x="83" y="46"/>
                  <a:pt x="83" y="46"/>
                  <a:pt x="83" y="46"/>
                </a:cubicBezTo>
                <a:cubicBezTo>
                  <a:pt x="83" y="46"/>
                  <a:pt x="83" y="46"/>
                  <a:pt x="83" y="46"/>
                </a:cubicBezTo>
                <a:cubicBezTo>
                  <a:pt x="84" y="46"/>
                  <a:pt x="84" y="46"/>
                  <a:pt x="84" y="46"/>
                </a:cubicBezTo>
                <a:cubicBezTo>
                  <a:pt x="85" y="46"/>
                  <a:pt x="85" y="45"/>
                  <a:pt x="85" y="45"/>
                </a:cubicBezTo>
                <a:cubicBezTo>
                  <a:pt x="85" y="45"/>
                  <a:pt x="85" y="46"/>
                  <a:pt x="85" y="46"/>
                </a:cubicBezTo>
                <a:cubicBezTo>
                  <a:pt x="85" y="46"/>
                  <a:pt x="85" y="46"/>
                  <a:pt x="85" y="46"/>
                </a:cubicBezTo>
                <a:cubicBezTo>
                  <a:pt x="85" y="46"/>
                  <a:pt x="85" y="47"/>
                  <a:pt x="85" y="47"/>
                </a:cubicBezTo>
                <a:cubicBezTo>
                  <a:pt x="85" y="47"/>
                  <a:pt x="84" y="47"/>
                  <a:pt x="84" y="47"/>
                </a:cubicBezTo>
                <a:cubicBezTo>
                  <a:pt x="84" y="47"/>
                  <a:pt x="84" y="47"/>
                  <a:pt x="84" y="47"/>
                </a:cubicBezTo>
                <a:cubicBezTo>
                  <a:pt x="84" y="47"/>
                  <a:pt x="83" y="47"/>
                  <a:pt x="83" y="47"/>
                </a:cubicBezTo>
                <a:cubicBezTo>
                  <a:pt x="83" y="47"/>
                  <a:pt x="83" y="47"/>
                  <a:pt x="83" y="47"/>
                </a:cubicBezTo>
                <a:cubicBezTo>
                  <a:pt x="84" y="48"/>
                  <a:pt x="83" y="48"/>
                  <a:pt x="83" y="49"/>
                </a:cubicBezTo>
                <a:cubicBezTo>
                  <a:pt x="83" y="49"/>
                  <a:pt x="83" y="49"/>
                  <a:pt x="83" y="49"/>
                </a:cubicBezTo>
                <a:cubicBezTo>
                  <a:pt x="83" y="49"/>
                  <a:pt x="83" y="49"/>
                  <a:pt x="83" y="49"/>
                </a:cubicBezTo>
                <a:cubicBezTo>
                  <a:pt x="83" y="49"/>
                  <a:pt x="83" y="48"/>
                  <a:pt x="84" y="48"/>
                </a:cubicBezTo>
                <a:cubicBezTo>
                  <a:pt x="84" y="48"/>
                  <a:pt x="84" y="48"/>
                  <a:pt x="84" y="48"/>
                </a:cubicBezTo>
                <a:cubicBezTo>
                  <a:pt x="84" y="48"/>
                  <a:pt x="85" y="48"/>
                  <a:pt x="85" y="48"/>
                </a:cubicBezTo>
                <a:cubicBezTo>
                  <a:pt x="85" y="48"/>
                  <a:pt x="85" y="48"/>
                  <a:pt x="85" y="48"/>
                </a:cubicBezTo>
                <a:cubicBezTo>
                  <a:pt x="85" y="48"/>
                  <a:pt x="85" y="48"/>
                  <a:pt x="86" y="48"/>
                </a:cubicBezTo>
                <a:cubicBezTo>
                  <a:pt x="86" y="48"/>
                  <a:pt x="86" y="48"/>
                  <a:pt x="86" y="48"/>
                </a:cubicBezTo>
                <a:cubicBezTo>
                  <a:pt x="86" y="48"/>
                  <a:pt x="85" y="48"/>
                  <a:pt x="85" y="48"/>
                </a:cubicBezTo>
                <a:cubicBezTo>
                  <a:pt x="85" y="48"/>
                  <a:pt x="85" y="49"/>
                  <a:pt x="85" y="49"/>
                </a:cubicBezTo>
                <a:cubicBezTo>
                  <a:pt x="85" y="49"/>
                  <a:pt x="84" y="49"/>
                  <a:pt x="84" y="49"/>
                </a:cubicBezTo>
                <a:cubicBezTo>
                  <a:pt x="84" y="49"/>
                  <a:pt x="84" y="49"/>
                  <a:pt x="84" y="49"/>
                </a:cubicBezTo>
                <a:cubicBezTo>
                  <a:pt x="84" y="49"/>
                  <a:pt x="84" y="49"/>
                  <a:pt x="84" y="49"/>
                </a:cubicBezTo>
                <a:cubicBezTo>
                  <a:pt x="84" y="49"/>
                  <a:pt x="84" y="49"/>
                  <a:pt x="85" y="49"/>
                </a:cubicBezTo>
                <a:cubicBezTo>
                  <a:pt x="85" y="49"/>
                  <a:pt x="85" y="49"/>
                  <a:pt x="85" y="49"/>
                </a:cubicBezTo>
                <a:cubicBezTo>
                  <a:pt x="85" y="49"/>
                  <a:pt x="85" y="49"/>
                  <a:pt x="85" y="49"/>
                </a:cubicBezTo>
                <a:cubicBezTo>
                  <a:pt x="85" y="49"/>
                  <a:pt x="86" y="49"/>
                  <a:pt x="86" y="48"/>
                </a:cubicBezTo>
                <a:cubicBezTo>
                  <a:pt x="86" y="48"/>
                  <a:pt x="86" y="48"/>
                  <a:pt x="86" y="48"/>
                </a:cubicBezTo>
                <a:cubicBezTo>
                  <a:pt x="86" y="48"/>
                  <a:pt x="87" y="48"/>
                  <a:pt x="87" y="47"/>
                </a:cubicBezTo>
                <a:cubicBezTo>
                  <a:pt x="87" y="47"/>
                  <a:pt x="87" y="47"/>
                  <a:pt x="87" y="47"/>
                </a:cubicBezTo>
                <a:cubicBezTo>
                  <a:pt x="87" y="47"/>
                  <a:pt x="87" y="47"/>
                  <a:pt x="87" y="48"/>
                </a:cubicBezTo>
                <a:cubicBezTo>
                  <a:pt x="87" y="48"/>
                  <a:pt x="88" y="47"/>
                  <a:pt x="88" y="47"/>
                </a:cubicBezTo>
                <a:cubicBezTo>
                  <a:pt x="88" y="47"/>
                  <a:pt x="89" y="47"/>
                  <a:pt x="89" y="47"/>
                </a:cubicBezTo>
                <a:cubicBezTo>
                  <a:pt x="89" y="47"/>
                  <a:pt x="89" y="47"/>
                  <a:pt x="90" y="47"/>
                </a:cubicBezTo>
                <a:cubicBezTo>
                  <a:pt x="90" y="47"/>
                  <a:pt x="90" y="47"/>
                  <a:pt x="90" y="47"/>
                </a:cubicBezTo>
                <a:cubicBezTo>
                  <a:pt x="90" y="47"/>
                  <a:pt x="90" y="47"/>
                  <a:pt x="90" y="46"/>
                </a:cubicBezTo>
                <a:cubicBezTo>
                  <a:pt x="91" y="47"/>
                  <a:pt x="91" y="47"/>
                  <a:pt x="91" y="47"/>
                </a:cubicBezTo>
                <a:cubicBezTo>
                  <a:pt x="91" y="47"/>
                  <a:pt x="90" y="47"/>
                  <a:pt x="90" y="47"/>
                </a:cubicBezTo>
                <a:cubicBezTo>
                  <a:pt x="90" y="47"/>
                  <a:pt x="90" y="47"/>
                  <a:pt x="90" y="47"/>
                </a:cubicBezTo>
                <a:cubicBezTo>
                  <a:pt x="90" y="47"/>
                  <a:pt x="90" y="47"/>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90" y="48"/>
                  <a:pt x="90" y="48"/>
                </a:cubicBezTo>
                <a:cubicBezTo>
                  <a:pt x="90" y="48"/>
                  <a:pt x="89" y="48"/>
                  <a:pt x="89" y="48"/>
                </a:cubicBezTo>
                <a:cubicBezTo>
                  <a:pt x="89" y="49"/>
                  <a:pt x="89" y="49"/>
                  <a:pt x="90" y="49"/>
                </a:cubicBezTo>
                <a:cubicBezTo>
                  <a:pt x="90" y="49"/>
                  <a:pt x="90" y="49"/>
                  <a:pt x="90" y="49"/>
                </a:cubicBezTo>
                <a:cubicBezTo>
                  <a:pt x="89" y="49"/>
                  <a:pt x="89" y="49"/>
                  <a:pt x="89" y="49"/>
                </a:cubicBezTo>
                <a:cubicBezTo>
                  <a:pt x="89" y="49"/>
                  <a:pt x="89" y="49"/>
                  <a:pt x="89" y="49"/>
                </a:cubicBezTo>
                <a:cubicBezTo>
                  <a:pt x="89" y="49"/>
                  <a:pt x="89" y="49"/>
                  <a:pt x="89" y="49"/>
                </a:cubicBezTo>
                <a:cubicBezTo>
                  <a:pt x="89" y="49"/>
                  <a:pt x="89" y="50"/>
                  <a:pt x="89" y="50"/>
                </a:cubicBezTo>
                <a:cubicBezTo>
                  <a:pt x="89" y="50"/>
                  <a:pt x="89" y="50"/>
                  <a:pt x="88" y="50"/>
                </a:cubicBezTo>
                <a:cubicBezTo>
                  <a:pt x="89" y="50"/>
                  <a:pt x="89" y="50"/>
                  <a:pt x="89" y="50"/>
                </a:cubicBezTo>
                <a:cubicBezTo>
                  <a:pt x="89" y="50"/>
                  <a:pt x="89" y="50"/>
                  <a:pt x="89" y="50"/>
                </a:cubicBezTo>
                <a:cubicBezTo>
                  <a:pt x="89" y="50"/>
                  <a:pt x="89" y="51"/>
                  <a:pt x="89"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8" y="51"/>
                  <a:pt x="88" y="51"/>
                </a:cubicBezTo>
                <a:cubicBezTo>
                  <a:pt x="88" y="51"/>
                  <a:pt x="87" y="52"/>
                  <a:pt x="87" y="52"/>
                </a:cubicBezTo>
                <a:cubicBezTo>
                  <a:pt x="87" y="52"/>
                  <a:pt x="87" y="52"/>
                  <a:pt x="87" y="52"/>
                </a:cubicBezTo>
                <a:cubicBezTo>
                  <a:pt x="87" y="52"/>
                  <a:pt x="87" y="52"/>
                  <a:pt x="87" y="52"/>
                </a:cubicBezTo>
                <a:cubicBezTo>
                  <a:pt x="86" y="52"/>
                  <a:pt x="86" y="52"/>
                  <a:pt x="86" y="52"/>
                </a:cubicBezTo>
                <a:cubicBezTo>
                  <a:pt x="86" y="53"/>
                  <a:pt x="86" y="53"/>
                  <a:pt x="85" y="53"/>
                </a:cubicBezTo>
                <a:cubicBezTo>
                  <a:pt x="85" y="53"/>
                  <a:pt x="85" y="53"/>
                  <a:pt x="85" y="53"/>
                </a:cubicBezTo>
                <a:cubicBezTo>
                  <a:pt x="85" y="53"/>
                  <a:pt x="85" y="53"/>
                  <a:pt x="85" y="53"/>
                </a:cubicBezTo>
                <a:cubicBezTo>
                  <a:pt x="85" y="53"/>
                  <a:pt x="84" y="53"/>
                  <a:pt x="84" y="53"/>
                </a:cubicBezTo>
                <a:cubicBezTo>
                  <a:pt x="84" y="53"/>
                  <a:pt x="85" y="53"/>
                  <a:pt x="85" y="53"/>
                </a:cubicBezTo>
                <a:cubicBezTo>
                  <a:pt x="85" y="54"/>
                  <a:pt x="84" y="54"/>
                  <a:pt x="84" y="54"/>
                </a:cubicBezTo>
                <a:cubicBezTo>
                  <a:pt x="84" y="53"/>
                  <a:pt x="84" y="54"/>
                  <a:pt x="84" y="53"/>
                </a:cubicBezTo>
                <a:cubicBezTo>
                  <a:pt x="84" y="54"/>
                  <a:pt x="84" y="54"/>
                  <a:pt x="84" y="54"/>
                </a:cubicBezTo>
                <a:cubicBezTo>
                  <a:pt x="84" y="54"/>
                  <a:pt x="84" y="54"/>
                  <a:pt x="83" y="54"/>
                </a:cubicBezTo>
                <a:cubicBezTo>
                  <a:pt x="83" y="54"/>
                  <a:pt x="83" y="54"/>
                  <a:pt x="83" y="54"/>
                </a:cubicBezTo>
                <a:cubicBezTo>
                  <a:pt x="83" y="54"/>
                  <a:pt x="83" y="54"/>
                  <a:pt x="82" y="54"/>
                </a:cubicBezTo>
                <a:cubicBezTo>
                  <a:pt x="82" y="54"/>
                  <a:pt x="82" y="54"/>
                  <a:pt x="81" y="53"/>
                </a:cubicBezTo>
                <a:cubicBezTo>
                  <a:pt x="81" y="53"/>
                  <a:pt x="81" y="53"/>
                  <a:pt x="81" y="53"/>
                </a:cubicBezTo>
                <a:cubicBezTo>
                  <a:pt x="81" y="54"/>
                  <a:pt x="81" y="54"/>
                  <a:pt x="81" y="54"/>
                </a:cubicBezTo>
                <a:cubicBezTo>
                  <a:pt x="81" y="54"/>
                  <a:pt x="82" y="54"/>
                  <a:pt x="82" y="54"/>
                </a:cubicBezTo>
                <a:cubicBezTo>
                  <a:pt x="82" y="54"/>
                  <a:pt x="82" y="54"/>
                  <a:pt x="82" y="54"/>
                </a:cubicBezTo>
                <a:cubicBezTo>
                  <a:pt x="82" y="54"/>
                  <a:pt x="82" y="54"/>
                  <a:pt x="82" y="54"/>
                </a:cubicBezTo>
                <a:cubicBezTo>
                  <a:pt x="82" y="54"/>
                  <a:pt x="82" y="54"/>
                  <a:pt x="82" y="54"/>
                </a:cubicBezTo>
                <a:cubicBezTo>
                  <a:pt x="83" y="54"/>
                  <a:pt x="82" y="55"/>
                  <a:pt x="82" y="55"/>
                </a:cubicBezTo>
                <a:cubicBezTo>
                  <a:pt x="82" y="55"/>
                  <a:pt x="82" y="55"/>
                  <a:pt x="82" y="55"/>
                </a:cubicBezTo>
                <a:cubicBezTo>
                  <a:pt x="82" y="55"/>
                  <a:pt x="82" y="55"/>
                  <a:pt x="81" y="55"/>
                </a:cubicBezTo>
                <a:cubicBezTo>
                  <a:pt x="81" y="56"/>
                  <a:pt x="82" y="56"/>
                  <a:pt x="81" y="56"/>
                </a:cubicBezTo>
                <a:cubicBezTo>
                  <a:pt x="81" y="56"/>
                  <a:pt x="81" y="56"/>
                  <a:pt x="81" y="56"/>
                </a:cubicBezTo>
                <a:cubicBezTo>
                  <a:pt x="81" y="56"/>
                  <a:pt x="81" y="57"/>
                  <a:pt x="81" y="57"/>
                </a:cubicBezTo>
                <a:cubicBezTo>
                  <a:pt x="81" y="57"/>
                  <a:pt x="81" y="57"/>
                  <a:pt x="81" y="57"/>
                </a:cubicBezTo>
                <a:cubicBezTo>
                  <a:pt x="81" y="57"/>
                  <a:pt x="81" y="57"/>
                  <a:pt x="81" y="57"/>
                </a:cubicBezTo>
                <a:cubicBezTo>
                  <a:pt x="81" y="57"/>
                  <a:pt x="81" y="57"/>
                  <a:pt x="81" y="57"/>
                </a:cubicBezTo>
                <a:cubicBezTo>
                  <a:pt x="81" y="57"/>
                  <a:pt x="81" y="57"/>
                  <a:pt x="81" y="58"/>
                </a:cubicBezTo>
                <a:cubicBezTo>
                  <a:pt x="81" y="58"/>
                  <a:pt x="81" y="58"/>
                  <a:pt x="81" y="58"/>
                </a:cubicBezTo>
                <a:cubicBezTo>
                  <a:pt x="81" y="58"/>
                  <a:pt x="81" y="58"/>
                  <a:pt x="81" y="59"/>
                </a:cubicBezTo>
                <a:cubicBezTo>
                  <a:pt x="81" y="59"/>
                  <a:pt x="81" y="59"/>
                  <a:pt x="80" y="59"/>
                </a:cubicBezTo>
                <a:cubicBezTo>
                  <a:pt x="80" y="59"/>
                  <a:pt x="80" y="59"/>
                  <a:pt x="80" y="59"/>
                </a:cubicBezTo>
                <a:cubicBezTo>
                  <a:pt x="80" y="59"/>
                  <a:pt x="79" y="59"/>
                  <a:pt x="79" y="59"/>
                </a:cubicBezTo>
                <a:cubicBezTo>
                  <a:pt x="79" y="59"/>
                  <a:pt x="80" y="59"/>
                  <a:pt x="80" y="59"/>
                </a:cubicBezTo>
                <a:cubicBezTo>
                  <a:pt x="80" y="59"/>
                  <a:pt x="79" y="59"/>
                  <a:pt x="79" y="59"/>
                </a:cubicBezTo>
                <a:cubicBezTo>
                  <a:pt x="79" y="60"/>
                  <a:pt x="79" y="60"/>
                  <a:pt x="79" y="60"/>
                </a:cubicBezTo>
                <a:cubicBezTo>
                  <a:pt x="79" y="60"/>
                  <a:pt x="79" y="60"/>
                  <a:pt x="79" y="60"/>
                </a:cubicBezTo>
                <a:cubicBezTo>
                  <a:pt x="79" y="60"/>
                  <a:pt x="79" y="60"/>
                  <a:pt x="79" y="60"/>
                </a:cubicBezTo>
                <a:cubicBezTo>
                  <a:pt x="79" y="60"/>
                  <a:pt x="79" y="60"/>
                  <a:pt x="79" y="60"/>
                </a:cubicBezTo>
                <a:cubicBezTo>
                  <a:pt x="79" y="60"/>
                  <a:pt x="78" y="60"/>
                  <a:pt x="78" y="60"/>
                </a:cubicBezTo>
                <a:cubicBezTo>
                  <a:pt x="78" y="60"/>
                  <a:pt x="78" y="60"/>
                  <a:pt x="78" y="60"/>
                </a:cubicBezTo>
                <a:cubicBezTo>
                  <a:pt x="78" y="60"/>
                  <a:pt x="78" y="60"/>
                  <a:pt x="78" y="60"/>
                </a:cubicBezTo>
                <a:cubicBezTo>
                  <a:pt x="78" y="60"/>
                  <a:pt x="78" y="60"/>
                  <a:pt x="78" y="60"/>
                </a:cubicBezTo>
                <a:cubicBezTo>
                  <a:pt x="78" y="60"/>
                  <a:pt x="78" y="61"/>
                  <a:pt x="77" y="61"/>
                </a:cubicBezTo>
                <a:cubicBezTo>
                  <a:pt x="77" y="61"/>
                  <a:pt x="77" y="61"/>
                  <a:pt x="77" y="61"/>
                </a:cubicBezTo>
                <a:cubicBezTo>
                  <a:pt x="77" y="61"/>
                  <a:pt x="77" y="61"/>
                  <a:pt x="77" y="61"/>
                </a:cubicBezTo>
                <a:cubicBezTo>
                  <a:pt x="77" y="61"/>
                  <a:pt x="77" y="61"/>
                  <a:pt x="77" y="61"/>
                </a:cubicBezTo>
                <a:cubicBezTo>
                  <a:pt x="77" y="61"/>
                  <a:pt x="77" y="61"/>
                  <a:pt x="77" y="61"/>
                </a:cubicBezTo>
                <a:cubicBezTo>
                  <a:pt x="77" y="61"/>
                  <a:pt x="77" y="61"/>
                  <a:pt x="77" y="60"/>
                </a:cubicBezTo>
                <a:cubicBezTo>
                  <a:pt x="77" y="60"/>
                  <a:pt x="77" y="60"/>
                  <a:pt x="77" y="60"/>
                </a:cubicBezTo>
                <a:cubicBezTo>
                  <a:pt x="77" y="60"/>
                  <a:pt x="77" y="60"/>
                  <a:pt x="77" y="59"/>
                </a:cubicBezTo>
                <a:cubicBezTo>
                  <a:pt x="77" y="60"/>
                  <a:pt x="77" y="60"/>
                  <a:pt x="77" y="59"/>
                </a:cubicBezTo>
                <a:cubicBezTo>
                  <a:pt x="77" y="60"/>
                  <a:pt x="77" y="60"/>
                  <a:pt x="77" y="60"/>
                </a:cubicBezTo>
                <a:cubicBezTo>
                  <a:pt x="77" y="60"/>
                  <a:pt x="77" y="60"/>
                  <a:pt x="77" y="60"/>
                </a:cubicBezTo>
                <a:cubicBezTo>
                  <a:pt x="77" y="60"/>
                  <a:pt x="77" y="60"/>
                  <a:pt x="77" y="60"/>
                </a:cubicBezTo>
                <a:cubicBezTo>
                  <a:pt x="77" y="60"/>
                  <a:pt x="76" y="60"/>
                  <a:pt x="76" y="60"/>
                </a:cubicBezTo>
                <a:cubicBezTo>
                  <a:pt x="76" y="60"/>
                  <a:pt x="76" y="60"/>
                  <a:pt x="76" y="61"/>
                </a:cubicBezTo>
                <a:cubicBezTo>
                  <a:pt x="76" y="61"/>
                  <a:pt x="77" y="61"/>
                  <a:pt x="76" y="61"/>
                </a:cubicBezTo>
                <a:cubicBezTo>
                  <a:pt x="76" y="61"/>
                  <a:pt x="76" y="61"/>
                  <a:pt x="76" y="61"/>
                </a:cubicBezTo>
                <a:cubicBezTo>
                  <a:pt x="76" y="61"/>
                  <a:pt x="76" y="61"/>
                  <a:pt x="76" y="62"/>
                </a:cubicBezTo>
                <a:cubicBezTo>
                  <a:pt x="76" y="62"/>
                  <a:pt x="76" y="62"/>
                  <a:pt x="75" y="62"/>
                </a:cubicBezTo>
                <a:cubicBezTo>
                  <a:pt x="75" y="62"/>
                  <a:pt x="75" y="62"/>
                  <a:pt x="75" y="62"/>
                </a:cubicBezTo>
                <a:cubicBezTo>
                  <a:pt x="75" y="62"/>
                  <a:pt x="75" y="62"/>
                  <a:pt x="75" y="61"/>
                </a:cubicBezTo>
                <a:cubicBezTo>
                  <a:pt x="75" y="61"/>
                  <a:pt x="75" y="61"/>
                  <a:pt x="75" y="61"/>
                </a:cubicBezTo>
                <a:cubicBezTo>
                  <a:pt x="75" y="61"/>
                  <a:pt x="75" y="61"/>
                  <a:pt x="75" y="61"/>
                </a:cubicBezTo>
                <a:cubicBezTo>
                  <a:pt x="75" y="61"/>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5" y="62"/>
                  <a:pt x="75" y="62"/>
                  <a:pt x="75" y="62"/>
                </a:cubicBezTo>
                <a:cubicBezTo>
                  <a:pt x="74" y="62"/>
                  <a:pt x="75" y="62"/>
                  <a:pt x="74" y="62"/>
                </a:cubicBezTo>
                <a:cubicBezTo>
                  <a:pt x="74" y="62"/>
                  <a:pt x="74" y="62"/>
                  <a:pt x="74" y="62"/>
                </a:cubicBezTo>
                <a:cubicBezTo>
                  <a:pt x="74" y="62"/>
                  <a:pt x="74" y="62"/>
                  <a:pt x="74" y="62"/>
                </a:cubicBezTo>
                <a:cubicBezTo>
                  <a:pt x="74" y="62"/>
                  <a:pt x="74" y="62"/>
                  <a:pt x="75" y="62"/>
                </a:cubicBezTo>
                <a:cubicBezTo>
                  <a:pt x="75" y="62"/>
                  <a:pt x="75" y="63"/>
                  <a:pt x="75" y="63"/>
                </a:cubicBezTo>
                <a:cubicBezTo>
                  <a:pt x="74" y="63"/>
                  <a:pt x="74" y="63"/>
                  <a:pt x="74" y="63"/>
                </a:cubicBezTo>
                <a:cubicBezTo>
                  <a:pt x="74" y="63"/>
                  <a:pt x="74" y="63"/>
                  <a:pt x="73" y="63"/>
                </a:cubicBezTo>
                <a:cubicBezTo>
                  <a:pt x="73" y="63"/>
                  <a:pt x="73" y="63"/>
                  <a:pt x="73" y="63"/>
                </a:cubicBezTo>
                <a:cubicBezTo>
                  <a:pt x="73" y="64"/>
                  <a:pt x="74" y="63"/>
                  <a:pt x="74" y="64"/>
                </a:cubicBezTo>
                <a:cubicBezTo>
                  <a:pt x="74" y="64"/>
                  <a:pt x="74" y="64"/>
                  <a:pt x="74" y="64"/>
                </a:cubicBezTo>
                <a:cubicBezTo>
                  <a:pt x="74" y="64"/>
                  <a:pt x="74" y="64"/>
                  <a:pt x="74" y="64"/>
                </a:cubicBezTo>
                <a:cubicBezTo>
                  <a:pt x="74" y="64"/>
                  <a:pt x="74" y="64"/>
                  <a:pt x="74" y="64"/>
                </a:cubicBezTo>
                <a:cubicBezTo>
                  <a:pt x="74" y="64"/>
                  <a:pt x="74" y="64"/>
                  <a:pt x="74" y="64"/>
                </a:cubicBezTo>
                <a:cubicBezTo>
                  <a:pt x="74" y="64"/>
                  <a:pt x="74" y="64"/>
                  <a:pt x="74" y="65"/>
                </a:cubicBezTo>
                <a:cubicBezTo>
                  <a:pt x="74" y="65"/>
                  <a:pt x="74" y="65"/>
                  <a:pt x="74" y="65"/>
                </a:cubicBezTo>
                <a:cubicBezTo>
                  <a:pt x="74" y="65"/>
                  <a:pt x="74" y="65"/>
                  <a:pt x="73" y="65"/>
                </a:cubicBezTo>
                <a:cubicBezTo>
                  <a:pt x="73" y="65"/>
                  <a:pt x="73" y="65"/>
                  <a:pt x="73" y="65"/>
                </a:cubicBezTo>
                <a:cubicBezTo>
                  <a:pt x="73" y="65"/>
                  <a:pt x="73" y="65"/>
                  <a:pt x="74" y="65"/>
                </a:cubicBezTo>
                <a:cubicBezTo>
                  <a:pt x="74" y="65"/>
                  <a:pt x="74" y="65"/>
                  <a:pt x="74" y="65"/>
                </a:cubicBezTo>
                <a:cubicBezTo>
                  <a:pt x="74" y="65"/>
                  <a:pt x="74" y="65"/>
                  <a:pt x="74" y="65"/>
                </a:cubicBezTo>
                <a:cubicBezTo>
                  <a:pt x="74" y="65"/>
                  <a:pt x="74" y="66"/>
                  <a:pt x="74" y="66"/>
                </a:cubicBezTo>
                <a:cubicBezTo>
                  <a:pt x="74" y="66"/>
                  <a:pt x="75" y="66"/>
                  <a:pt x="75" y="66"/>
                </a:cubicBezTo>
                <a:cubicBezTo>
                  <a:pt x="74" y="66"/>
                  <a:pt x="74" y="66"/>
                  <a:pt x="74" y="66"/>
                </a:cubicBezTo>
                <a:cubicBezTo>
                  <a:pt x="74" y="66"/>
                  <a:pt x="74" y="66"/>
                  <a:pt x="74" y="66"/>
                </a:cubicBezTo>
                <a:cubicBezTo>
                  <a:pt x="73" y="66"/>
                  <a:pt x="73" y="66"/>
                  <a:pt x="73" y="66"/>
                </a:cubicBezTo>
                <a:cubicBezTo>
                  <a:pt x="73" y="66"/>
                  <a:pt x="73" y="66"/>
                  <a:pt x="73" y="66"/>
                </a:cubicBezTo>
                <a:cubicBezTo>
                  <a:pt x="73" y="66"/>
                  <a:pt x="73" y="66"/>
                  <a:pt x="73" y="66"/>
                </a:cubicBezTo>
                <a:cubicBezTo>
                  <a:pt x="73" y="66"/>
                  <a:pt x="73" y="66"/>
                  <a:pt x="74" y="66"/>
                </a:cubicBezTo>
                <a:cubicBezTo>
                  <a:pt x="74" y="66"/>
                  <a:pt x="74" y="66"/>
                  <a:pt x="74" y="66"/>
                </a:cubicBezTo>
                <a:cubicBezTo>
                  <a:pt x="74" y="66"/>
                  <a:pt x="74" y="66"/>
                  <a:pt x="74" y="66"/>
                </a:cubicBezTo>
                <a:cubicBezTo>
                  <a:pt x="74" y="66"/>
                  <a:pt x="74" y="66"/>
                  <a:pt x="74" y="67"/>
                </a:cubicBezTo>
                <a:cubicBezTo>
                  <a:pt x="74" y="67"/>
                  <a:pt x="74" y="67"/>
                  <a:pt x="74" y="67"/>
                </a:cubicBezTo>
                <a:cubicBezTo>
                  <a:pt x="74" y="67"/>
                  <a:pt x="74" y="67"/>
                  <a:pt x="73" y="67"/>
                </a:cubicBezTo>
                <a:cubicBezTo>
                  <a:pt x="73" y="67"/>
                  <a:pt x="73" y="67"/>
                  <a:pt x="73" y="67"/>
                </a:cubicBezTo>
                <a:cubicBezTo>
                  <a:pt x="73" y="67"/>
                  <a:pt x="74" y="67"/>
                  <a:pt x="74" y="67"/>
                </a:cubicBezTo>
                <a:cubicBezTo>
                  <a:pt x="74" y="67"/>
                  <a:pt x="74" y="67"/>
                  <a:pt x="74" y="67"/>
                </a:cubicBezTo>
                <a:cubicBezTo>
                  <a:pt x="73" y="67"/>
                  <a:pt x="73" y="67"/>
                  <a:pt x="73" y="67"/>
                </a:cubicBezTo>
                <a:cubicBezTo>
                  <a:pt x="73" y="67"/>
                  <a:pt x="73" y="67"/>
                  <a:pt x="73" y="67"/>
                </a:cubicBezTo>
                <a:cubicBezTo>
                  <a:pt x="73" y="67"/>
                  <a:pt x="73" y="67"/>
                  <a:pt x="74" y="67"/>
                </a:cubicBezTo>
                <a:cubicBezTo>
                  <a:pt x="74" y="67"/>
                  <a:pt x="74" y="67"/>
                  <a:pt x="74" y="67"/>
                </a:cubicBezTo>
                <a:cubicBezTo>
                  <a:pt x="74" y="68"/>
                  <a:pt x="74" y="68"/>
                  <a:pt x="74" y="68"/>
                </a:cubicBezTo>
                <a:cubicBezTo>
                  <a:pt x="73" y="68"/>
                  <a:pt x="73" y="67"/>
                  <a:pt x="73" y="67"/>
                </a:cubicBezTo>
                <a:cubicBezTo>
                  <a:pt x="73" y="67"/>
                  <a:pt x="73" y="67"/>
                  <a:pt x="73" y="67"/>
                </a:cubicBezTo>
                <a:cubicBezTo>
                  <a:pt x="73" y="68"/>
                  <a:pt x="73" y="68"/>
                  <a:pt x="73" y="68"/>
                </a:cubicBezTo>
                <a:cubicBezTo>
                  <a:pt x="73" y="68"/>
                  <a:pt x="73" y="68"/>
                  <a:pt x="73" y="68"/>
                </a:cubicBezTo>
                <a:cubicBezTo>
                  <a:pt x="73" y="68"/>
                  <a:pt x="73" y="68"/>
                  <a:pt x="73" y="68"/>
                </a:cubicBezTo>
                <a:cubicBezTo>
                  <a:pt x="73" y="68"/>
                  <a:pt x="73" y="68"/>
                  <a:pt x="73" y="68"/>
                </a:cubicBezTo>
                <a:cubicBezTo>
                  <a:pt x="72" y="68"/>
                  <a:pt x="72" y="69"/>
                  <a:pt x="72" y="69"/>
                </a:cubicBezTo>
                <a:cubicBezTo>
                  <a:pt x="72" y="69"/>
                  <a:pt x="72" y="69"/>
                  <a:pt x="72" y="69"/>
                </a:cubicBezTo>
                <a:cubicBezTo>
                  <a:pt x="72" y="69"/>
                  <a:pt x="73" y="69"/>
                  <a:pt x="73" y="69"/>
                </a:cubicBezTo>
                <a:cubicBezTo>
                  <a:pt x="73" y="69"/>
                  <a:pt x="73" y="69"/>
                  <a:pt x="73" y="69"/>
                </a:cubicBezTo>
                <a:cubicBezTo>
                  <a:pt x="73" y="69"/>
                  <a:pt x="73" y="69"/>
                  <a:pt x="73" y="69"/>
                </a:cubicBezTo>
                <a:cubicBezTo>
                  <a:pt x="73" y="69"/>
                  <a:pt x="72" y="69"/>
                  <a:pt x="72" y="69"/>
                </a:cubicBezTo>
                <a:cubicBezTo>
                  <a:pt x="72" y="69"/>
                  <a:pt x="72" y="69"/>
                  <a:pt x="73" y="70"/>
                </a:cubicBezTo>
                <a:cubicBezTo>
                  <a:pt x="73" y="70"/>
                  <a:pt x="73" y="70"/>
                  <a:pt x="73" y="70"/>
                </a:cubicBezTo>
                <a:cubicBezTo>
                  <a:pt x="73" y="70"/>
                  <a:pt x="73" y="71"/>
                  <a:pt x="73" y="71"/>
                </a:cubicBezTo>
                <a:cubicBezTo>
                  <a:pt x="73" y="71"/>
                  <a:pt x="73" y="71"/>
                  <a:pt x="73" y="71"/>
                </a:cubicBezTo>
                <a:cubicBezTo>
                  <a:pt x="73" y="71"/>
                  <a:pt x="73" y="71"/>
                  <a:pt x="73" y="71"/>
                </a:cubicBezTo>
                <a:cubicBezTo>
                  <a:pt x="73" y="71"/>
                  <a:pt x="73" y="71"/>
                  <a:pt x="73" y="71"/>
                </a:cubicBezTo>
                <a:cubicBezTo>
                  <a:pt x="73" y="71"/>
                  <a:pt x="73" y="71"/>
                  <a:pt x="73" y="71"/>
                </a:cubicBezTo>
                <a:cubicBezTo>
                  <a:pt x="73" y="71"/>
                  <a:pt x="73" y="72"/>
                  <a:pt x="73" y="72"/>
                </a:cubicBezTo>
                <a:cubicBezTo>
                  <a:pt x="73" y="72"/>
                  <a:pt x="73" y="72"/>
                  <a:pt x="73" y="72"/>
                </a:cubicBezTo>
                <a:cubicBezTo>
                  <a:pt x="72" y="72"/>
                  <a:pt x="72" y="72"/>
                  <a:pt x="72" y="72"/>
                </a:cubicBezTo>
                <a:cubicBezTo>
                  <a:pt x="72" y="72"/>
                  <a:pt x="72" y="72"/>
                  <a:pt x="72" y="72"/>
                </a:cubicBezTo>
                <a:cubicBezTo>
                  <a:pt x="72" y="72"/>
                  <a:pt x="72" y="72"/>
                  <a:pt x="73" y="72"/>
                </a:cubicBezTo>
                <a:cubicBezTo>
                  <a:pt x="73" y="72"/>
                  <a:pt x="73" y="72"/>
                  <a:pt x="73" y="72"/>
                </a:cubicBezTo>
                <a:cubicBezTo>
                  <a:pt x="72" y="72"/>
                  <a:pt x="73" y="72"/>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2" y="73"/>
                </a:cubicBezTo>
                <a:cubicBezTo>
                  <a:pt x="72" y="73"/>
                  <a:pt x="72" y="73"/>
                  <a:pt x="73" y="73"/>
                </a:cubicBezTo>
                <a:cubicBezTo>
                  <a:pt x="73" y="73"/>
                  <a:pt x="73" y="73"/>
                  <a:pt x="73" y="73"/>
                </a:cubicBezTo>
                <a:cubicBezTo>
                  <a:pt x="73" y="73"/>
                  <a:pt x="72" y="74"/>
                  <a:pt x="71" y="74"/>
                </a:cubicBezTo>
                <a:cubicBezTo>
                  <a:pt x="71" y="74"/>
                  <a:pt x="72" y="74"/>
                  <a:pt x="72" y="74"/>
                </a:cubicBezTo>
                <a:cubicBezTo>
                  <a:pt x="72" y="74"/>
                  <a:pt x="72" y="74"/>
                  <a:pt x="72" y="74"/>
                </a:cubicBezTo>
                <a:cubicBezTo>
                  <a:pt x="72" y="74"/>
                  <a:pt x="73" y="74"/>
                  <a:pt x="72" y="74"/>
                </a:cubicBezTo>
                <a:cubicBezTo>
                  <a:pt x="72" y="74"/>
                  <a:pt x="72" y="74"/>
                  <a:pt x="72" y="74"/>
                </a:cubicBezTo>
                <a:cubicBezTo>
                  <a:pt x="72" y="74"/>
                  <a:pt x="72" y="74"/>
                  <a:pt x="72" y="74"/>
                </a:cubicBezTo>
                <a:cubicBezTo>
                  <a:pt x="72" y="74"/>
                  <a:pt x="72" y="74"/>
                  <a:pt x="71" y="74"/>
                </a:cubicBezTo>
                <a:cubicBezTo>
                  <a:pt x="71" y="74"/>
                  <a:pt x="71" y="74"/>
                  <a:pt x="71" y="74"/>
                </a:cubicBezTo>
                <a:cubicBezTo>
                  <a:pt x="70" y="74"/>
                  <a:pt x="70" y="75"/>
                  <a:pt x="70" y="75"/>
                </a:cubicBezTo>
                <a:cubicBezTo>
                  <a:pt x="70" y="75"/>
                  <a:pt x="70" y="75"/>
                  <a:pt x="70" y="75"/>
                </a:cubicBezTo>
                <a:cubicBezTo>
                  <a:pt x="70" y="75"/>
                  <a:pt x="70" y="75"/>
                  <a:pt x="70" y="75"/>
                </a:cubicBezTo>
                <a:cubicBezTo>
                  <a:pt x="69" y="75"/>
                  <a:pt x="69" y="75"/>
                  <a:pt x="69" y="75"/>
                </a:cubicBezTo>
                <a:cubicBezTo>
                  <a:pt x="69" y="75"/>
                  <a:pt x="70" y="74"/>
                  <a:pt x="69" y="74"/>
                </a:cubicBezTo>
                <a:cubicBezTo>
                  <a:pt x="69" y="74"/>
                  <a:pt x="69" y="74"/>
                  <a:pt x="69" y="74"/>
                </a:cubicBezTo>
                <a:cubicBezTo>
                  <a:pt x="69" y="74"/>
                  <a:pt x="69" y="74"/>
                  <a:pt x="70" y="74"/>
                </a:cubicBezTo>
                <a:cubicBezTo>
                  <a:pt x="69" y="74"/>
                  <a:pt x="69" y="74"/>
                  <a:pt x="69" y="74"/>
                </a:cubicBezTo>
                <a:cubicBezTo>
                  <a:pt x="69" y="74"/>
                  <a:pt x="69" y="74"/>
                  <a:pt x="69" y="74"/>
                </a:cubicBezTo>
                <a:cubicBezTo>
                  <a:pt x="69" y="74"/>
                  <a:pt x="69" y="74"/>
                  <a:pt x="69" y="74"/>
                </a:cubicBezTo>
                <a:cubicBezTo>
                  <a:pt x="69" y="74"/>
                  <a:pt x="69" y="74"/>
                  <a:pt x="69" y="74"/>
                </a:cubicBezTo>
                <a:cubicBezTo>
                  <a:pt x="68" y="74"/>
                  <a:pt x="69"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3"/>
                  <a:pt x="68" y="73"/>
                </a:cubicBezTo>
                <a:cubicBezTo>
                  <a:pt x="68" y="73"/>
                  <a:pt x="69" y="73"/>
                  <a:pt x="69" y="73"/>
                </a:cubicBezTo>
                <a:cubicBezTo>
                  <a:pt x="69" y="73"/>
                  <a:pt x="68" y="73"/>
                  <a:pt x="68" y="73"/>
                </a:cubicBezTo>
                <a:cubicBezTo>
                  <a:pt x="68" y="73"/>
                  <a:pt x="68" y="73"/>
                  <a:pt x="68" y="73"/>
                </a:cubicBezTo>
                <a:cubicBezTo>
                  <a:pt x="68" y="73"/>
                  <a:pt x="68" y="73"/>
                  <a:pt x="68" y="73"/>
                </a:cubicBezTo>
                <a:cubicBezTo>
                  <a:pt x="68" y="73"/>
                  <a:pt x="68" y="73"/>
                  <a:pt x="68" y="73"/>
                </a:cubicBezTo>
                <a:cubicBezTo>
                  <a:pt x="68" y="73"/>
                  <a:pt x="67" y="73"/>
                  <a:pt x="67" y="73"/>
                </a:cubicBezTo>
                <a:cubicBezTo>
                  <a:pt x="67" y="73"/>
                  <a:pt x="68" y="73"/>
                  <a:pt x="68" y="73"/>
                </a:cubicBezTo>
                <a:cubicBezTo>
                  <a:pt x="68" y="73"/>
                  <a:pt x="68" y="73"/>
                  <a:pt x="68" y="73"/>
                </a:cubicBezTo>
                <a:cubicBezTo>
                  <a:pt x="68" y="73"/>
                  <a:pt x="68" y="72"/>
                  <a:pt x="67" y="72"/>
                </a:cubicBezTo>
                <a:cubicBezTo>
                  <a:pt x="67" y="72"/>
                  <a:pt x="67" y="73"/>
                  <a:pt x="67" y="73"/>
                </a:cubicBezTo>
                <a:cubicBezTo>
                  <a:pt x="67" y="73"/>
                  <a:pt x="67" y="73"/>
                  <a:pt x="67" y="73"/>
                </a:cubicBezTo>
                <a:cubicBezTo>
                  <a:pt x="67" y="73"/>
                  <a:pt x="67"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6" y="73"/>
                </a:cubicBezTo>
                <a:cubicBezTo>
                  <a:pt x="66" y="73"/>
                  <a:pt x="66" y="73"/>
                  <a:pt x="65" y="73"/>
                </a:cubicBezTo>
                <a:cubicBezTo>
                  <a:pt x="65" y="73"/>
                  <a:pt x="65" y="74"/>
                  <a:pt x="65" y="74"/>
                </a:cubicBezTo>
                <a:cubicBezTo>
                  <a:pt x="65" y="74"/>
                  <a:pt x="65" y="74"/>
                  <a:pt x="65" y="74"/>
                </a:cubicBezTo>
                <a:cubicBezTo>
                  <a:pt x="65" y="74"/>
                  <a:pt x="65" y="74"/>
                  <a:pt x="65" y="74"/>
                </a:cubicBezTo>
                <a:cubicBezTo>
                  <a:pt x="65" y="74"/>
                  <a:pt x="64" y="74"/>
                  <a:pt x="64" y="74"/>
                </a:cubicBezTo>
                <a:cubicBezTo>
                  <a:pt x="64" y="74"/>
                  <a:pt x="65" y="74"/>
                  <a:pt x="65" y="73"/>
                </a:cubicBezTo>
                <a:cubicBezTo>
                  <a:pt x="65" y="73"/>
                  <a:pt x="64" y="73"/>
                  <a:pt x="64" y="73"/>
                </a:cubicBezTo>
                <a:cubicBezTo>
                  <a:pt x="64" y="73"/>
                  <a:pt x="64" y="73"/>
                  <a:pt x="64" y="73"/>
                </a:cubicBezTo>
                <a:cubicBezTo>
                  <a:pt x="64" y="73"/>
                  <a:pt x="64" y="73"/>
                  <a:pt x="64" y="73"/>
                </a:cubicBezTo>
                <a:cubicBezTo>
                  <a:pt x="64" y="73"/>
                  <a:pt x="64" y="73"/>
                  <a:pt x="64" y="73"/>
                </a:cubicBezTo>
                <a:cubicBezTo>
                  <a:pt x="64" y="73"/>
                  <a:pt x="64" y="73"/>
                  <a:pt x="64" y="73"/>
                </a:cubicBezTo>
                <a:cubicBezTo>
                  <a:pt x="64" y="73"/>
                  <a:pt x="63" y="73"/>
                  <a:pt x="63" y="73"/>
                </a:cubicBezTo>
                <a:cubicBezTo>
                  <a:pt x="63" y="73"/>
                  <a:pt x="63" y="72"/>
                  <a:pt x="63" y="72"/>
                </a:cubicBezTo>
                <a:cubicBezTo>
                  <a:pt x="63" y="72"/>
                  <a:pt x="63" y="72"/>
                  <a:pt x="63" y="72"/>
                </a:cubicBezTo>
                <a:cubicBezTo>
                  <a:pt x="63" y="72"/>
                  <a:pt x="63" y="72"/>
                  <a:pt x="63" y="72"/>
                </a:cubicBezTo>
                <a:cubicBezTo>
                  <a:pt x="63" y="73"/>
                  <a:pt x="63" y="72"/>
                  <a:pt x="63" y="72"/>
                </a:cubicBezTo>
                <a:cubicBezTo>
                  <a:pt x="63" y="72"/>
                  <a:pt x="63" y="73"/>
                  <a:pt x="63" y="73"/>
                </a:cubicBezTo>
                <a:cubicBezTo>
                  <a:pt x="62" y="73"/>
                  <a:pt x="62" y="73"/>
                  <a:pt x="62" y="72"/>
                </a:cubicBezTo>
                <a:cubicBezTo>
                  <a:pt x="62" y="72"/>
                  <a:pt x="62" y="72"/>
                  <a:pt x="62" y="72"/>
                </a:cubicBezTo>
                <a:cubicBezTo>
                  <a:pt x="62" y="72"/>
                  <a:pt x="62" y="72"/>
                  <a:pt x="62" y="72"/>
                </a:cubicBezTo>
                <a:cubicBezTo>
                  <a:pt x="62" y="72"/>
                  <a:pt x="63" y="72"/>
                  <a:pt x="62" y="71"/>
                </a:cubicBezTo>
                <a:cubicBezTo>
                  <a:pt x="62" y="72"/>
                  <a:pt x="62" y="72"/>
                  <a:pt x="61" y="72"/>
                </a:cubicBezTo>
                <a:cubicBezTo>
                  <a:pt x="62" y="72"/>
                  <a:pt x="62" y="72"/>
                  <a:pt x="62" y="71"/>
                </a:cubicBezTo>
                <a:cubicBezTo>
                  <a:pt x="62" y="71"/>
                  <a:pt x="62" y="71"/>
                  <a:pt x="62" y="71"/>
                </a:cubicBezTo>
                <a:cubicBezTo>
                  <a:pt x="62" y="71"/>
                  <a:pt x="62" y="71"/>
                  <a:pt x="62" y="71"/>
                </a:cubicBezTo>
                <a:cubicBezTo>
                  <a:pt x="62" y="71"/>
                  <a:pt x="62" y="71"/>
                  <a:pt x="62" y="72"/>
                </a:cubicBezTo>
                <a:cubicBezTo>
                  <a:pt x="61" y="71"/>
                  <a:pt x="61" y="71"/>
                  <a:pt x="61" y="71"/>
                </a:cubicBezTo>
                <a:cubicBezTo>
                  <a:pt x="61" y="71"/>
                  <a:pt x="61" y="71"/>
                  <a:pt x="61" y="71"/>
                </a:cubicBezTo>
                <a:cubicBezTo>
                  <a:pt x="62" y="71"/>
                  <a:pt x="62" y="71"/>
                  <a:pt x="62" y="71"/>
                </a:cubicBezTo>
                <a:cubicBezTo>
                  <a:pt x="62" y="71"/>
                  <a:pt x="62" y="71"/>
                  <a:pt x="62" y="71"/>
                </a:cubicBezTo>
                <a:cubicBezTo>
                  <a:pt x="61" y="71"/>
                  <a:pt x="61" y="71"/>
                  <a:pt x="61" y="71"/>
                </a:cubicBezTo>
                <a:cubicBezTo>
                  <a:pt x="61" y="71"/>
                  <a:pt x="61" y="71"/>
                  <a:pt x="60" y="71"/>
                </a:cubicBezTo>
                <a:cubicBezTo>
                  <a:pt x="60" y="71"/>
                  <a:pt x="60" y="71"/>
                  <a:pt x="60" y="70"/>
                </a:cubicBezTo>
                <a:cubicBezTo>
                  <a:pt x="60" y="70"/>
                  <a:pt x="60" y="70"/>
                  <a:pt x="61" y="70"/>
                </a:cubicBezTo>
                <a:cubicBezTo>
                  <a:pt x="61" y="69"/>
                  <a:pt x="61" y="69"/>
                  <a:pt x="61" y="69"/>
                </a:cubicBezTo>
                <a:cubicBezTo>
                  <a:pt x="61" y="69"/>
                  <a:pt x="61" y="69"/>
                  <a:pt x="61" y="69"/>
                </a:cubicBezTo>
                <a:cubicBezTo>
                  <a:pt x="60" y="69"/>
                  <a:pt x="60" y="70"/>
                  <a:pt x="60" y="70"/>
                </a:cubicBezTo>
                <a:cubicBezTo>
                  <a:pt x="60" y="70"/>
                  <a:pt x="60" y="70"/>
                  <a:pt x="60" y="70"/>
                </a:cubicBezTo>
                <a:cubicBezTo>
                  <a:pt x="60" y="70"/>
                  <a:pt x="60" y="70"/>
                  <a:pt x="60" y="69"/>
                </a:cubicBezTo>
                <a:cubicBezTo>
                  <a:pt x="60" y="69"/>
                  <a:pt x="60" y="69"/>
                  <a:pt x="60" y="69"/>
                </a:cubicBezTo>
                <a:cubicBezTo>
                  <a:pt x="60" y="69"/>
                  <a:pt x="60" y="70"/>
                  <a:pt x="60" y="70"/>
                </a:cubicBezTo>
                <a:cubicBezTo>
                  <a:pt x="59" y="69"/>
                  <a:pt x="60" y="69"/>
                  <a:pt x="60" y="69"/>
                </a:cubicBezTo>
                <a:cubicBezTo>
                  <a:pt x="60" y="69"/>
                  <a:pt x="60" y="69"/>
                  <a:pt x="59" y="69"/>
                </a:cubicBezTo>
                <a:cubicBezTo>
                  <a:pt x="59" y="69"/>
                  <a:pt x="59" y="69"/>
                  <a:pt x="59" y="69"/>
                </a:cubicBezTo>
                <a:cubicBezTo>
                  <a:pt x="59" y="69"/>
                  <a:pt x="59" y="69"/>
                  <a:pt x="59" y="69"/>
                </a:cubicBezTo>
                <a:cubicBezTo>
                  <a:pt x="59" y="68"/>
                  <a:pt x="59" y="68"/>
                  <a:pt x="60" y="68"/>
                </a:cubicBezTo>
                <a:cubicBezTo>
                  <a:pt x="59" y="68"/>
                  <a:pt x="59" y="68"/>
                  <a:pt x="59" y="68"/>
                </a:cubicBezTo>
                <a:cubicBezTo>
                  <a:pt x="59" y="68"/>
                  <a:pt x="59"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8"/>
                  <a:pt x="58" y="68"/>
                </a:cubicBezTo>
                <a:cubicBezTo>
                  <a:pt x="58" y="68"/>
                  <a:pt x="58" y="67"/>
                  <a:pt x="58" y="67"/>
                </a:cubicBezTo>
                <a:cubicBezTo>
                  <a:pt x="58" y="67"/>
                  <a:pt x="58" y="67"/>
                  <a:pt x="59" y="67"/>
                </a:cubicBezTo>
                <a:cubicBezTo>
                  <a:pt x="59" y="67"/>
                  <a:pt x="59" y="67"/>
                  <a:pt x="60" y="67"/>
                </a:cubicBezTo>
                <a:cubicBezTo>
                  <a:pt x="60" y="67"/>
                  <a:pt x="60" y="67"/>
                  <a:pt x="60" y="67"/>
                </a:cubicBezTo>
                <a:cubicBezTo>
                  <a:pt x="60" y="67"/>
                  <a:pt x="60" y="67"/>
                  <a:pt x="60" y="66"/>
                </a:cubicBezTo>
                <a:cubicBezTo>
                  <a:pt x="60" y="67"/>
                  <a:pt x="60" y="67"/>
                  <a:pt x="60" y="67"/>
                </a:cubicBezTo>
                <a:cubicBezTo>
                  <a:pt x="59" y="67"/>
                  <a:pt x="59" y="67"/>
                  <a:pt x="59" y="67"/>
                </a:cubicBezTo>
                <a:cubicBezTo>
                  <a:pt x="58" y="67"/>
                  <a:pt x="58" y="67"/>
                  <a:pt x="58" y="67"/>
                </a:cubicBezTo>
                <a:cubicBezTo>
                  <a:pt x="58" y="67"/>
                  <a:pt x="58" y="67"/>
                  <a:pt x="58" y="67"/>
                </a:cubicBezTo>
                <a:cubicBezTo>
                  <a:pt x="58" y="67"/>
                  <a:pt x="59" y="67"/>
                  <a:pt x="59" y="66"/>
                </a:cubicBezTo>
                <a:cubicBezTo>
                  <a:pt x="59" y="66"/>
                  <a:pt x="59" y="66"/>
                  <a:pt x="59" y="66"/>
                </a:cubicBezTo>
                <a:cubicBezTo>
                  <a:pt x="59" y="66"/>
                  <a:pt x="59" y="66"/>
                  <a:pt x="59" y="66"/>
                </a:cubicBezTo>
                <a:cubicBezTo>
                  <a:pt x="59" y="66"/>
                  <a:pt x="59" y="66"/>
                  <a:pt x="59" y="66"/>
                </a:cubicBezTo>
                <a:cubicBezTo>
                  <a:pt x="59" y="66"/>
                  <a:pt x="59" y="66"/>
                  <a:pt x="60" y="66"/>
                </a:cubicBezTo>
                <a:cubicBezTo>
                  <a:pt x="60" y="66"/>
                  <a:pt x="60" y="66"/>
                  <a:pt x="60" y="66"/>
                </a:cubicBezTo>
                <a:cubicBezTo>
                  <a:pt x="60" y="66"/>
                  <a:pt x="61" y="66"/>
                  <a:pt x="61" y="66"/>
                </a:cubicBezTo>
                <a:cubicBezTo>
                  <a:pt x="61" y="66"/>
                  <a:pt x="61" y="66"/>
                  <a:pt x="61" y="66"/>
                </a:cubicBezTo>
                <a:cubicBezTo>
                  <a:pt x="61" y="66"/>
                  <a:pt x="61" y="66"/>
                  <a:pt x="61" y="66"/>
                </a:cubicBezTo>
                <a:cubicBezTo>
                  <a:pt x="61" y="66"/>
                  <a:pt x="60" y="66"/>
                  <a:pt x="60" y="66"/>
                </a:cubicBezTo>
                <a:cubicBezTo>
                  <a:pt x="60" y="66"/>
                  <a:pt x="60" y="66"/>
                  <a:pt x="60" y="65"/>
                </a:cubicBezTo>
                <a:cubicBezTo>
                  <a:pt x="60" y="65"/>
                  <a:pt x="60" y="66"/>
                  <a:pt x="59" y="66"/>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5"/>
                  <a:pt x="59" y="65"/>
                </a:cubicBezTo>
                <a:cubicBezTo>
                  <a:pt x="59" y="65"/>
                  <a:pt x="59" y="66"/>
                  <a:pt x="59" y="66"/>
                </a:cubicBezTo>
                <a:cubicBezTo>
                  <a:pt x="59" y="66"/>
                  <a:pt x="59" y="66"/>
                  <a:pt x="59" y="66"/>
                </a:cubicBezTo>
                <a:cubicBezTo>
                  <a:pt x="59" y="66"/>
                  <a:pt x="59" y="66"/>
                  <a:pt x="59" y="66"/>
                </a:cubicBezTo>
                <a:cubicBezTo>
                  <a:pt x="59" y="66"/>
                  <a:pt x="59" y="66"/>
                  <a:pt x="58" y="66"/>
                </a:cubicBezTo>
                <a:cubicBezTo>
                  <a:pt x="58" y="66"/>
                  <a:pt x="58" y="66"/>
                  <a:pt x="58" y="66"/>
                </a:cubicBezTo>
                <a:cubicBezTo>
                  <a:pt x="58" y="66"/>
                  <a:pt x="58" y="66"/>
                  <a:pt x="58" y="66"/>
                </a:cubicBezTo>
                <a:cubicBezTo>
                  <a:pt x="58" y="66"/>
                  <a:pt x="58" y="66"/>
                  <a:pt x="58" y="66"/>
                </a:cubicBezTo>
                <a:cubicBezTo>
                  <a:pt x="58" y="66"/>
                  <a:pt x="58" y="67"/>
                  <a:pt x="58" y="67"/>
                </a:cubicBezTo>
                <a:cubicBezTo>
                  <a:pt x="58" y="67"/>
                  <a:pt x="57" y="67"/>
                  <a:pt x="57" y="67"/>
                </a:cubicBezTo>
                <a:cubicBezTo>
                  <a:pt x="57" y="67"/>
                  <a:pt x="57" y="67"/>
                  <a:pt x="57" y="67"/>
                </a:cubicBezTo>
                <a:cubicBezTo>
                  <a:pt x="57" y="67"/>
                  <a:pt x="57" y="67"/>
                  <a:pt x="57" y="66"/>
                </a:cubicBezTo>
                <a:cubicBezTo>
                  <a:pt x="57" y="66"/>
                  <a:pt x="57" y="66"/>
                  <a:pt x="58" y="65"/>
                </a:cubicBezTo>
                <a:cubicBezTo>
                  <a:pt x="58" y="65"/>
                  <a:pt x="58" y="65"/>
                  <a:pt x="58"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5"/>
                  <a:pt x="57" y="65"/>
                  <a:pt x="57" y="65"/>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7" y="64"/>
                </a:cubicBezTo>
                <a:cubicBezTo>
                  <a:pt x="57" y="64"/>
                  <a:pt x="57" y="64"/>
                  <a:pt x="56" y="64"/>
                </a:cubicBezTo>
                <a:cubicBezTo>
                  <a:pt x="56" y="64"/>
                  <a:pt x="56" y="64"/>
                  <a:pt x="56" y="64"/>
                </a:cubicBezTo>
                <a:cubicBezTo>
                  <a:pt x="56" y="64"/>
                  <a:pt x="56" y="64"/>
                  <a:pt x="56" y="64"/>
                </a:cubicBezTo>
                <a:cubicBezTo>
                  <a:pt x="56" y="64"/>
                  <a:pt x="56" y="63"/>
                  <a:pt x="56" y="63"/>
                </a:cubicBezTo>
                <a:cubicBezTo>
                  <a:pt x="56" y="63"/>
                  <a:pt x="56" y="63"/>
                  <a:pt x="55" y="63"/>
                </a:cubicBezTo>
                <a:cubicBezTo>
                  <a:pt x="55" y="63"/>
                  <a:pt x="55" y="63"/>
                  <a:pt x="55" y="63"/>
                </a:cubicBezTo>
                <a:cubicBezTo>
                  <a:pt x="55" y="63"/>
                  <a:pt x="56" y="63"/>
                  <a:pt x="56" y="63"/>
                </a:cubicBezTo>
                <a:cubicBezTo>
                  <a:pt x="56" y="63"/>
                  <a:pt x="57" y="62"/>
                  <a:pt x="57" y="62"/>
                </a:cubicBezTo>
                <a:cubicBezTo>
                  <a:pt x="57" y="62"/>
                  <a:pt x="57" y="62"/>
                  <a:pt x="57" y="62"/>
                </a:cubicBezTo>
                <a:cubicBezTo>
                  <a:pt x="57" y="62"/>
                  <a:pt x="58" y="62"/>
                  <a:pt x="58" y="62"/>
                </a:cubicBezTo>
                <a:cubicBezTo>
                  <a:pt x="58" y="62"/>
                  <a:pt x="58" y="62"/>
                  <a:pt x="58" y="62"/>
                </a:cubicBezTo>
                <a:cubicBezTo>
                  <a:pt x="58" y="61"/>
                  <a:pt x="58" y="61"/>
                  <a:pt x="58" y="61"/>
                </a:cubicBezTo>
                <a:cubicBezTo>
                  <a:pt x="59" y="61"/>
                  <a:pt x="59" y="61"/>
                  <a:pt x="60" y="61"/>
                </a:cubicBezTo>
                <a:cubicBezTo>
                  <a:pt x="60" y="61"/>
                  <a:pt x="60" y="61"/>
                  <a:pt x="60" y="61"/>
                </a:cubicBezTo>
                <a:cubicBezTo>
                  <a:pt x="60" y="61"/>
                  <a:pt x="60" y="61"/>
                  <a:pt x="60" y="61"/>
                </a:cubicBezTo>
                <a:cubicBezTo>
                  <a:pt x="59" y="61"/>
                  <a:pt x="59" y="61"/>
                  <a:pt x="59" y="61"/>
                </a:cubicBezTo>
                <a:cubicBezTo>
                  <a:pt x="59" y="61"/>
                  <a:pt x="59" y="61"/>
                  <a:pt x="59" y="61"/>
                </a:cubicBezTo>
                <a:cubicBezTo>
                  <a:pt x="59" y="61"/>
                  <a:pt x="58" y="61"/>
                  <a:pt x="58" y="61"/>
                </a:cubicBezTo>
                <a:cubicBezTo>
                  <a:pt x="58" y="61"/>
                  <a:pt x="58" y="61"/>
                  <a:pt x="58" y="61"/>
                </a:cubicBezTo>
                <a:cubicBezTo>
                  <a:pt x="58" y="61"/>
                  <a:pt x="57" y="62"/>
                  <a:pt x="57" y="62"/>
                </a:cubicBezTo>
                <a:cubicBezTo>
                  <a:pt x="57" y="62"/>
                  <a:pt x="57" y="62"/>
                  <a:pt x="57" y="62"/>
                </a:cubicBezTo>
                <a:cubicBezTo>
                  <a:pt x="57" y="62"/>
                  <a:pt x="56" y="62"/>
                  <a:pt x="56" y="63"/>
                </a:cubicBezTo>
                <a:cubicBezTo>
                  <a:pt x="56" y="63"/>
                  <a:pt x="56" y="63"/>
                  <a:pt x="55" y="63"/>
                </a:cubicBezTo>
                <a:cubicBezTo>
                  <a:pt x="55" y="63"/>
                  <a:pt x="55" y="63"/>
                  <a:pt x="55" y="63"/>
                </a:cubicBezTo>
                <a:cubicBezTo>
                  <a:pt x="55" y="63"/>
                  <a:pt x="55" y="63"/>
                  <a:pt x="55" y="63"/>
                </a:cubicBezTo>
                <a:cubicBezTo>
                  <a:pt x="55" y="63"/>
                  <a:pt x="55" y="63"/>
                  <a:pt x="55" y="62"/>
                </a:cubicBezTo>
                <a:cubicBezTo>
                  <a:pt x="55" y="62"/>
                  <a:pt x="55" y="62"/>
                  <a:pt x="55" y="62"/>
                </a:cubicBezTo>
                <a:cubicBezTo>
                  <a:pt x="55" y="62"/>
                  <a:pt x="56" y="62"/>
                  <a:pt x="56" y="62"/>
                </a:cubicBezTo>
                <a:cubicBezTo>
                  <a:pt x="56" y="62"/>
                  <a:pt x="56" y="62"/>
                  <a:pt x="56" y="62"/>
                </a:cubicBezTo>
                <a:cubicBezTo>
                  <a:pt x="56" y="62"/>
                  <a:pt x="56" y="62"/>
                  <a:pt x="55" y="62"/>
                </a:cubicBezTo>
                <a:cubicBezTo>
                  <a:pt x="55" y="62"/>
                  <a:pt x="55" y="62"/>
                  <a:pt x="55" y="62"/>
                </a:cubicBezTo>
                <a:cubicBezTo>
                  <a:pt x="56" y="61"/>
                  <a:pt x="57" y="62"/>
                  <a:pt x="57" y="61"/>
                </a:cubicBezTo>
                <a:cubicBezTo>
                  <a:pt x="57" y="61"/>
                  <a:pt x="57" y="61"/>
                  <a:pt x="57" y="61"/>
                </a:cubicBezTo>
                <a:cubicBezTo>
                  <a:pt x="57" y="61"/>
                  <a:pt x="56" y="61"/>
                  <a:pt x="56" y="61"/>
                </a:cubicBezTo>
                <a:cubicBezTo>
                  <a:pt x="56" y="61"/>
                  <a:pt x="56" y="61"/>
                  <a:pt x="56" y="61"/>
                </a:cubicBezTo>
                <a:cubicBezTo>
                  <a:pt x="55" y="61"/>
                  <a:pt x="55" y="61"/>
                  <a:pt x="55" y="61"/>
                </a:cubicBezTo>
                <a:cubicBezTo>
                  <a:pt x="55" y="61"/>
                  <a:pt x="55" y="61"/>
                  <a:pt x="55" y="61"/>
                </a:cubicBezTo>
                <a:cubicBezTo>
                  <a:pt x="55" y="61"/>
                  <a:pt x="55" y="61"/>
                  <a:pt x="55" y="61"/>
                </a:cubicBezTo>
                <a:cubicBezTo>
                  <a:pt x="56" y="60"/>
                  <a:pt x="57" y="60"/>
                  <a:pt x="58" y="60"/>
                </a:cubicBezTo>
                <a:cubicBezTo>
                  <a:pt x="58" y="60"/>
                  <a:pt x="58" y="60"/>
                  <a:pt x="58" y="60"/>
                </a:cubicBezTo>
                <a:cubicBezTo>
                  <a:pt x="58" y="60"/>
                  <a:pt x="58" y="60"/>
                  <a:pt x="58" y="60"/>
                </a:cubicBezTo>
                <a:cubicBezTo>
                  <a:pt x="58" y="60"/>
                  <a:pt x="58" y="60"/>
                  <a:pt x="57" y="60"/>
                </a:cubicBezTo>
                <a:cubicBezTo>
                  <a:pt x="57" y="60"/>
                  <a:pt x="57" y="60"/>
                  <a:pt x="57" y="60"/>
                </a:cubicBezTo>
                <a:cubicBezTo>
                  <a:pt x="57" y="60"/>
                  <a:pt x="57" y="60"/>
                  <a:pt x="57" y="60"/>
                </a:cubicBezTo>
                <a:cubicBezTo>
                  <a:pt x="56" y="60"/>
                  <a:pt x="55" y="60"/>
                  <a:pt x="55" y="60"/>
                </a:cubicBezTo>
                <a:cubicBezTo>
                  <a:pt x="55" y="60"/>
                  <a:pt x="55" y="60"/>
                  <a:pt x="55" y="60"/>
                </a:cubicBezTo>
                <a:cubicBezTo>
                  <a:pt x="55" y="60"/>
                  <a:pt x="55" y="60"/>
                  <a:pt x="55" y="60"/>
                </a:cubicBezTo>
                <a:cubicBezTo>
                  <a:pt x="56" y="60"/>
                  <a:pt x="56" y="60"/>
                  <a:pt x="56" y="59"/>
                </a:cubicBezTo>
                <a:cubicBezTo>
                  <a:pt x="56" y="59"/>
                  <a:pt x="56" y="59"/>
                  <a:pt x="57" y="59"/>
                </a:cubicBezTo>
                <a:cubicBezTo>
                  <a:pt x="57" y="59"/>
                  <a:pt x="57" y="59"/>
                  <a:pt x="57" y="59"/>
                </a:cubicBezTo>
                <a:cubicBezTo>
                  <a:pt x="58" y="59"/>
                  <a:pt x="58" y="59"/>
                  <a:pt x="58" y="59"/>
                </a:cubicBezTo>
                <a:cubicBezTo>
                  <a:pt x="58" y="59"/>
                  <a:pt x="58" y="59"/>
                  <a:pt x="58" y="59"/>
                </a:cubicBezTo>
                <a:cubicBezTo>
                  <a:pt x="58" y="59"/>
                  <a:pt x="58" y="59"/>
                  <a:pt x="59" y="59"/>
                </a:cubicBezTo>
                <a:cubicBezTo>
                  <a:pt x="59" y="59"/>
                  <a:pt x="59" y="59"/>
                  <a:pt x="59" y="59"/>
                </a:cubicBezTo>
                <a:cubicBezTo>
                  <a:pt x="58" y="59"/>
                  <a:pt x="58" y="59"/>
                  <a:pt x="58" y="59"/>
                </a:cubicBezTo>
                <a:cubicBezTo>
                  <a:pt x="58" y="59"/>
                  <a:pt x="58" y="59"/>
                  <a:pt x="58" y="59"/>
                </a:cubicBezTo>
                <a:cubicBezTo>
                  <a:pt x="58" y="59"/>
                  <a:pt x="58" y="59"/>
                  <a:pt x="58" y="59"/>
                </a:cubicBezTo>
                <a:cubicBezTo>
                  <a:pt x="58" y="59"/>
                  <a:pt x="58" y="59"/>
                  <a:pt x="57" y="59"/>
                </a:cubicBezTo>
                <a:cubicBezTo>
                  <a:pt x="57" y="59"/>
                  <a:pt x="57" y="59"/>
                  <a:pt x="57" y="59"/>
                </a:cubicBezTo>
                <a:cubicBezTo>
                  <a:pt x="57" y="59"/>
                  <a:pt x="57" y="59"/>
                  <a:pt x="57" y="59"/>
                </a:cubicBezTo>
                <a:cubicBezTo>
                  <a:pt x="57" y="59"/>
                  <a:pt x="56" y="59"/>
                  <a:pt x="56" y="59"/>
                </a:cubicBezTo>
                <a:cubicBezTo>
                  <a:pt x="56" y="59"/>
                  <a:pt x="56" y="59"/>
                  <a:pt x="56" y="59"/>
                </a:cubicBezTo>
                <a:cubicBezTo>
                  <a:pt x="56" y="59"/>
                  <a:pt x="55" y="60"/>
                  <a:pt x="55" y="60"/>
                </a:cubicBezTo>
                <a:cubicBezTo>
                  <a:pt x="55" y="60"/>
                  <a:pt x="55" y="60"/>
                  <a:pt x="55" y="60"/>
                </a:cubicBezTo>
                <a:cubicBezTo>
                  <a:pt x="55" y="60"/>
                  <a:pt x="55" y="59"/>
                  <a:pt x="55" y="59"/>
                </a:cubicBezTo>
                <a:cubicBezTo>
                  <a:pt x="55" y="59"/>
                  <a:pt x="55" y="59"/>
                  <a:pt x="56" y="59"/>
                </a:cubicBezTo>
                <a:cubicBezTo>
                  <a:pt x="56" y="59"/>
                  <a:pt x="57" y="59"/>
                  <a:pt x="57" y="59"/>
                </a:cubicBezTo>
                <a:cubicBezTo>
                  <a:pt x="57" y="59"/>
                  <a:pt x="57" y="59"/>
                  <a:pt x="57" y="59"/>
                </a:cubicBezTo>
                <a:cubicBezTo>
                  <a:pt x="56" y="59"/>
                  <a:pt x="56" y="59"/>
                  <a:pt x="56" y="58"/>
                </a:cubicBezTo>
                <a:cubicBezTo>
                  <a:pt x="56" y="58"/>
                  <a:pt x="56" y="58"/>
                  <a:pt x="56" y="58"/>
                </a:cubicBezTo>
                <a:cubicBezTo>
                  <a:pt x="56" y="58"/>
                  <a:pt x="56" y="58"/>
                  <a:pt x="56" y="58"/>
                </a:cubicBezTo>
                <a:cubicBezTo>
                  <a:pt x="56" y="58"/>
                  <a:pt x="56" y="58"/>
                  <a:pt x="57" y="58"/>
                </a:cubicBezTo>
                <a:cubicBezTo>
                  <a:pt x="57" y="59"/>
                  <a:pt x="57" y="59"/>
                  <a:pt x="57" y="59"/>
                </a:cubicBezTo>
                <a:cubicBezTo>
                  <a:pt x="58" y="59"/>
                  <a:pt x="58" y="59"/>
                  <a:pt x="58" y="58"/>
                </a:cubicBezTo>
                <a:cubicBezTo>
                  <a:pt x="58" y="58"/>
                  <a:pt x="59" y="59"/>
                  <a:pt x="59" y="59"/>
                </a:cubicBezTo>
                <a:cubicBezTo>
                  <a:pt x="59" y="59"/>
                  <a:pt x="59" y="59"/>
                  <a:pt x="59" y="59"/>
                </a:cubicBezTo>
                <a:cubicBezTo>
                  <a:pt x="59"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8" y="58"/>
                  <a:pt x="58" y="58"/>
                  <a:pt x="58" y="58"/>
                </a:cubicBezTo>
                <a:cubicBezTo>
                  <a:pt x="57" y="58"/>
                  <a:pt x="57" y="58"/>
                  <a:pt x="57" y="58"/>
                </a:cubicBezTo>
                <a:cubicBezTo>
                  <a:pt x="57" y="58"/>
                  <a:pt x="57" y="58"/>
                  <a:pt x="57" y="58"/>
                </a:cubicBezTo>
                <a:cubicBezTo>
                  <a:pt x="56" y="58"/>
                  <a:pt x="56" y="58"/>
                  <a:pt x="56" y="58"/>
                </a:cubicBezTo>
                <a:cubicBezTo>
                  <a:pt x="56" y="58"/>
                  <a:pt x="56" y="58"/>
                  <a:pt x="56" y="58"/>
                </a:cubicBezTo>
                <a:cubicBezTo>
                  <a:pt x="56" y="58"/>
                  <a:pt x="56" y="58"/>
                  <a:pt x="57" y="57"/>
                </a:cubicBezTo>
                <a:cubicBezTo>
                  <a:pt x="57" y="57"/>
                  <a:pt x="57" y="57"/>
                  <a:pt x="57" y="57"/>
                </a:cubicBezTo>
                <a:cubicBezTo>
                  <a:pt x="58" y="57"/>
                  <a:pt x="58" y="57"/>
                  <a:pt x="58" y="57"/>
                </a:cubicBezTo>
                <a:cubicBezTo>
                  <a:pt x="58" y="57"/>
                  <a:pt x="58" y="57"/>
                  <a:pt x="59" y="57"/>
                </a:cubicBezTo>
                <a:cubicBezTo>
                  <a:pt x="59" y="57"/>
                  <a:pt x="59" y="57"/>
                  <a:pt x="59" y="57"/>
                </a:cubicBezTo>
                <a:cubicBezTo>
                  <a:pt x="58" y="57"/>
                  <a:pt x="58" y="57"/>
                  <a:pt x="58" y="57"/>
                </a:cubicBezTo>
                <a:cubicBezTo>
                  <a:pt x="58" y="57"/>
                  <a:pt x="58" y="57"/>
                  <a:pt x="58" y="57"/>
                </a:cubicBezTo>
                <a:cubicBezTo>
                  <a:pt x="58" y="57"/>
                  <a:pt x="58" y="57"/>
                  <a:pt x="58" y="56"/>
                </a:cubicBezTo>
                <a:cubicBezTo>
                  <a:pt x="58" y="56"/>
                  <a:pt x="58" y="56"/>
                  <a:pt x="58" y="56"/>
                </a:cubicBezTo>
                <a:cubicBezTo>
                  <a:pt x="58"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9" y="56"/>
                </a:cubicBezTo>
                <a:cubicBezTo>
                  <a:pt x="59" y="56"/>
                  <a:pt x="59" y="56"/>
                  <a:pt x="58" y="56"/>
                </a:cubicBezTo>
                <a:cubicBezTo>
                  <a:pt x="58" y="56"/>
                  <a:pt x="58" y="56"/>
                  <a:pt x="58" y="56"/>
                </a:cubicBezTo>
                <a:cubicBezTo>
                  <a:pt x="59" y="56"/>
                  <a:pt x="59" y="56"/>
                  <a:pt x="59" y="56"/>
                </a:cubicBezTo>
                <a:cubicBezTo>
                  <a:pt x="59" y="56"/>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5"/>
                  <a:pt x="59" y="55"/>
                  <a:pt x="59" y="55"/>
                </a:cubicBezTo>
                <a:cubicBezTo>
                  <a:pt x="59" y="54"/>
                  <a:pt x="59" y="54"/>
                  <a:pt x="59" y="54"/>
                </a:cubicBezTo>
                <a:cubicBezTo>
                  <a:pt x="59" y="54"/>
                  <a:pt x="59" y="54"/>
                  <a:pt x="59" y="54"/>
                </a:cubicBezTo>
                <a:cubicBezTo>
                  <a:pt x="59" y="54"/>
                  <a:pt x="59" y="54"/>
                  <a:pt x="59" y="54"/>
                </a:cubicBezTo>
                <a:cubicBezTo>
                  <a:pt x="59" y="54"/>
                  <a:pt x="59"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8" y="54"/>
                  <a:pt x="58" y="54"/>
                  <a:pt x="58" y="54"/>
                </a:cubicBezTo>
                <a:cubicBezTo>
                  <a:pt x="57" y="54"/>
                  <a:pt x="57" y="54"/>
                  <a:pt x="57" y="54"/>
                </a:cubicBezTo>
                <a:cubicBezTo>
                  <a:pt x="57" y="54"/>
                  <a:pt x="56" y="54"/>
                  <a:pt x="56" y="54"/>
                </a:cubicBezTo>
                <a:cubicBezTo>
                  <a:pt x="56" y="54"/>
                  <a:pt x="56" y="54"/>
                  <a:pt x="56" y="54"/>
                </a:cubicBezTo>
                <a:cubicBezTo>
                  <a:pt x="56" y="54"/>
                  <a:pt x="56" y="54"/>
                  <a:pt x="56" y="54"/>
                </a:cubicBezTo>
                <a:cubicBezTo>
                  <a:pt x="56" y="54"/>
                  <a:pt x="55" y="54"/>
                  <a:pt x="55" y="54"/>
                </a:cubicBezTo>
                <a:cubicBezTo>
                  <a:pt x="55" y="54"/>
                  <a:pt x="55" y="54"/>
                  <a:pt x="55" y="54"/>
                </a:cubicBezTo>
                <a:cubicBezTo>
                  <a:pt x="56" y="54"/>
                  <a:pt x="56" y="54"/>
                  <a:pt x="56" y="54"/>
                </a:cubicBezTo>
                <a:cubicBezTo>
                  <a:pt x="56" y="54"/>
                  <a:pt x="56" y="54"/>
                  <a:pt x="57" y="55"/>
                </a:cubicBezTo>
                <a:cubicBezTo>
                  <a:pt x="57" y="55"/>
                  <a:pt x="58" y="55"/>
                  <a:pt x="57" y="55"/>
                </a:cubicBezTo>
                <a:cubicBezTo>
                  <a:pt x="57" y="55"/>
                  <a:pt x="57" y="56"/>
                  <a:pt x="56" y="56"/>
                </a:cubicBezTo>
                <a:cubicBezTo>
                  <a:pt x="56" y="56"/>
                  <a:pt x="56" y="56"/>
                  <a:pt x="56" y="56"/>
                </a:cubicBezTo>
                <a:cubicBezTo>
                  <a:pt x="56" y="56"/>
                  <a:pt x="55" y="56"/>
                  <a:pt x="55" y="56"/>
                </a:cubicBezTo>
                <a:cubicBezTo>
                  <a:pt x="55" y="56"/>
                  <a:pt x="55" y="56"/>
                  <a:pt x="55" y="56"/>
                </a:cubicBezTo>
                <a:cubicBezTo>
                  <a:pt x="55" y="56"/>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5" y="55"/>
                  <a:pt x="55" y="55"/>
                  <a:pt x="55" y="55"/>
                </a:cubicBezTo>
                <a:cubicBezTo>
                  <a:pt x="54" y="55"/>
                  <a:pt x="54" y="55"/>
                  <a:pt x="54" y="55"/>
                </a:cubicBezTo>
                <a:cubicBezTo>
                  <a:pt x="54" y="55"/>
                  <a:pt x="54" y="55"/>
                  <a:pt x="54" y="55"/>
                </a:cubicBezTo>
                <a:cubicBezTo>
                  <a:pt x="51" y="58"/>
                  <a:pt x="48" y="61"/>
                  <a:pt x="46" y="64"/>
                </a:cubicBezTo>
                <a:cubicBezTo>
                  <a:pt x="46" y="64"/>
                  <a:pt x="46" y="64"/>
                  <a:pt x="46" y="64"/>
                </a:cubicBezTo>
                <a:cubicBezTo>
                  <a:pt x="47" y="64"/>
                  <a:pt x="47" y="65"/>
                  <a:pt x="47" y="65"/>
                </a:cubicBezTo>
                <a:cubicBezTo>
                  <a:pt x="47" y="65"/>
                  <a:pt x="47" y="65"/>
                  <a:pt x="47" y="65"/>
                </a:cubicBezTo>
                <a:cubicBezTo>
                  <a:pt x="47" y="65"/>
                  <a:pt x="47" y="65"/>
                  <a:pt x="47" y="66"/>
                </a:cubicBezTo>
                <a:cubicBezTo>
                  <a:pt x="47" y="66"/>
                  <a:pt x="47" y="66"/>
                  <a:pt x="47" y="66"/>
                </a:cubicBezTo>
                <a:cubicBezTo>
                  <a:pt x="47" y="66"/>
                  <a:pt x="48" y="66"/>
                  <a:pt x="48" y="66"/>
                </a:cubicBezTo>
                <a:cubicBezTo>
                  <a:pt x="48" y="66"/>
                  <a:pt x="48" y="66"/>
                  <a:pt x="48" y="66"/>
                </a:cubicBezTo>
                <a:cubicBezTo>
                  <a:pt x="49" y="66"/>
                  <a:pt x="49" y="66"/>
                  <a:pt x="49" y="66"/>
                </a:cubicBezTo>
                <a:cubicBezTo>
                  <a:pt x="50" y="66"/>
                  <a:pt x="50" y="67"/>
                  <a:pt x="51" y="67"/>
                </a:cubicBezTo>
                <a:cubicBezTo>
                  <a:pt x="51" y="67"/>
                  <a:pt x="51" y="67"/>
                  <a:pt x="51" y="67"/>
                </a:cubicBezTo>
                <a:cubicBezTo>
                  <a:pt x="50" y="67"/>
                  <a:pt x="50" y="67"/>
                  <a:pt x="50" y="67"/>
                </a:cubicBezTo>
                <a:cubicBezTo>
                  <a:pt x="50" y="68"/>
                  <a:pt x="49" y="67"/>
                  <a:pt x="49" y="67"/>
                </a:cubicBezTo>
                <a:cubicBezTo>
                  <a:pt x="49" y="67"/>
                  <a:pt x="49" y="67"/>
                  <a:pt x="49" y="67"/>
                </a:cubicBezTo>
                <a:cubicBezTo>
                  <a:pt x="49" y="68"/>
                  <a:pt x="50" y="68"/>
                  <a:pt x="50" y="68"/>
                </a:cubicBezTo>
                <a:cubicBezTo>
                  <a:pt x="49" y="68"/>
                  <a:pt x="49" y="68"/>
                  <a:pt x="49" y="69"/>
                </a:cubicBezTo>
                <a:cubicBezTo>
                  <a:pt x="48" y="69"/>
                  <a:pt x="48" y="68"/>
                  <a:pt x="48" y="68"/>
                </a:cubicBezTo>
                <a:cubicBezTo>
                  <a:pt x="48" y="68"/>
                  <a:pt x="48" y="68"/>
                  <a:pt x="48" y="68"/>
                </a:cubicBezTo>
                <a:cubicBezTo>
                  <a:pt x="48" y="69"/>
                  <a:pt x="48" y="69"/>
                  <a:pt x="48" y="69"/>
                </a:cubicBezTo>
                <a:cubicBezTo>
                  <a:pt x="48" y="69"/>
                  <a:pt x="48" y="70"/>
                  <a:pt x="48" y="70"/>
                </a:cubicBezTo>
                <a:cubicBezTo>
                  <a:pt x="48" y="70"/>
                  <a:pt x="48" y="70"/>
                  <a:pt x="48" y="70"/>
                </a:cubicBezTo>
                <a:cubicBezTo>
                  <a:pt x="48" y="70"/>
                  <a:pt x="47" y="70"/>
                  <a:pt x="47" y="70"/>
                </a:cubicBezTo>
                <a:cubicBezTo>
                  <a:pt x="47" y="69"/>
                  <a:pt x="47" y="69"/>
                  <a:pt x="47" y="69"/>
                </a:cubicBezTo>
                <a:cubicBezTo>
                  <a:pt x="47" y="69"/>
                  <a:pt x="46" y="69"/>
                  <a:pt x="46" y="69"/>
                </a:cubicBezTo>
                <a:cubicBezTo>
                  <a:pt x="46" y="69"/>
                  <a:pt x="46" y="69"/>
                  <a:pt x="46" y="69"/>
                </a:cubicBezTo>
                <a:cubicBezTo>
                  <a:pt x="46" y="68"/>
                  <a:pt x="46" y="68"/>
                  <a:pt x="46" y="68"/>
                </a:cubicBezTo>
                <a:cubicBezTo>
                  <a:pt x="46" y="68"/>
                  <a:pt x="46" y="68"/>
                  <a:pt x="45" y="68"/>
                </a:cubicBezTo>
                <a:cubicBezTo>
                  <a:pt x="45" y="68"/>
                  <a:pt x="44" y="67"/>
                  <a:pt x="44" y="67"/>
                </a:cubicBezTo>
                <a:cubicBezTo>
                  <a:pt x="44" y="67"/>
                  <a:pt x="43" y="68"/>
                  <a:pt x="43" y="68"/>
                </a:cubicBezTo>
                <a:cubicBezTo>
                  <a:pt x="43" y="68"/>
                  <a:pt x="43" y="68"/>
                  <a:pt x="44" y="68"/>
                </a:cubicBezTo>
                <a:cubicBezTo>
                  <a:pt x="44" y="68"/>
                  <a:pt x="44" y="68"/>
                  <a:pt x="43" y="68"/>
                </a:cubicBezTo>
                <a:cubicBezTo>
                  <a:pt x="43" y="68"/>
                  <a:pt x="43" y="68"/>
                  <a:pt x="43" y="68"/>
                </a:cubicBezTo>
                <a:cubicBezTo>
                  <a:pt x="43" y="68"/>
                  <a:pt x="43" y="68"/>
                  <a:pt x="43" y="68"/>
                </a:cubicBezTo>
                <a:cubicBezTo>
                  <a:pt x="43" y="68"/>
                  <a:pt x="43" y="68"/>
                  <a:pt x="43" y="69"/>
                </a:cubicBezTo>
                <a:cubicBezTo>
                  <a:pt x="43" y="69"/>
                  <a:pt x="43" y="69"/>
                  <a:pt x="43" y="69"/>
                </a:cubicBezTo>
                <a:cubicBezTo>
                  <a:pt x="43" y="69"/>
                  <a:pt x="43" y="69"/>
                  <a:pt x="43" y="69"/>
                </a:cubicBezTo>
                <a:cubicBezTo>
                  <a:pt x="44" y="69"/>
                  <a:pt x="44" y="70"/>
                  <a:pt x="44" y="70"/>
                </a:cubicBezTo>
                <a:cubicBezTo>
                  <a:pt x="44" y="70"/>
                  <a:pt x="44" y="70"/>
                  <a:pt x="44" y="70"/>
                </a:cubicBezTo>
                <a:cubicBezTo>
                  <a:pt x="44" y="70"/>
                  <a:pt x="44" y="70"/>
                  <a:pt x="45" y="70"/>
                </a:cubicBezTo>
                <a:cubicBezTo>
                  <a:pt x="45" y="70"/>
                  <a:pt x="45" y="71"/>
                  <a:pt x="45" y="71"/>
                </a:cubicBezTo>
                <a:cubicBezTo>
                  <a:pt x="46" y="71"/>
                  <a:pt x="46" y="71"/>
                  <a:pt x="46" y="71"/>
                </a:cubicBezTo>
                <a:cubicBezTo>
                  <a:pt x="46" y="71"/>
                  <a:pt x="46" y="71"/>
                  <a:pt x="46" y="71"/>
                </a:cubicBezTo>
                <a:cubicBezTo>
                  <a:pt x="46" y="71"/>
                  <a:pt x="46" y="71"/>
                  <a:pt x="46" y="71"/>
                </a:cubicBezTo>
                <a:cubicBezTo>
                  <a:pt x="46" y="71"/>
                  <a:pt x="46" y="71"/>
                  <a:pt x="46" y="71"/>
                </a:cubicBezTo>
                <a:cubicBezTo>
                  <a:pt x="46" y="72"/>
                  <a:pt x="47" y="72"/>
                  <a:pt x="47" y="73"/>
                </a:cubicBezTo>
                <a:cubicBezTo>
                  <a:pt x="47" y="73"/>
                  <a:pt x="47" y="73"/>
                  <a:pt x="47" y="73"/>
                </a:cubicBezTo>
                <a:cubicBezTo>
                  <a:pt x="47" y="73"/>
                  <a:pt x="46" y="72"/>
                  <a:pt x="46" y="72"/>
                </a:cubicBezTo>
                <a:cubicBezTo>
                  <a:pt x="46" y="73"/>
                  <a:pt x="46" y="73"/>
                  <a:pt x="46" y="74"/>
                </a:cubicBezTo>
                <a:cubicBezTo>
                  <a:pt x="46" y="74"/>
                  <a:pt x="46" y="74"/>
                  <a:pt x="46" y="74"/>
                </a:cubicBezTo>
                <a:cubicBezTo>
                  <a:pt x="46" y="74"/>
                  <a:pt x="46" y="74"/>
                  <a:pt x="46" y="74"/>
                </a:cubicBezTo>
                <a:cubicBezTo>
                  <a:pt x="46" y="74"/>
                  <a:pt x="46" y="74"/>
                  <a:pt x="46" y="75"/>
                </a:cubicBezTo>
                <a:cubicBezTo>
                  <a:pt x="46" y="74"/>
                  <a:pt x="46" y="74"/>
                  <a:pt x="45" y="74"/>
                </a:cubicBezTo>
                <a:cubicBezTo>
                  <a:pt x="44" y="74"/>
                  <a:pt x="44" y="73"/>
                  <a:pt x="43" y="72"/>
                </a:cubicBezTo>
                <a:cubicBezTo>
                  <a:pt x="43" y="72"/>
                  <a:pt x="43" y="73"/>
                  <a:pt x="43" y="73"/>
                </a:cubicBezTo>
                <a:cubicBezTo>
                  <a:pt x="42" y="73"/>
                  <a:pt x="42" y="72"/>
                  <a:pt x="42" y="72"/>
                </a:cubicBezTo>
                <a:cubicBezTo>
                  <a:pt x="42" y="73"/>
                  <a:pt x="43" y="74"/>
                  <a:pt x="43" y="74"/>
                </a:cubicBezTo>
                <a:cubicBezTo>
                  <a:pt x="44" y="74"/>
                  <a:pt x="45" y="75"/>
                  <a:pt x="45" y="76"/>
                </a:cubicBezTo>
                <a:cubicBezTo>
                  <a:pt x="44" y="76"/>
                  <a:pt x="43" y="75"/>
                  <a:pt x="43" y="75"/>
                </a:cubicBezTo>
                <a:cubicBezTo>
                  <a:pt x="42" y="75"/>
                  <a:pt x="42" y="75"/>
                  <a:pt x="41" y="75"/>
                </a:cubicBezTo>
                <a:cubicBezTo>
                  <a:pt x="41" y="75"/>
                  <a:pt x="41" y="74"/>
                  <a:pt x="41" y="74"/>
                </a:cubicBezTo>
                <a:cubicBezTo>
                  <a:pt x="41" y="74"/>
                  <a:pt x="40" y="74"/>
                  <a:pt x="40" y="74"/>
                </a:cubicBezTo>
                <a:cubicBezTo>
                  <a:pt x="40" y="74"/>
                  <a:pt x="40" y="74"/>
                  <a:pt x="40" y="74"/>
                </a:cubicBezTo>
                <a:cubicBezTo>
                  <a:pt x="40" y="74"/>
                  <a:pt x="39" y="74"/>
                  <a:pt x="39" y="74"/>
                </a:cubicBezTo>
                <a:cubicBezTo>
                  <a:pt x="39" y="74"/>
                  <a:pt x="39" y="74"/>
                  <a:pt x="39" y="74"/>
                </a:cubicBezTo>
                <a:cubicBezTo>
                  <a:pt x="39" y="75"/>
                  <a:pt x="38" y="75"/>
                  <a:pt x="38" y="76"/>
                </a:cubicBezTo>
                <a:cubicBezTo>
                  <a:pt x="38" y="76"/>
                  <a:pt x="38" y="76"/>
                  <a:pt x="38" y="76"/>
                </a:cubicBezTo>
                <a:cubicBezTo>
                  <a:pt x="38" y="77"/>
                  <a:pt x="38" y="77"/>
                  <a:pt x="38" y="77"/>
                </a:cubicBezTo>
                <a:cubicBezTo>
                  <a:pt x="39" y="77"/>
                  <a:pt x="40" y="77"/>
                  <a:pt x="40" y="78"/>
                </a:cubicBezTo>
                <a:cubicBezTo>
                  <a:pt x="41" y="78"/>
                  <a:pt x="41" y="77"/>
                  <a:pt x="41" y="77"/>
                </a:cubicBezTo>
                <a:cubicBezTo>
                  <a:pt x="41" y="77"/>
                  <a:pt x="41" y="78"/>
                  <a:pt x="41" y="78"/>
                </a:cubicBezTo>
                <a:cubicBezTo>
                  <a:pt x="41" y="78"/>
                  <a:pt x="41" y="78"/>
                  <a:pt x="41" y="78"/>
                </a:cubicBezTo>
                <a:cubicBezTo>
                  <a:pt x="40" y="78"/>
                  <a:pt x="41" y="80"/>
                  <a:pt x="41" y="81"/>
                </a:cubicBezTo>
                <a:cubicBezTo>
                  <a:pt x="41" y="81"/>
                  <a:pt x="41" y="81"/>
                  <a:pt x="40" y="81"/>
                </a:cubicBezTo>
                <a:cubicBezTo>
                  <a:pt x="40" y="81"/>
                  <a:pt x="40" y="81"/>
                  <a:pt x="41" y="82"/>
                </a:cubicBezTo>
                <a:cubicBezTo>
                  <a:pt x="41" y="82"/>
                  <a:pt x="41" y="82"/>
                  <a:pt x="41" y="82"/>
                </a:cubicBezTo>
                <a:cubicBezTo>
                  <a:pt x="41" y="81"/>
                  <a:pt x="42" y="81"/>
                  <a:pt x="43" y="82"/>
                </a:cubicBezTo>
                <a:cubicBezTo>
                  <a:pt x="43" y="82"/>
                  <a:pt x="43" y="82"/>
                  <a:pt x="42" y="82"/>
                </a:cubicBezTo>
                <a:cubicBezTo>
                  <a:pt x="43" y="82"/>
                  <a:pt x="43" y="82"/>
                  <a:pt x="43" y="82"/>
                </a:cubicBezTo>
                <a:cubicBezTo>
                  <a:pt x="43" y="82"/>
                  <a:pt x="44" y="82"/>
                  <a:pt x="44" y="82"/>
                </a:cubicBezTo>
                <a:cubicBezTo>
                  <a:pt x="44" y="82"/>
                  <a:pt x="44" y="81"/>
                  <a:pt x="44" y="81"/>
                </a:cubicBezTo>
                <a:cubicBezTo>
                  <a:pt x="45" y="81"/>
                  <a:pt x="45" y="82"/>
                  <a:pt x="45" y="82"/>
                </a:cubicBezTo>
                <a:cubicBezTo>
                  <a:pt x="45" y="82"/>
                  <a:pt x="45" y="82"/>
                  <a:pt x="45" y="82"/>
                </a:cubicBezTo>
                <a:cubicBezTo>
                  <a:pt x="45" y="81"/>
                  <a:pt x="45" y="81"/>
                  <a:pt x="46" y="80"/>
                </a:cubicBezTo>
                <a:cubicBezTo>
                  <a:pt x="45" y="79"/>
                  <a:pt x="46" y="80"/>
                  <a:pt x="46" y="79"/>
                </a:cubicBezTo>
                <a:cubicBezTo>
                  <a:pt x="46" y="79"/>
                  <a:pt x="46" y="79"/>
                  <a:pt x="46" y="79"/>
                </a:cubicBezTo>
                <a:cubicBezTo>
                  <a:pt x="47" y="79"/>
                  <a:pt x="47" y="79"/>
                  <a:pt x="47" y="79"/>
                </a:cubicBezTo>
                <a:cubicBezTo>
                  <a:pt x="47" y="79"/>
                  <a:pt x="48" y="81"/>
                  <a:pt x="49" y="81"/>
                </a:cubicBezTo>
                <a:cubicBezTo>
                  <a:pt x="49" y="82"/>
                  <a:pt x="48" y="82"/>
                  <a:pt x="48" y="82"/>
                </a:cubicBezTo>
                <a:cubicBezTo>
                  <a:pt x="49" y="82"/>
                  <a:pt x="49" y="82"/>
                  <a:pt x="49" y="82"/>
                </a:cubicBezTo>
                <a:cubicBezTo>
                  <a:pt x="49" y="83"/>
                  <a:pt x="50" y="82"/>
                  <a:pt x="50" y="83"/>
                </a:cubicBezTo>
                <a:cubicBezTo>
                  <a:pt x="50" y="83"/>
                  <a:pt x="50" y="83"/>
                  <a:pt x="49" y="83"/>
                </a:cubicBezTo>
                <a:cubicBezTo>
                  <a:pt x="50" y="84"/>
                  <a:pt x="50" y="84"/>
                  <a:pt x="50" y="84"/>
                </a:cubicBezTo>
                <a:cubicBezTo>
                  <a:pt x="50" y="84"/>
                  <a:pt x="50" y="84"/>
                  <a:pt x="50" y="85"/>
                </a:cubicBezTo>
                <a:cubicBezTo>
                  <a:pt x="50" y="85"/>
                  <a:pt x="50" y="84"/>
                  <a:pt x="49" y="85"/>
                </a:cubicBezTo>
                <a:cubicBezTo>
                  <a:pt x="49" y="85"/>
                  <a:pt x="49" y="85"/>
                  <a:pt x="49" y="85"/>
                </a:cubicBezTo>
                <a:cubicBezTo>
                  <a:pt x="49" y="85"/>
                  <a:pt x="50" y="85"/>
                  <a:pt x="50" y="86"/>
                </a:cubicBezTo>
                <a:cubicBezTo>
                  <a:pt x="50" y="86"/>
                  <a:pt x="50" y="86"/>
                  <a:pt x="50" y="86"/>
                </a:cubicBezTo>
                <a:cubicBezTo>
                  <a:pt x="51" y="86"/>
                  <a:pt x="52" y="86"/>
                  <a:pt x="52" y="87"/>
                </a:cubicBezTo>
                <a:cubicBezTo>
                  <a:pt x="51" y="87"/>
                  <a:pt x="51" y="87"/>
                  <a:pt x="51" y="87"/>
                </a:cubicBezTo>
                <a:cubicBezTo>
                  <a:pt x="52" y="87"/>
                  <a:pt x="52" y="87"/>
                  <a:pt x="52" y="87"/>
                </a:cubicBezTo>
                <a:cubicBezTo>
                  <a:pt x="53" y="87"/>
                  <a:pt x="53" y="88"/>
                  <a:pt x="54" y="88"/>
                </a:cubicBezTo>
                <a:cubicBezTo>
                  <a:pt x="54" y="88"/>
                  <a:pt x="54" y="88"/>
                  <a:pt x="55" y="88"/>
                </a:cubicBezTo>
                <a:cubicBezTo>
                  <a:pt x="55" y="89"/>
                  <a:pt x="54" y="89"/>
                  <a:pt x="54" y="89"/>
                </a:cubicBezTo>
                <a:cubicBezTo>
                  <a:pt x="53" y="89"/>
                  <a:pt x="53" y="89"/>
                  <a:pt x="53" y="89"/>
                </a:cubicBezTo>
                <a:cubicBezTo>
                  <a:pt x="52" y="89"/>
                  <a:pt x="52" y="89"/>
                  <a:pt x="52" y="89"/>
                </a:cubicBezTo>
                <a:cubicBezTo>
                  <a:pt x="52" y="90"/>
                  <a:pt x="52" y="90"/>
                  <a:pt x="52" y="90"/>
                </a:cubicBezTo>
                <a:cubicBezTo>
                  <a:pt x="52" y="90"/>
                  <a:pt x="53" y="90"/>
                  <a:pt x="53" y="90"/>
                </a:cubicBezTo>
                <a:cubicBezTo>
                  <a:pt x="54" y="89"/>
                  <a:pt x="54" y="88"/>
                  <a:pt x="55" y="89"/>
                </a:cubicBezTo>
                <a:cubicBezTo>
                  <a:pt x="55" y="89"/>
                  <a:pt x="55" y="90"/>
                  <a:pt x="55" y="90"/>
                </a:cubicBezTo>
                <a:cubicBezTo>
                  <a:pt x="55" y="90"/>
                  <a:pt x="55" y="90"/>
                  <a:pt x="55" y="90"/>
                </a:cubicBezTo>
                <a:cubicBezTo>
                  <a:pt x="55" y="90"/>
                  <a:pt x="56" y="90"/>
                  <a:pt x="56" y="90"/>
                </a:cubicBezTo>
                <a:cubicBezTo>
                  <a:pt x="56" y="90"/>
                  <a:pt x="57" y="90"/>
                  <a:pt x="57" y="90"/>
                </a:cubicBezTo>
                <a:cubicBezTo>
                  <a:pt x="57" y="91"/>
                  <a:pt x="57" y="91"/>
                  <a:pt x="57" y="91"/>
                </a:cubicBezTo>
                <a:cubicBezTo>
                  <a:pt x="57" y="92"/>
                  <a:pt x="57" y="92"/>
                  <a:pt x="57" y="92"/>
                </a:cubicBezTo>
                <a:cubicBezTo>
                  <a:pt x="57" y="92"/>
                  <a:pt x="57" y="92"/>
                  <a:pt x="57" y="92"/>
                </a:cubicBezTo>
                <a:cubicBezTo>
                  <a:pt x="57" y="92"/>
                  <a:pt x="56" y="93"/>
                  <a:pt x="56" y="93"/>
                </a:cubicBezTo>
                <a:cubicBezTo>
                  <a:pt x="55" y="93"/>
                  <a:pt x="54" y="93"/>
                  <a:pt x="54" y="93"/>
                </a:cubicBezTo>
                <a:cubicBezTo>
                  <a:pt x="53" y="94"/>
                  <a:pt x="53" y="94"/>
                  <a:pt x="53" y="94"/>
                </a:cubicBezTo>
                <a:cubicBezTo>
                  <a:pt x="52" y="95"/>
                  <a:pt x="51" y="95"/>
                  <a:pt x="50" y="95"/>
                </a:cubicBezTo>
                <a:cubicBezTo>
                  <a:pt x="50" y="95"/>
                  <a:pt x="49" y="95"/>
                  <a:pt x="48" y="95"/>
                </a:cubicBezTo>
                <a:cubicBezTo>
                  <a:pt x="48" y="95"/>
                  <a:pt x="47" y="95"/>
                  <a:pt x="46" y="95"/>
                </a:cubicBezTo>
                <a:cubicBezTo>
                  <a:pt x="46" y="95"/>
                  <a:pt x="45" y="95"/>
                  <a:pt x="44" y="95"/>
                </a:cubicBezTo>
                <a:cubicBezTo>
                  <a:pt x="44" y="95"/>
                  <a:pt x="44" y="96"/>
                  <a:pt x="43" y="96"/>
                </a:cubicBezTo>
                <a:cubicBezTo>
                  <a:pt x="43" y="96"/>
                  <a:pt x="43" y="96"/>
                  <a:pt x="42" y="97"/>
                </a:cubicBezTo>
                <a:cubicBezTo>
                  <a:pt x="41" y="97"/>
                  <a:pt x="40" y="99"/>
                  <a:pt x="39" y="100"/>
                </a:cubicBezTo>
                <a:cubicBezTo>
                  <a:pt x="40" y="100"/>
                  <a:pt x="40" y="99"/>
                  <a:pt x="41" y="98"/>
                </a:cubicBezTo>
                <a:cubicBezTo>
                  <a:pt x="42" y="98"/>
                  <a:pt x="43" y="97"/>
                  <a:pt x="44" y="97"/>
                </a:cubicBezTo>
                <a:cubicBezTo>
                  <a:pt x="45" y="96"/>
                  <a:pt x="47" y="96"/>
                  <a:pt x="47" y="97"/>
                </a:cubicBezTo>
                <a:cubicBezTo>
                  <a:pt x="47" y="98"/>
                  <a:pt x="46" y="98"/>
                  <a:pt x="46" y="98"/>
                </a:cubicBezTo>
                <a:cubicBezTo>
                  <a:pt x="45" y="98"/>
                  <a:pt x="45" y="98"/>
                  <a:pt x="45" y="98"/>
                </a:cubicBezTo>
                <a:cubicBezTo>
                  <a:pt x="45" y="98"/>
                  <a:pt x="45" y="98"/>
                  <a:pt x="44" y="98"/>
                </a:cubicBezTo>
                <a:cubicBezTo>
                  <a:pt x="44" y="98"/>
                  <a:pt x="44" y="98"/>
                  <a:pt x="44" y="98"/>
                </a:cubicBezTo>
                <a:cubicBezTo>
                  <a:pt x="45" y="98"/>
                  <a:pt x="45" y="98"/>
                  <a:pt x="45"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99"/>
                </a:cubicBezTo>
                <a:cubicBezTo>
                  <a:pt x="46" y="99"/>
                  <a:pt x="46" y="99"/>
                  <a:pt x="46" y="100"/>
                </a:cubicBezTo>
                <a:cubicBezTo>
                  <a:pt x="46" y="100"/>
                  <a:pt x="46" y="100"/>
                  <a:pt x="46" y="100"/>
                </a:cubicBezTo>
                <a:cubicBezTo>
                  <a:pt x="46" y="100"/>
                  <a:pt x="46" y="100"/>
                  <a:pt x="46" y="100"/>
                </a:cubicBezTo>
                <a:cubicBezTo>
                  <a:pt x="46" y="100"/>
                  <a:pt x="46" y="100"/>
                  <a:pt x="46" y="100"/>
                </a:cubicBezTo>
                <a:cubicBezTo>
                  <a:pt x="46" y="101"/>
                  <a:pt x="47" y="101"/>
                  <a:pt x="48" y="101"/>
                </a:cubicBezTo>
                <a:cubicBezTo>
                  <a:pt x="48" y="101"/>
                  <a:pt x="48" y="101"/>
                  <a:pt x="47" y="101"/>
                </a:cubicBezTo>
                <a:cubicBezTo>
                  <a:pt x="47" y="101"/>
                  <a:pt x="47" y="101"/>
                  <a:pt x="47" y="101"/>
                </a:cubicBezTo>
                <a:cubicBezTo>
                  <a:pt x="47" y="101"/>
                  <a:pt x="47" y="101"/>
                  <a:pt x="47" y="101"/>
                </a:cubicBezTo>
                <a:cubicBezTo>
                  <a:pt x="47" y="101"/>
                  <a:pt x="47" y="101"/>
                  <a:pt x="47" y="101"/>
                </a:cubicBezTo>
                <a:cubicBezTo>
                  <a:pt x="47" y="101"/>
                  <a:pt x="47" y="101"/>
                  <a:pt x="47" y="101"/>
                </a:cubicBezTo>
                <a:cubicBezTo>
                  <a:pt x="47" y="101"/>
                  <a:pt x="47" y="101"/>
                  <a:pt x="48" y="101"/>
                </a:cubicBezTo>
                <a:cubicBezTo>
                  <a:pt x="48" y="101"/>
                  <a:pt x="48" y="101"/>
                  <a:pt x="48" y="101"/>
                </a:cubicBezTo>
                <a:cubicBezTo>
                  <a:pt x="48" y="101"/>
                  <a:pt x="48" y="102"/>
                  <a:pt x="48" y="102"/>
                </a:cubicBezTo>
                <a:cubicBezTo>
                  <a:pt x="48" y="102"/>
                  <a:pt x="49" y="101"/>
                  <a:pt x="49" y="102"/>
                </a:cubicBezTo>
                <a:cubicBezTo>
                  <a:pt x="49" y="102"/>
                  <a:pt x="49" y="102"/>
                  <a:pt x="49" y="102"/>
                </a:cubicBezTo>
                <a:cubicBezTo>
                  <a:pt x="49" y="102"/>
                  <a:pt x="49" y="102"/>
                  <a:pt x="49" y="102"/>
                </a:cubicBezTo>
                <a:cubicBezTo>
                  <a:pt x="49" y="102"/>
                  <a:pt x="49" y="102"/>
                  <a:pt x="49" y="102"/>
                </a:cubicBezTo>
                <a:cubicBezTo>
                  <a:pt x="49" y="102"/>
                  <a:pt x="49" y="102"/>
                  <a:pt x="49" y="102"/>
                </a:cubicBezTo>
                <a:cubicBezTo>
                  <a:pt x="49" y="102"/>
                  <a:pt x="49" y="101"/>
                  <a:pt x="50" y="101"/>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0" y="102"/>
                  <a:pt x="50" y="102"/>
                  <a:pt x="50" y="102"/>
                </a:cubicBezTo>
                <a:cubicBezTo>
                  <a:pt x="51" y="102"/>
                  <a:pt x="51" y="102"/>
                  <a:pt x="51" y="102"/>
                </a:cubicBezTo>
                <a:cubicBezTo>
                  <a:pt x="51" y="102"/>
                  <a:pt x="51" y="102"/>
                  <a:pt x="51" y="102"/>
                </a:cubicBezTo>
                <a:cubicBezTo>
                  <a:pt x="50" y="102"/>
                  <a:pt x="51" y="102"/>
                  <a:pt x="50" y="102"/>
                </a:cubicBezTo>
                <a:cubicBezTo>
                  <a:pt x="50" y="102"/>
                  <a:pt x="50" y="102"/>
                  <a:pt x="50" y="102"/>
                </a:cubicBezTo>
                <a:cubicBezTo>
                  <a:pt x="50" y="102"/>
                  <a:pt x="50" y="102"/>
                  <a:pt x="50" y="103"/>
                </a:cubicBezTo>
                <a:cubicBezTo>
                  <a:pt x="50" y="103"/>
                  <a:pt x="50" y="102"/>
                  <a:pt x="50" y="102"/>
                </a:cubicBezTo>
                <a:cubicBezTo>
                  <a:pt x="50" y="103"/>
                  <a:pt x="50" y="103"/>
                  <a:pt x="50" y="103"/>
                </a:cubicBezTo>
                <a:cubicBezTo>
                  <a:pt x="49" y="103"/>
                  <a:pt x="49"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8" y="103"/>
                </a:cubicBezTo>
                <a:cubicBezTo>
                  <a:pt x="48" y="103"/>
                  <a:pt x="48"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3"/>
                  <a:pt x="47" y="103"/>
                  <a:pt x="47" y="103"/>
                </a:cubicBezTo>
                <a:cubicBezTo>
                  <a:pt x="47" y="104"/>
                  <a:pt x="47" y="104"/>
                  <a:pt x="47" y="104"/>
                </a:cubicBezTo>
                <a:cubicBezTo>
                  <a:pt x="47" y="104"/>
                  <a:pt x="46" y="104"/>
                  <a:pt x="46" y="104"/>
                </a:cubicBezTo>
                <a:cubicBezTo>
                  <a:pt x="46" y="104"/>
                  <a:pt x="46" y="104"/>
                  <a:pt x="46" y="104"/>
                </a:cubicBezTo>
                <a:cubicBezTo>
                  <a:pt x="46" y="105"/>
                  <a:pt x="46" y="105"/>
                  <a:pt x="46" y="105"/>
                </a:cubicBezTo>
                <a:cubicBezTo>
                  <a:pt x="46" y="105"/>
                  <a:pt x="46" y="105"/>
                  <a:pt x="46" y="105"/>
                </a:cubicBezTo>
                <a:cubicBezTo>
                  <a:pt x="46" y="105"/>
                  <a:pt x="46" y="105"/>
                  <a:pt x="46" y="105"/>
                </a:cubicBezTo>
                <a:cubicBezTo>
                  <a:pt x="45" y="105"/>
                  <a:pt x="45" y="105"/>
                  <a:pt x="45" y="105"/>
                </a:cubicBezTo>
                <a:cubicBezTo>
                  <a:pt x="45" y="104"/>
                  <a:pt x="45" y="104"/>
                  <a:pt x="45" y="104"/>
                </a:cubicBezTo>
                <a:cubicBezTo>
                  <a:pt x="45" y="105"/>
                  <a:pt x="45" y="105"/>
                  <a:pt x="45" y="105"/>
                </a:cubicBezTo>
                <a:cubicBezTo>
                  <a:pt x="45" y="104"/>
                  <a:pt x="45" y="104"/>
                  <a:pt x="45" y="103"/>
                </a:cubicBezTo>
                <a:cubicBezTo>
                  <a:pt x="45" y="103"/>
                  <a:pt x="45" y="103"/>
                  <a:pt x="45" y="103"/>
                </a:cubicBezTo>
                <a:cubicBezTo>
                  <a:pt x="45" y="103"/>
                  <a:pt x="45" y="103"/>
                  <a:pt x="45" y="104"/>
                </a:cubicBezTo>
                <a:cubicBezTo>
                  <a:pt x="45" y="104"/>
                  <a:pt x="45" y="104"/>
                  <a:pt x="45" y="104"/>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5" y="103"/>
                  <a:pt x="45" y="103"/>
                </a:cubicBezTo>
                <a:cubicBezTo>
                  <a:pt x="45" y="103"/>
                  <a:pt x="47" y="102"/>
                  <a:pt x="47" y="102"/>
                </a:cubicBezTo>
                <a:cubicBezTo>
                  <a:pt x="47" y="102"/>
                  <a:pt x="47" y="102"/>
                  <a:pt x="47" y="103"/>
                </a:cubicBezTo>
                <a:cubicBezTo>
                  <a:pt x="47" y="103"/>
                  <a:pt x="47" y="103"/>
                  <a:pt x="47" y="103"/>
                </a:cubicBezTo>
                <a:cubicBezTo>
                  <a:pt x="47" y="102"/>
                  <a:pt x="47" y="102"/>
                  <a:pt x="47" y="102"/>
                </a:cubicBezTo>
                <a:cubicBezTo>
                  <a:pt x="47" y="102"/>
                  <a:pt x="48" y="102"/>
                  <a:pt x="48" y="102"/>
                </a:cubicBezTo>
                <a:cubicBezTo>
                  <a:pt x="48" y="102"/>
                  <a:pt x="48" y="102"/>
                  <a:pt x="48" y="102"/>
                </a:cubicBezTo>
                <a:cubicBezTo>
                  <a:pt x="47" y="102"/>
                  <a:pt x="47" y="102"/>
                  <a:pt x="46" y="102"/>
                </a:cubicBezTo>
                <a:cubicBezTo>
                  <a:pt x="46" y="102"/>
                  <a:pt x="46" y="102"/>
                  <a:pt x="46" y="102"/>
                </a:cubicBezTo>
                <a:cubicBezTo>
                  <a:pt x="47" y="102"/>
                  <a:pt x="47" y="102"/>
                  <a:pt x="47" y="101"/>
                </a:cubicBezTo>
                <a:cubicBezTo>
                  <a:pt x="47" y="101"/>
                  <a:pt x="47" y="101"/>
                  <a:pt x="47" y="101"/>
                </a:cubicBezTo>
                <a:cubicBezTo>
                  <a:pt x="47" y="102"/>
                  <a:pt x="47" y="102"/>
                  <a:pt x="47" y="102"/>
                </a:cubicBezTo>
                <a:cubicBezTo>
                  <a:pt x="47" y="101"/>
                  <a:pt x="47" y="101"/>
                  <a:pt x="47" y="101"/>
                </a:cubicBezTo>
                <a:cubicBezTo>
                  <a:pt x="47" y="101"/>
                  <a:pt x="47" y="101"/>
                  <a:pt x="47" y="102"/>
                </a:cubicBezTo>
                <a:cubicBezTo>
                  <a:pt x="47" y="102"/>
                  <a:pt x="46" y="102"/>
                  <a:pt x="46" y="102"/>
                </a:cubicBezTo>
                <a:cubicBezTo>
                  <a:pt x="46" y="102"/>
                  <a:pt x="46" y="102"/>
                  <a:pt x="45" y="102"/>
                </a:cubicBezTo>
                <a:cubicBezTo>
                  <a:pt x="45" y="102"/>
                  <a:pt x="45" y="102"/>
                  <a:pt x="45" y="102"/>
                </a:cubicBezTo>
                <a:cubicBezTo>
                  <a:pt x="45" y="102"/>
                  <a:pt x="45" y="102"/>
                  <a:pt x="45" y="102"/>
                </a:cubicBezTo>
                <a:cubicBezTo>
                  <a:pt x="45" y="102"/>
                  <a:pt x="45" y="103"/>
                  <a:pt x="44" y="103"/>
                </a:cubicBezTo>
                <a:cubicBezTo>
                  <a:pt x="44" y="102"/>
                  <a:pt x="44" y="102"/>
                  <a:pt x="44" y="103"/>
                </a:cubicBezTo>
                <a:cubicBezTo>
                  <a:pt x="44" y="103"/>
                  <a:pt x="44" y="102"/>
                  <a:pt x="44" y="102"/>
                </a:cubicBezTo>
                <a:cubicBezTo>
                  <a:pt x="44" y="103"/>
                  <a:pt x="44" y="103"/>
                  <a:pt x="44" y="103"/>
                </a:cubicBezTo>
                <a:cubicBezTo>
                  <a:pt x="44" y="103"/>
                  <a:pt x="44" y="103"/>
                  <a:pt x="44" y="103"/>
                </a:cubicBezTo>
                <a:cubicBezTo>
                  <a:pt x="44" y="103"/>
                  <a:pt x="44" y="103"/>
                  <a:pt x="44" y="103"/>
                </a:cubicBezTo>
                <a:cubicBezTo>
                  <a:pt x="44" y="103"/>
                  <a:pt x="44" y="103"/>
                  <a:pt x="44" y="103"/>
                </a:cubicBezTo>
                <a:cubicBezTo>
                  <a:pt x="44" y="103"/>
                  <a:pt x="43" y="103"/>
                  <a:pt x="43" y="103"/>
                </a:cubicBezTo>
                <a:cubicBezTo>
                  <a:pt x="43" y="103"/>
                  <a:pt x="43" y="103"/>
                  <a:pt x="43" y="103"/>
                </a:cubicBezTo>
                <a:cubicBezTo>
                  <a:pt x="43" y="103"/>
                  <a:pt x="43" y="103"/>
                  <a:pt x="43" y="103"/>
                </a:cubicBezTo>
                <a:cubicBezTo>
                  <a:pt x="43" y="103"/>
                  <a:pt x="43" y="104"/>
                  <a:pt x="43" y="104"/>
                </a:cubicBezTo>
                <a:cubicBezTo>
                  <a:pt x="43" y="104"/>
                  <a:pt x="42" y="103"/>
                  <a:pt x="42" y="103"/>
                </a:cubicBezTo>
                <a:cubicBezTo>
                  <a:pt x="42" y="103"/>
                  <a:pt x="42" y="104"/>
                  <a:pt x="42" y="104"/>
                </a:cubicBezTo>
                <a:cubicBezTo>
                  <a:pt x="42" y="104"/>
                  <a:pt x="42" y="104"/>
                  <a:pt x="42" y="104"/>
                </a:cubicBezTo>
                <a:cubicBezTo>
                  <a:pt x="42" y="104"/>
                  <a:pt x="42" y="104"/>
                  <a:pt x="42" y="104"/>
                </a:cubicBezTo>
                <a:cubicBezTo>
                  <a:pt x="42" y="104"/>
                  <a:pt x="42" y="104"/>
                  <a:pt x="42" y="104"/>
                </a:cubicBezTo>
                <a:cubicBezTo>
                  <a:pt x="42" y="104"/>
                  <a:pt x="42" y="103"/>
                  <a:pt x="42" y="103"/>
                </a:cubicBezTo>
                <a:cubicBezTo>
                  <a:pt x="42" y="103"/>
                  <a:pt x="42" y="103"/>
                  <a:pt x="42" y="103"/>
                </a:cubicBezTo>
                <a:cubicBezTo>
                  <a:pt x="42" y="103"/>
                  <a:pt x="42" y="103"/>
                  <a:pt x="42" y="103"/>
                </a:cubicBezTo>
                <a:cubicBezTo>
                  <a:pt x="42"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1" y="104"/>
                </a:cubicBezTo>
                <a:cubicBezTo>
                  <a:pt x="41" y="104"/>
                  <a:pt x="41" y="104"/>
                  <a:pt x="40" y="105"/>
                </a:cubicBezTo>
                <a:cubicBezTo>
                  <a:pt x="40" y="105"/>
                  <a:pt x="40" y="105"/>
                  <a:pt x="40" y="105"/>
                </a:cubicBezTo>
                <a:cubicBezTo>
                  <a:pt x="40" y="105"/>
                  <a:pt x="40" y="104"/>
                  <a:pt x="40" y="104"/>
                </a:cubicBezTo>
                <a:cubicBezTo>
                  <a:pt x="40" y="104"/>
                  <a:pt x="40" y="104"/>
                  <a:pt x="40" y="104"/>
                </a:cubicBezTo>
                <a:cubicBezTo>
                  <a:pt x="40" y="104"/>
                  <a:pt x="40" y="104"/>
                  <a:pt x="40" y="104"/>
                </a:cubicBezTo>
                <a:cubicBezTo>
                  <a:pt x="40" y="105"/>
                  <a:pt x="40" y="105"/>
                  <a:pt x="40" y="105"/>
                </a:cubicBezTo>
                <a:cubicBezTo>
                  <a:pt x="40" y="105"/>
                  <a:pt x="39" y="106"/>
                  <a:pt x="39" y="106"/>
                </a:cubicBezTo>
                <a:cubicBezTo>
                  <a:pt x="39" y="106"/>
                  <a:pt x="39" y="106"/>
                  <a:pt x="40" y="106"/>
                </a:cubicBezTo>
                <a:cubicBezTo>
                  <a:pt x="40" y="106"/>
                  <a:pt x="40" y="106"/>
                  <a:pt x="40" y="106"/>
                </a:cubicBezTo>
                <a:cubicBezTo>
                  <a:pt x="39" y="106"/>
                  <a:pt x="39" y="106"/>
                  <a:pt x="39" y="107"/>
                </a:cubicBezTo>
                <a:cubicBezTo>
                  <a:pt x="39"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8"/>
                  <a:pt x="40" y="108"/>
                </a:cubicBezTo>
                <a:cubicBezTo>
                  <a:pt x="40" y="107"/>
                  <a:pt x="40" y="107"/>
                  <a:pt x="39" y="107"/>
                </a:cubicBezTo>
                <a:cubicBezTo>
                  <a:pt x="39" y="107"/>
                  <a:pt x="39" y="107"/>
                  <a:pt x="39" y="107"/>
                </a:cubicBezTo>
                <a:cubicBezTo>
                  <a:pt x="39" y="108"/>
                  <a:pt x="39" y="108"/>
                  <a:pt x="39" y="108"/>
                </a:cubicBezTo>
                <a:cubicBezTo>
                  <a:pt x="39" y="108"/>
                  <a:pt x="39" y="108"/>
                  <a:pt x="39" y="108"/>
                </a:cubicBezTo>
                <a:cubicBezTo>
                  <a:pt x="39" y="108"/>
                  <a:pt x="39" y="107"/>
                  <a:pt x="39" y="107"/>
                </a:cubicBezTo>
                <a:cubicBezTo>
                  <a:pt x="39" y="107"/>
                  <a:pt x="39" y="107"/>
                  <a:pt x="39" y="107"/>
                </a:cubicBezTo>
                <a:cubicBezTo>
                  <a:pt x="39" y="108"/>
                  <a:pt x="39" y="108"/>
                  <a:pt x="39" y="108"/>
                </a:cubicBezTo>
                <a:cubicBezTo>
                  <a:pt x="37" y="108"/>
                  <a:pt x="36" y="108"/>
                  <a:pt x="36" y="109"/>
                </a:cubicBezTo>
                <a:cubicBezTo>
                  <a:pt x="36" y="109"/>
                  <a:pt x="36" y="108"/>
                  <a:pt x="36" y="108"/>
                </a:cubicBezTo>
                <a:cubicBezTo>
                  <a:pt x="36" y="108"/>
                  <a:pt x="36" y="109"/>
                  <a:pt x="36" y="109"/>
                </a:cubicBezTo>
                <a:cubicBezTo>
                  <a:pt x="35" y="109"/>
                  <a:pt x="35" y="109"/>
                  <a:pt x="35" y="109"/>
                </a:cubicBezTo>
                <a:cubicBezTo>
                  <a:pt x="35" y="109"/>
                  <a:pt x="35" y="109"/>
                  <a:pt x="35" y="109"/>
                </a:cubicBezTo>
                <a:cubicBezTo>
                  <a:pt x="35" y="109"/>
                  <a:pt x="35" y="109"/>
                  <a:pt x="36" y="109"/>
                </a:cubicBezTo>
                <a:cubicBezTo>
                  <a:pt x="36" y="110"/>
                  <a:pt x="35" y="110"/>
                  <a:pt x="35" y="110"/>
                </a:cubicBezTo>
                <a:cubicBezTo>
                  <a:pt x="35" y="110"/>
                  <a:pt x="35" y="110"/>
                  <a:pt x="35" y="110"/>
                </a:cubicBezTo>
                <a:cubicBezTo>
                  <a:pt x="35" y="111"/>
                  <a:pt x="35" y="111"/>
                  <a:pt x="35" y="111"/>
                </a:cubicBezTo>
                <a:cubicBezTo>
                  <a:pt x="35" y="111"/>
                  <a:pt x="34" y="111"/>
                  <a:pt x="34" y="111"/>
                </a:cubicBezTo>
                <a:cubicBezTo>
                  <a:pt x="34" y="111"/>
                  <a:pt x="34" y="111"/>
                  <a:pt x="34" y="111"/>
                </a:cubicBezTo>
                <a:cubicBezTo>
                  <a:pt x="35" y="111"/>
                  <a:pt x="35" y="111"/>
                  <a:pt x="35" y="111"/>
                </a:cubicBezTo>
                <a:cubicBezTo>
                  <a:pt x="34" y="111"/>
                  <a:pt x="34" y="111"/>
                  <a:pt x="34" y="110"/>
                </a:cubicBezTo>
                <a:cubicBezTo>
                  <a:pt x="34" y="110"/>
                  <a:pt x="34" y="110"/>
                  <a:pt x="34" y="110"/>
                </a:cubicBezTo>
                <a:cubicBezTo>
                  <a:pt x="34" y="110"/>
                  <a:pt x="34" y="110"/>
                  <a:pt x="34" y="110"/>
                </a:cubicBezTo>
                <a:cubicBezTo>
                  <a:pt x="34" y="110"/>
                  <a:pt x="34" y="110"/>
                  <a:pt x="34" y="110"/>
                </a:cubicBezTo>
                <a:cubicBezTo>
                  <a:pt x="34" y="111"/>
                  <a:pt x="34" y="111"/>
                  <a:pt x="34" y="111"/>
                </a:cubicBezTo>
                <a:cubicBezTo>
                  <a:pt x="34" y="112"/>
                  <a:pt x="34" y="112"/>
                  <a:pt x="34" y="112"/>
                </a:cubicBezTo>
                <a:cubicBezTo>
                  <a:pt x="34" y="112"/>
                  <a:pt x="34" y="112"/>
                  <a:pt x="34" y="112"/>
                </a:cubicBezTo>
                <a:cubicBezTo>
                  <a:pt x="34" y="113"/>
                  <a:pt x="34" y="113"/>
                  <a:pt x="34" y="113"/>
                </a:cubicBezTo>
                <a:cubicBezTo>
                  <a:pt x="34" y="113"/>
                  <a:pt x="34" y="113"/>
                  <a:pt x="34" y="113"/>
                </a:cubicBezTo>
                <a:cubicBezTo>
                  <a:pt x="34" y="113"/>
                  <a:pt x="33" y="113"/>
                  <a:pt x="33" y="114"/>
                </a:cubicBezTo>
                <a:cubicBezTo>
                  <a:pt x="33" y="114"/>
                  <a:pt x="33" y="114"/>
                  <a:pt x="33" y="114"/>
                </a:cubicBezTo>
                <a:cubicBezTo>
                  <a:pt x="33" y="114"/>
                  <a:pt x="33" y="114"/>
                  <a:pt x="33" y="113"/>
                </a:cubicBezTo>
                <a:cubicBezTo>
                  <a:pt x="33" y="113"/>
                  <a:pt x="34" y="113"/>
                  <a:pt x="34" y="113"/>
                </a:cubicBezTo>
                <a:cubicBezTo>
                  <a:pt x="34" y="112"/>
                  <a:pt x="34" y="113"/>
                  <a:pt x="33" y="113"/>
                </a:cubicBezTo>
                <a:cubicBezTo>
                  <a:pt x="33" y="113"/>
                  <a:pt x="33" y="113"/>
                  <a:pt x="33" y="113"/>
                </a:cubicBezTo>
                <a:cubicBezTo>
                  <a:pt x="33" y="113"/>
                  <a:pt x="33" y="113"/>
                  <a:pt x="33" y="113"/>
                </a:cubicBezTo>
                <a:cubicBezTo>
                  <a:pt x="33" y="112"/>
                  <a:pt x="34" y="112"/>
                  <a:pt x="34"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3" y="111"/>
                  <a:pt x="33" y="111"/>
                  <a:pt x="33" y="112"/>
                </a:cubicBezTo>
                <a:cubicBezTo>
                  <a:pt x="33" y="112"/>
                  <a:pt x="33" y="112"/>
                  <a:pt x="33" y="112"/>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0"/>
                  <a:pt x="33" y="110"/>
                  <a:pt x="33" y="110"/>
                </a:cubicBezTo>
                <a:cubicBezTo>
                  <a:pt x="33" y="110"/>
                  <a:pt x="33" y="110"/>
                  <a:pt x="33" y="110"/>
                </a:cubicBezTo>
                <a:cubicBezTo>
                  <a:pt x="33" y="111"/>
                  <a:pt x="33" y="111"/>
                  <a:pt x="33" y="111"/>
                </a:cubicBezTo>
                <a:cubicBezTo>
                  <a:pt x="33" y="111"/>
                  <a:pt x="33" y="111"/>
                  <a:pt x="33" y="110"/>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1"/>
                </a:cubicBezTo>
                <a:cubicBezTo>
                  <a:pt x="33" y="111"/>
                  <a:pt x="33" y="111"/>
                  <a:pt x="33" y="112"/>
                </a:cubicBezTo>
                <a:cubicBezTo>
                  <a:pt x="33" y="112"/>
                  <a:pt x="33" y="112"/>
                  <a:pt x="33" y="112"/>
                </a:cubicBezTo>
                <a:cubicBezTo>
                  <a:pt x="33" y="112"/>
                  <a:pt x="33" y="112"/>
                  <a:pt x="33" y="112"/>
                </a:cubicBezTo>
                <a:cubicBezTo>
                  <a:pt x="33" y="112"/>
                  <a:pt x="33" y="112"/>
                  <a:pt x="33" y="112"/>
                </a:cubicBezTo>
                <a:cubicBezTo>
                  <a:pt x="33" y="112"/>
                  <a:pt x="33" y="112"/>
                  <a:pt x="33" y="112"/>
                </a:cubicBezTo>
                <a:cubicBezTo>
                  <a:pt x="32" y="112"/>
                  <a:pt x="32" y="112"/>
                  <a:pt x="32" y="112"/>
                </a:cubicBezTo>
                <a:cubicBezTo>
                  <a:pt x="33" y="112"/>
                  <a:pt x="33" y="112"/>
                  <a:pt x="33" y="112"/>
                </a:cubicBezTo>
                <a:cubicBezTo>
                  <a:pt x="33" y="112"/>
                  <a:pt x="32" y="112"/>
                  <a:pt x="32" y="112"/>
                </a:cubicBezTo>
                <a:cubicBezTo>
                  <a:pt x="32" y="112"/>
                  <a:pt x="32" y="112"/>
                  <a:pt x="32" y="112"/>
                </a:cubicBezTo>
                <a:cubicBezTo>
                  <a:pt x="32" y="112"/>
                  <a:pt x="32" y="112"/>
                  <a:pt x="32" y="112"/>
                </a:cubicBezTo>
                <a:cubicBezTo>
                  <a:pt x="32" y="112"/>
                  <a:pt x="32" y="112"/>
                  <a:pt x="32" y="112"/>
                </a:cubicBezTo>
                <a:cubicBezTo>
                  <a:pt x="32" y="112"/>
                  <a:pt x="33" y="112"/>
                  <a:pt x="33" y="113"/>
                </a:cubicBezTo>
                <a:cubicBezTo>
                  <a:pt x="33" y="113"/>
                  <a:pt x="33" y="113"/>
                  <a:pt x="33" y="113"/>
                </a:cubicBezTo>
                <a:cubicBezTo>
                  <a:pt x="33" y="113"/>
                  <a:pt x="33" y="113"/>
                  <a:pt x="33" y="113"/>
                </a:cubicBezTo>
                <a:cubicBezTo>
                  <a:pt x="33" y="113"/>
                  <a:pt x="32" y="113"/>
                  <a:pt x="32" y="113"/>
                </a:cubicBezTo>
                <a:cubicBezTo>
                  <a:pt x="32"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3" y="113"/>
                </a:cubicBezTo>
                <a:cubicBezTo>
                  <a:pt x="33" y="113"/>
                  <a:pt x="33" y="113"/>
                  <a:pt x="32" y="113"/>
                </a:cubicBezTo>
                <a:cubicBezTo>
                  <a:pt x="33" y="113"/>
                  <a:pt x="33" y="113"/>
                  <a:pt x="33" y="113"/>
                </a:cubicBezTo>
                <a:cubicBezTo>
                  <a:pt x="33" y="113"/>
                  <a:pt x="33" y="113"/>
                  <a:pt x="33" y="113"/>
                </a:cubicBezTo>
                <a:cubicBezTo>
                  <a:pt x="33" y="113"/>
                  <a:pt x="33" y="114"/>
                  <a:pt x="33" y="114"/>
                </a:cubicBezTo>
                <a:cubicBezTo>
                  <a:pt x="33" y="114"/>
                  <a:pt x="33" y="114"/>
                  <a:pt x="33" y="114"/>
                </a:cubicBezTo>
                <a:cubicBezTo>
                  <a:pt x="33" y="114"/>
                  <a:pt x="33" y="114"/>
                  <a:pt x="33" y="114"/>
                </a:cubicBezTo>
                <a:cubicBezTo>
                  <a:pt x="33" y="114"/>
                  <a:pt x="32" y="114"/>
                  <a:pt x="32" y="113"/>
                </a:cubicBezTo>
                <a:cubicBezTo>
                  <a:pt x="32" y="113"/>
                  <a:pt x="32" y="113"/>
                  <a:pt x="32" y="113"/>
                </a:cubicBezTo>
                <a:cubicBezTo>
                  <a:pt x="32" y="114"/>
                  <a:pt x="32" y="114"/>
                  <a:pt x="32" y="114"/>
                </a:cubicBezTo>
                <a:cubicBezTo>
                  <a:pt x="32" y="114"/>
                  <a:pt x="33" y="114"/>
                  <a:pt x="33" y="114"/>
                </a:cubicBezTo>
                <a:cubicBezTo>
                  <a:pt x="33" y="114"/>
                  <a:pt x="33" y="114"/>
                  <a:pt x="33" y="114"/>
                </a:cubicBezTo>
                <a:cubicBezTo>
                  <a:pt x="33" y="114"/>
                  <a:pt x="33" y="114"/>
                  <a:pt x="33" y="114"/>
                </a:cubicBezTo>
                <a:cubicBezTo>
                  <a:pt x="33" y="114"/>
                  <a:pt x="33" y="114"/>
                  <a:pt x="33" y="115"/>
                </a:cubicBezTo>
                <a:cubicBezTo>
                  <a:pt x="33" y="115"/>
                  <a:pt x="33" y="115"/>
                  <a:pt x="33" y="115"/>
                </a:cubicBezTo>
                <a:cubicBezTo>
                  <a:pt x="33" y="115"/>
                  <a:pt x="33" y="115"/>
                  <a:pt x="34"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3" y="115"/>
                  <a:pt x="33" y="115"/>
                </a:cubicBezTo>
                <a:cubicBezTo>
                  <a:pt x="33" y="115"/>
                  <a:pt x="32" y="115"/>
                  <a:pt x="32" y="115"/>
                </a:cubicBezTo>
                <a:cubicBezTo>
                  <a:pt x="32" y="115"/>
                  <a:pt x="32" y="115"/>
                  <a:pt x="32" y="115"/>
                </a:cubicBezTo>
                <a:cubicBezTo>
                  <a:pt x="32" y="115"/>
                  <a:pt x="32" y="115"/>
                  <a:pt x="32" y="115"/>
                </a:cubicBezTo>
                <a:cubicBezTo>
                  <a:pt x="32" y="115"/>
                  <a:pt x="32" y="115"/>
                  <a:pt x="32" y="115"/>
                </a:cubicBezTo>
                <a:cubicBezTo>
                  <a:pt x="33" y="115"/>
                  <a:pt x="33" y="115"/>
                  <a:pt x="33" y="115"/>
                </a:cubicBezTo>
                <a:cubicBezTo>
                  <a:pt x="33" y="115"/>
                  <a:pt x="33" y="115"/>
                  <a:pt x="33" y="115"/>
                </a:cubicBezTo>
                <a:cubicBezTo>
                  <a:pt x="33" y="115"/>
                  <a:pt x="33" y="115"/>
                  <a:pt x="33" y="116"/>
                </a:cubicBezTo>
                <a:cubicBezTo>
                  <a:pt x="33" y="116"/>
                  <a:pt x="33" y="116"/>
                  <a:pt x="33" y="116"/>
                </a:cubicBezTo>
                <a:cubicBezTo>
                  <a:pt x="33" y="116"/>
                  <a:pt x="33" y="116"/>
                  <a:pt x="33" y="116"/>
                </a:cubicBezTo>
                <a:cubicBezTo>
                  <a:pt x="33" y="116"/>
                  <a:pt x="33" y="116"/>
                  <a:pt x="33" y="116"/>
                </a:cubicBezTo>
                <a:cubicBezTo>
                  <a:pt x="33" y="115"/>
                  <a:pt x="33" y="115"/>
                  <a:pt x="33" y="115"/>
                </a:cubicBezTo>
                <a:cubicBezTo>
                  <a:pt x="33" y="115"/>
                  <a:pt x="33" y="115"/>
                  <a:pt x="33" y="115"/>
                </a:cubicBezTo>
                <a:cubicBezTo>
                  <a:pt x="34" y="115"/>
                  <a:pt x="34" y="115"/>
                  <a:pt x="34" y="116"/>
                </a:cubicBezTo>
                <a:cubicBezTo>
                  <a:pt x="34" y="116"/>
                  <a:pt x="34" y="116"/>
                  <a:pt x="34"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3" y="116"/>
                  <a:pt x="33" y="116"/>
                  <a:pt x="33" y="116"/>
                </a:cubicBezTo>
                <a:cubicBezTo>
                  <a:pt x="32" y="116"/>
                  <a:pt x="32" y="116"/>
                  <a:pt x="32" y="116"/>
                </a:cubicBezTo>
                <a:cubicBezTo>
                  <a:pt x="32" y="116"/>
                  <a:pt x="32" y="116"/>
                  <a:pt x="32" y="116"/>
                </a:cubicBezTo>
                <a:cubicBezTo>
                  <a:pt x="32" y="116"/>
                  <a:pt x="33" y="116"/>
                  <a:pt x="33" y="116"/>
                </a:cubicBezTo>
                <a:cubicBezTo>
                  <a:pt x="33" y="116"/>
                  <a:pt x="33" y="116"/>
                  <a:pt x="33" y="116"/>
                </a:cubicBezTo>
                <a:cubicBezTo>
                  <a:pt x="33" y="116"/>
                  <a:pt x="33" y="116"/>
                  <a:pt x="32" y="117"/>
                </a:cubicBezTo>
                <a:cubicBezTo>
                  <a:pt x="32" y="116"/>
                  <a:pt x="32" y="116"/>
                  <a:pt x="32" y="116"/>
                </a:cubicBezTo>
                <a:cubicBezTo>
                  <a:pt x="32" y="116"/>
                  <a:pt x="32" y="116"/>
                  <a:pt x="32" y="117"/>
                </a:cubicBezTo>
                <a:cubicBezTo>
                  <a:pt x="32" y="117"/>
                  <a:pt x="32" y="117"/>
                  <a:pt x="32" y="117"/>
                </a:cubicBezTo>
                <a:cubicBezTo>
                  <a:pt x="32" y="117"/>
                  <a:pt x="33" y="116"/>
                  <a:pt x="33" y="116"/>
                </a:cubicBezTo>
                <a:cubicBezTo>
                  <a:pt x="33" y="117"/>
                  <a:pt x="33" y="117"/>
                  <a:pt x="33" y="117"/>
                </a:cubicBezTo>
                <a:cubicBezTo>
                  <a:pt x="33" y="117"/>
                  <a:pt x="33" y="117"/>
                  <a:pt x="33" y="117"/>
                </a:cubicBezTo>
                <a:cubicBezTo>
                  <a:pt x="33" y="117"/>
                  <a:pt x="33" y="117"/>
                  <a:pt x="33" y="117"/>
                </a:cubicBezTo>
                <a:cubicBezTo>
                  <a:pt x="32" y="117"/>
                  <a:pt x="32" y="117"/>
                  <a:pt x="32" y="117"/>
                </a:cubicBezTo>
                <a:cubicBezTo>
                  <a:pt x="31" y="117"/>
                  <a:pt x="31" y="118"/>
                  <a:pt x="31" y="118"/>
                </a:cubicBezTo>
                <a:cubicBezTo>
                  <a:pt x="31" y="118"/>
                  <a:pt x="30" y="118"/>
                  <a:pt x="30" y="118"/>
                </a:cubicBezTo>
                <a:cubicBezTo>
                  <a:pt x="30" y="118"/>
                  <a:pt x="30" y="119"/>
                  <a:pt x="29" y="119"/>
                </a:cubicBezTo>
                <a:cubicBezTo>
                  <a:pt x="29" y="120"/>
                  <a:pt x="28" y="120"/>
                  <a:pt x="28" y="120"/>
                </a:cubicBezTo>
                <a:cubicBezTo>
                  <a:pt x="28" y="120"/>
                  <a:pt x="27" y="121"/>
                  <a:pt x="27" y="121"/>
                </a:cubicBezTo>
                <a:cubicBezTo>
                  <a:pt x="27" y="121"/>
                  <a:pt x="27" y="122"/>
                  <a:pt x="27" y="122"/>
                </a:cubicBezTo>
                <a:cubicBezTo>
                  <a:pt x="27" y="123"/>
                  <a:pt x="28" y="124"/>
                  <a:pt x="28" y="125"/>
                </a:cubicBezTo>
                <a:cubicBezTo>
                  <a:pt x="28" y="125"/>
                  <a:pt x="28" y="126"/>
                  <a:pt x="28" y="126"/>
                </a:cubicBezTo>
                <a:cubicBezTo>
                  <a:pt x="28" y="126"/>
                  <a:pt x="28" y="127"/>
                  <a:pt x="28" y="127"/>
                </a:cubicBezTo>
                <a:cubicBezTo>
                  <a:pt x="29" y="128"/>
                  <a:pt x="28" y="129"/>
                  <a:pt x="28" y="129"/>
                </a:cubicBezTo>
                <a:cubicBezTo>
                  <a:pt x="28" y="129"/>
                  <a:pt x="28" y="129"/>
                  <a:pt x="28" y="129"/>
                </a:cubicBezTo>
                <a:cubicBezTo>
                  <a:pt x="28" y="129"/>
                  <a:pt x="28" y="129"/>
                  <a:pt x="28" y="129"/>
                </a:cubicBezTo>
                <a:cubicBezTo>
                  <a:pt x="28" y="129"/>
                  <a:pt x="28" y="129"/>
                  <a:pt x="27" y="129"/>
                </a:cubicBezTo>
                <a:cubicBezTo>
                  <a:pt x="27" y="129"/>
                  <a:pt x="27" y="128"/>
                  <a:pt x="27" y="128"/>
                </a:cubicBezTo>
                <a:cubicBezTo>
                  <a:pt x="26" y="128"/>
                  <a:pt x="27" y="128"/>
                  <a:pt x="26" y="128"/>
                </a:cubicBezTo>
                <a:cubicBezTo>
                  <a:pt x="26" y="128"/>
                  <a:pt x="26" y="127"/>
                  <a:pt x="26" y="127"/>
                </a:cubicBezTo>
                <a:cubicBezTo>
                  <a:pt x="26" y="127"/>
                  <a:pt x="26" y="127"/>
                  <a:pt x="26" y="127"/>
                </a:cubicBezTo>
                <a:cubicBezTo>
                  <a:pt x="26" y="127"/>
                  <a:pt x="26" y="127"/>
                  <a:pt x="26" y="127"/>
                </a:cubicBezTo>
                <a:cubicBezTo>
                  <a:pt x="26" y="127"/>
                  <a:pt x="26" y="126"/>
                  <a:pt x="25" y="126"/>
                </a:cubicBezTo>
                <a:cubicBezTo>
                  <a:pt x="26" y="126"/>
                  <a:pt x="26" y="126"/>
                  <a:pt x="26" y="126"/>
                </a:cubicBezTo>
                <a:cubicBezTo>
                  <a:pt x="26" y="126"/>
                  <a:pt x="26" y="126"/>
                  <a:pt x="26" y="126"/>
                </a:cubicBezTo>
                <a:cubicBezTo>
                  <a:pt x="26" y="126"/>
                  <a:pt x="25" y="126"/>
                  <a:pt x="25" y="126"/>
                </a:cubicBezTo>
                <a:cubicBezTo>
                  <a:pt x="25" y="126"/>
                  <a:pt x="25" y="126"/>
                  <a:pt x="25" y="126"/>
                </a:cubicBezTo>
                <a:cubicBezTo>
                  <a:pt x="25" y="125"/>
                  <a:pt x="25" y="125"/>
                  <a:pt x="25" y="124"/>
                </a:cubicBezTo>
                <a:cubicBezTo>
                  <a:pt x="25" y="124"/>
                  <a:pt x="25" y="124"/>
                  <a:pt x="25" y="124"/>
                </a:cubicBezTo>
                <a:cubicBezTo>
                  <a:pt x="25" y="124"/>
                  <a:pt x="25" y="123"/>
                  <a:pt x="24" y="123"/>
                </a:cubicBezTo>
                <a:cubicBezTo>
                  <a:pt x="24" y="125"/>
                  <a:pt x="24" y="126"/>
                  <a:pt x="24" y="128"/>
                </a:cubicBezTo>
                <a:cubicBezTo>
                  <a:pt x="24" y="129"/>
                  <a:pt x="24" y="131"/>
                  <a:pt x="24" y="132"/>
                </a:cubicBezTo>
                <a:cubicBezTo>
                  <a:pt x="24" y="132"/>
                  <a:pt x="25" y="132"/>
                  <a:pt x="25" y="132"/>
                </a:cubicBezTo>
                <a:cubicBezTo>
                  <a:pt x="25" y="132"/>
                  <a:pt x="26" y="132"/>
                  <a:pt x="26" y="132"/>
                </a:cubicBezTo>
                <a:cubicBezTo>
                  <a:pt x="27" y="132"/>
                  <a:pt x="27" y="132"/>
                  <a:pt x="28" y="132"/>
                </a:cubicBezTo>
                <a:cubicBezTo>
                  <a:pt x="28" y="132"/>
                  <a:pt x="28" y="132"/>
                  <a:pt x="28" y="132"/>
                </a:cubicBezTo>
                <a:cubicBezTo>
                  <a:pt x="29" y="132"/>
                  <a:pt x="29" y="132"/>
                  <a:pt x="29" y="133"/>
                </a:cubicBezTo>
                <a:cubicBezTo>
                  <a:pt x="30" y="133"/>
                  <a:pt x="31" y="133"/>
                  <a:pt x="31" y="133"/>
                </a:cubicBezTo>
                <a:cubicBezTo>
                  <a:pt x="31" y="133"/>
                  <a:pt x="31" y="134"/>
                  <a:pt x="32" y="134"/>
                </a:cubicBezTo>
                <a:cubicBezTo>
                  <a:pt x="32" y="134"/>
                  <a:pt x="33" y="134"/>
                  <a:pt x="34" y="134"/>
                </a:cubicBezTo>
                <a:cubicBezTo>
                  <a:pt x="33" y="134"/>
                  <a:pt x="33" y="135"/>
                  <a:pt x="33" y="135"/>
                </a:cubicBezTo>
                <a:cubicBezTo>
                  <a:pt x="33" y="135"/>
                  <a:pt x="33" y="135"/>
                  <a:pt x="33" y="135"/>
                </a:cubicBezTo>
                <a:cubicBezTo>
                  <a:pt x="34" y="135"/>
                  <a:pt x="35" y="135"/>
                  <a:pt x="35" y="135"/>
                </a:cubicBezTo>
                <a:cubicBezTo>
                  <a:pt x="35" y="135"/>
                  <a:pt x="35" y="135"/>
                  <a:pt x="35" y="135"/>
                </a:cubicBezTo>
                <a:cubicBezTo>
                  <a:pt x="35" y="135"/>
                  <a:pt x="34" y="136"/>
                  <a:pt x="34" y="136"/>
                </a:cubicBezTo>
                <a:cubicBezTo>
                  <a:pt x="33" y="136"/>
                  <a:pt x="33" y="136"/>
                  <a:pt x="33" y="135"/>
                </a:cubicBezTo>
                <a:cubicBezTo>
                  <a:pt x="32" y="135"/>
                  <a:pt x="32" y="136"/>
                  <a:pt x="31" y="136"/>
                </a:cubicBezTo>
                <a:cubicBezTo>
                  <a:pt x="31" y="136"/>
                  <a:pt x="31" y="136"/>
                  <a:pt x="31" y="136"/>
                </a:cubicBezTo>
                <a:cubicBezTo>
                  <a:pt x="31" y="136"/>
                  <a:pt x="31" y="135"/>
                  <a:pt x="31" y="135"/>
                </a:cubicBezTo>
                <a:cubicBezTo>
                  <a:pt x="32" y="135"/>
                  <a:pt x="32" y="135"/>
                  <a:pt x="32" y="135"/>
                </a:cubicBezTo>
                <a:cubicBezTo>
                  <a:pt x="31" y="135"/>
                  <a:pt x="31" y="135"/>
                  <a:pt x="30" y="134"/>
                </a:cubicBezTo>
                <a:cubicBezTo>
                  <a:pt x="30" y="134"/>
                  <a:pt x="30" y="134"/>
                  <a:pt x="30" y="134"/>
                </a:cubicBezTo>
                <a:cubicBezTo>
                  <a:pt x="30" y="133"/>
                  <a:pt x="29" y="134"/>
                  <a:pt x="29" y="134"/>
                </a:cubicBezTo>
                <a:cubicBezTo>
                  <a:pt x="28" y="133"/>
                  <a:pt x="28" y="133"/>
                  <a:pt x="28" y="133"/>
                </a:cubicBezTo>
                <a:cubicBezTo>
                  <a:pt x="27" y="133"/>
                  <a:pt x="26" y="133"/>
                  <a:pt x="26" y="133"/>
                </a:cubicBezTo>
                <a:cubicBezTo>
                  <a:pt x="26" y="133"/>
                  <a:pt x="26" y="133"/>
                  <a:pt x="26" y="132"/>
                </a:cubicBezTo>
                <a:cubicBezTo>
                  <a:pt x="26" y="132"/>
                  <a:pt x="26" y="132"/>
                  <a:pt x="26" y="132"/>
                </a:cubicBezTo>
                <a:cubicBezTo>
                  <a:pt x="26" y="132"/>
                  <a:pt x="26" y="132"/>
                  <a:pt x="26" y="132"/>
                </a:cubicBezTo>
                <a:cubicBezTo>
                  <a:pt x="25" y="132"/>
                  <a:pt x="25" y="132"/>
                  <a:pt x="24" y="133"/>
                </a:cubicBezTo>
                <a:cubicBezTo>
                  <a:pt x="24" y="133"/>
                  <a:pt x="24" y="133"/>
                  <a:pt x="24" y="133"/>
                </a:cubicBezTo>
                <a:cubicBezTo>
                  <a:pt x="24" y="138"/>
                  <a:pt x="25" y="144"/>
                  <a:pt x="26" y="149"/>
                </a:cubicBezTo>
                <a:cubicBezTo>
                  <a:pt x="26" y="149"/>
                  <a:pt x="26" y="149"/>
                  <a:pt x="27" y="149"/>
                </a:cubicBezTo>
                <a:cubicBezTo>
                  <a:pt x="27" y="149"/>
                  <a:pt x="27" y="149"/>
                  <a:pt x="28" y="148"/>
                </a:cubicBezTo>
                <a:cubicBezTo>
                  <a:pt x="28" y="148"/>
                  <a:pt x="28" y="148"/>
                  <a:pt x="28" y="148"/>
                </a:cubicBezTo>
                <a:cubicBezTo>
                  <a:pt x="29" y="148"/>
                  <a:pt x="29" y="148"/>
                  <a:pt x="29" y="148"/>
                </a:cubicBezTo>
                <a:cubicBezTo>
                  <a:pt x="29" y="148"/>
                  <a:pt x="29" y="148"/>
                  <a:pt x="30" y="148"/>
                </a:cubicBezTo>
                <a:cubicBezTo>
                  <a:pt x="30" y="148"/>
                  <a:pt x="30" y="148"/>
                  <a:pt x="30" y="148"/>
                </a:cubicBezTo>
                <a:cubicBezTo>
                  <a:pt x="31" y="148"/>
                  <a:pt x="31" y="149"/>
                  <a:pt x="32" y="150"/>
                </a:cubicBezTo>
                <a:cubicBezTo>
                  <a:pt x="32" y="150"/>
                  <a:pt x="31" y="150"/>
                  <a:pt x="31" y="150"/>
                </a:cubicBezTo>
                <a:cubicBezTo>
                  <a:pt x="31" y="150"/>
                  <a:pt x="31" y="150"/>
                  <a:pt x="31" y="150"/>
                </a:cubicBezTo>
                <a:cubicBezTo>
                  <a:pt x="31" y="150"/>
                  <a:pt x="31" y="150"/>
                  <a:pt x="31" y="150"/>
                </a:cubicBezTo>
                <a:cubicBezTo>
                  <a:pt x="31" y="150"/>
                  <a:pt x="31" y="150"/>
                  <a:pt x="31" y="151"/>
                </a:cubicBezTo>
                <a:cubicBezTo>
                  <a:pt x="31" y="150"/>
                  <a:pt x="31" y="150"/>
                  <a:pt x="31" y="150"/>
                </a:cubicBezTo>
                <a:cubicBezTo>
                  <a:pt x="32" y="150"/>
                  <a:pt x="32" y="149"/>
                  <a:pt x="32" y="150"/>
                </a:cubicBezTo>
                <a:cubicBezTo>
                  <a:pt x="33" y="150"/>
                  <a:pt x="33" y="150"/>
                  <a:pt x="33" y="150"/>
                </a:cubicBezTo>
                <a:cubicBezTo>
                  <a:pt x="33" y="150"/>
                  <a:pt x="33" y="150"/>
                  <a:pt x="33" y="150"/>
                </a:cubicBezTo>
                <a:cubicBezTo>
                  <a:pt x="32" y="150"/>
                  <a:pt x="32" y="150"/>
                  <a:pt x="32" y="151"/>
                </a:cubicBezTo>
                <a:cubicBezTo>
                  <a:pt x="32" y="151"/>
                  <a:pt x="32" y="151"/>
                  <a:pt x="32" y="152"/>
                </a:cubicBezTo>
                <a:cubicBezTo>
                  <a:pt x="32" y="152"/>
                  <a:pt x="32" y="152"/>
                  <a:pt x="32" y="153"/>
                </a:cubicBezTo>
                <a:cubicBezTo>
                  <a:pt x="32" y="153"/>
                  <a:pt x="32" y="153"/>
                  <a:pt x="32" y="154"/>
                </a:cubicBezTo>
                <a:cubicBezTo>
                  <a:pt x="33" y="154"/>
                  <a:pt x="33" y="153"/>
                  <a:pt x="33" y="153"/>
                </a:cubicBezTo>
                <a:cubicBezTo>
                  <a:pt x="33" y="153"/>
                  <a:pt x="33" y="152"/>
                  <a:pt x="32" y="152"/>
                </a:cubicBezTo>
                <a:cubicBezTo>
                  <a:pt x="32" y="152"/>
                  <a:pt x="32" y="152"/>
                  <a:pt x="32" y="151"/>
                </a:cubicBezTo>
                <a:cubicBezTo>
                  <a:pt x="32" y="151"/>
                  <a:pt x="32" y="151"/>
                  <a:pt x="32" y="151"/>
                </a:cubicBezTo>
                <a:cubicBezTo>
                  <a:pt x="33" y="151"/>
                  <a:pt x="34" y="151"/>
                  <a:pt x="34" y="151"/>
                </a:cubicBezTo>
                <a:cubicBezTo>
                  <a:pt x="34" y="151"/>
                  <a:pt x="34" y="150"/>
                  <a:pt x="34" y="150"/>
                </a:cubicBezTo>
                <a:cubicBezTo>
                  <a:pt x="34" y="150"/>
                  <a:pt x="34" y="150"/>
                  <a:pt x="34" y="150"/>
                </a:cubicBezTo>
                <a:cubicBezTo>
                  <a:pt x="34" y="150"/>
                  <a:pt x="34" y="150"/>
                  <a:pt x="34" y="150"/>
                </a:cubicBezTo>
                <a:cubicBezTo>
                  <a:pt x="34" y="150"/>
                  <a:pt x="34" y="150"/>
                  <a:pt x="34" y="150"/>
                </a:cubicBezTo>
                <a:cubicBezTo>
                  <a:pt x="34" y="150"/>
                  <a:pt x="34" y="150"/>
                  <a:pt x="35" y="151"/>
                </a:cubicBezTo>
                <a:cubicBezTo>
                  <a:pt x="35" y="151"/>
                  <a:pt x="36" y="151"/>
                  <a:pt x="36" y="151"/>
                </a:cubicBezTo>
                <a:cubicBezTo>
                  <a:pt x="36" y="152"/>
                  <a:pt x="36" y="152"/>
                  <a:pt x="36" y="152"/>
                </a:cubicBezTo>
                <a:cubicBezTo>
                  <a:pt x="37" y="152"/>
                  <a:pt x="38" y="152"/>
                  <a:pt x="38" y="152"/>
                </a:cubicBezTo>
                <a:cubicBezTo>
                  <a:pt x="39" y="152"/>
                  <a:pt x="39" y="153"/>
                  <a:pt x="40" y="152"/>
                </a:cubicBezTo>
                <a:cubicBezTo>
                  <a:pt x="41" y="152"/>
                  <a:pt x="41" y="152"/>
                  <a:pt x="41" y="152"/>
                </a:cubicBezTo>
                <a:cubicBezTo>
                  <a:pt x="42" y="152"/>
                  <a:pt x="43" y="152"/>
                  <a:pt x="43" y="152"/>
                </a:cubicBezTo>
                <a:cubicBezTo>
                  <a:pt x="43" y="152"/>
                  <a:pt x="43" y="152"/>
                  <a:pt x="43" y="152"/>
                </a:cubicBezTo>
                <a:cubicBezTo>
                  <a:pt x="43" y="152"/>
                  <a:pt x="43" y="152"/>
                  <a:pt x="43" y="152"/>
                </a:cubicBezTo>
                <a:cubicBezTo>
                  <a:pt x="43" y="152"/>
                  <a:pt x="43" y="152"/>
                  <a:pt x="43" y="152"/>
                </a:cubicBezTo>
                <a:cubicBezTo>
                  <a:pt x="43" y="152"/>
                  <a:pt x="43" y="152"/>
                  <a:pt x="42" y="152"/>
                </a:cubicBezTo>
                <a:cubicBezTo>
                  <a:pt x="42" y="152"/>
                  <a:pt x="42" y="152"/>
                  <a:pt x="42" y="152"/>
                </a:cubicBezTo>
                <a:cubicBezTo>
                  <a:pt x="43" y="152"/>
                  <a:pt x="43" y="152"/>
                  <a:pt x="43" y="153"/>
                </a:cubicBezTo>
                <a:cubicBezTo>
                  <a:pt x="43" y="153"/>
                  <a:pt x="43" y="153"/>
                  <a:pt x="43" y="153"/>
                </a:cubicBezTo>
                <a:cubicBezTo>
                  <a:pt x="43" y="153"/>
                  <a:pt x="43" y="153"/>
                  <a:pt x="43" y="152"/>
                </a:cubicBezTo>
                <a:cubicBezTo>
                  <a:pt x="44" y="153"/>
                  <a:pt x="44" y="153"/>
                  <a:pt x="44" y="153"/>
                </a:cubicBezTo>
                <a:cubicBezTo>
                  <a:pt x="44" y="153"/>
                  <a:pt x="44" y="153"/>
                  <a:pt x="44" y="153"/>
                </a:cubicBezTo>
                <a:cubicBezTo>
                  <a:pt x="44" y="153"/>
                  <a:pt x="45" y="153"/>
                  <a:pt x="45" y="153"/>
                </a:cubicBezTo>
                <a:cubicBezTo>
                  <a:pt x="45" y="153"/>
                  <a:pt x="45" y="153"/>
                  <a:pt x="45" y="153"/>
                </a:cubicBezTo>
                <a:cubicBezTo>
                  <a:pt x="44" y="153"/>
                  <a:pt x="45" y="154"/>
                  <a:pt x="44" y="154"/>
                </a:cubicBezTo>
                <a:cubicBezTo>
                  <a:pt x="44" y="154"/>
                  <a:pt x="44" y="154"/>
                  <a:pt x="44" y="154"/>
                </a:cubicBezTo>
                <a:cubicBezTo>
                  <a:pt x="44" y="154"/>
                  <a:pt x="44" y="154"/>
                  <a:pt x="45" y="154"/>
                </a:cubicBezTo>
                <a:cubicBezTo>
                  <a:pt x="45" y="154"/>
                  <a:pt x="45" y="154"/>
                  <a:pt x="46" y="154"/>
                </a:cubicBezTo>
                <a:cubicBezTo>
                  <a:pt x="46" y="154"/>
                  <a:pt x="47" y="155"/>
                  <a:pt x="47" y="155"/>
                </a:cubicBezTo>
                <a:cubicBezTo>
                  <a:pt x="48" y="156"/>
                  <a:pt x="48" y="156"/>
                  <a:pt x="48" y="157"/>
                </a:cubicBezTo>
                <a:cubicBezTo>
                  <a:pt x="48" y="156"/>
                  <a:pt x="48" y="156"/>
                  <a:pt x="48" y="156"/>
                </a:cubicBezTo>
                <a:cubicBezTo>
                  <a:pt x="48" y="156"/>
                  <a:pt x="48" y="156"/>
                  <a:pt x="48" y="156"/>
                </a:cubicBezTo>
                <a:cubicBezTo>
                  <a:pt x="48" y="156"/>
                  <a:pt x="49" y="157"/>
                  <a:pt x="49" y="157"/>
                </a:cubicBezTo>
                <a:cubicBezTo>
                  <a:pt x="49" y="157"/>
                  <a:pt x="49" y="157"/>
                  <a:pt x="49" y="157"/>
                </a:cubicBezTo>
                <a:cubicBezTo>
                  <a:pt x="49" y="157"/>
                  <a:pt x="49" y="157"/>
                  <a:pt x="49" y="157"/>
                </a:cubicBezTo>
                <a:cubicBezTo>
                  <a:pt x="50" y="157"/>
                  <a:pt x="50" y="157"/>
                  <a:pt x="51" y="157"/>
                </a:cubicBezTo>
                <a:cubicBezTo>
                  <a:pt x="51" y="157"/>
                  <a:pt x="51" y="157"/>
                  <a:pt x="51" y="157"/>
                </a:cubicBezTo>
                <a:cubicBezTo>
                  <a:pt x="51" y="157"/>
                  <a:pt x="52" y="157"/>
                  <a:pt x="53" y="157"/>
                </a:cubicBezTo>
                <a:cubicBezTo>
                  <a:pt x="53" y="158"/>
                  <a:pt x="54" y="158"/>
                  <a:pt x="54" y="158"/>
                </a:cubicBezTo>
                <a:cubicBezTo>
                  <a:pt x="54" y="158"/>
                  <a:pt x="56" y="159"/>
                  <a:pt x="56" y="159"/>
                </a:cubicBezTo>
                <a:cubicBezTo>
                  <a:pt x="56" y="159"/>
                  <a:pt x="56" y="159"/>
                  <a:pt x="56" y="159"/>
                </a:cubicBezTo>
                <a:cubicBezTo>
                  <a:pt x="56" y="159"/>
                  <a:pt x="56" y="160"/>
                  <a:pt x="56" y="160"/>
                </a:cubicBezTo>
                <a:cubicBezTo>
                  <a:pt x="56" y="161"/>
                  <a:pt x="57" y="162"/>
                  <a:pt x="58" y="162"/>
                </a:cubicBezTo>
                <a:cubicBezTo>
                  <a:pt x="58" y="162"/>
                  <a:pt x="58" y="163"/>
                  <a:pt x="58" y="163"/>
                </a:cubicBezTo>
                <a:cubicBezTo>
                  <a:pt x="57" y="163"/>
                  <a:pt x="57" y="164"/>
                  <a:pt x="57" y="164"/>
                </a:cubicBezTo>
                <a:cubicBezTo>
                  <a:pt x="57" y="164"/>
                  <a:pt x="56" y="164"/>
                  <a:pt x="56" y="165"/>
                </a:cubicBezTo>
                <a:cubicBezTo>
                  <a:pt x="55" y="165"/>
                  <a:pt x="55" y="166"/>
                  <a:pt x="55" y="166"/>
                </a:cubicBezTo>
                <a:cubicBezTo>
                  <a:pt x="55" y="166"/>
                  <a:pt x="55" y="166"/>
                  <a:pt x="55" y="166"/>
                </a:cubicBezTo>
                <a:cubicBezTo>
                  <a:pt x="56" y="166"/>
                  <a:pt x="56" y="166"/>
                  <a:pt x="56" y="166"/>
                </a:cubicBezTo>
                <a:cubicBezTo>
                  <a:pt x="57" y="166"/>
                  <a:pt x="57" y="166"/>
                  <a:pt x="57" y="166"/>
                </a:cubicBezTo>
                <a:cubicBezTo>
                  <a:pt x="57" y="167"/>
                  <a:pt x="58" y="166"/>
                  <a:pt x="58" y="166"/>
                </a:cubicBezTo>
                <a:cubicBezTo>
                  <a:pt x="58" y="167"/>
                  <a:pt x="58" y="167"/>
                  <a:pt x="58" y="167"/>
                </a:cubicBezTo>
                <a:cubicBezTo>
                  <a:pt x="58" y="167"/>
                  <a:pt x="58" y="167"/>
                  <a:pt x="58" y="167"/>
                </a:cubicBezTo>
                <a:cubicBezTo>
                  <a:pt x="59" y="166"/>
                  <a:pt x="59" y="166"/>
                  <a:pt x="59" y="166"/>
                </a:cubicBezTo>
                <a:cubicBezTo>
                  <a:pt x="60" y="166"/>
                  <a:pt x="60" y="165"/>
                  <a:pt x="60" y="165"/>
                </a:cubicBezTo>
                <a:cubicBezTo>
                  <a:pt x="60" y="165"/>
                  <a:pt x="61" y="165"/>
                  <a:pt x="61" y="165"/>
                </a:cubicBezTo>
                <a:cubicBezTo>
                  <a:pt x="61" y="165"/>
                  <a:pt x="61" y="165"/>
                  <a:pt x="61" y="165"/>
                </a:cubicBezTo>
                <a:cubicBezTo>
                  <a:pt x="62" y="166"/>
                  <a:pt x="63" y="166"/>
                  <a:pt x="63" y="166"/>
                </a:cubicBezTo>
                <a:cubicBezTo>
                  <a:pt x="63" y="166"/>
                  <a:pt x="63" y="166"/>
                  <a:pt x="63" y="166"/>
                </a:cubicBezTo>
                <a:cubicBezTo>
                  <a:pt x="63" y="166"/>
                  <a:pt x="63" y="166"/>
                  <a:pt x="63" y="166"/>
                </a:cubicBezTo>
                <a:cubicBezTo>
                  <a:pt x="64" y="166"/>
                  <a:pt x="64" y="167"/>
                  <a:pt x="64" y="167"/>
                </a:cubicBezTo>
                <a:cubicBezTo>
                  <a:pt x="64" y="167"/>
                  <a:pt x="64" y="167"/>
                  <a:pt x="64" y="168"/>
                </a:cubicBezTo>
                <a:cubicBezTo>
                  <a:pt x="64" y="168"/>
                  <a:pt x="65" y="167"/>
                  <a:pt x="65" y="167"/>
                </a:cubicBezTo>
                <a:cubicBezTo>
                  <a:pt x="66" y="167"/>
                  <a:pt x="66" y="167"/>
                  <a:pt x="67" y="168"/>
                </a:cubicBezTo>
                <a:cubicBezTo>
                  <a:pt x="67" y="168"/>
                  <a:pt x="67" y="168"/>
                  <a:pt x="68" y="168"/>
                </a:cubicBezTo>
                <a:cubicBezTo>
                  <a:pt x="68" y="168"/>
                  <a:pt x="69" y="167"/>
                  <a:pt x="70" y="168"/>
                </a:cubicBezTo>
                <a:cubicBezTo>
                  <a:pt x="71" y="168"/>
                  <a:pt x="71" y="169"/>
                  <a:pt x="72" y="170"/>
                </a:cubicBezTo>
                <a:cubicBezTo>
                  <a:pt x="73" y="170"/>
                  <a:pt x="74" y="170"/>
                  <a:pt x="74" y="170"/>
                </a:cubicBezTo>
                <a:cubicBezTo>
                  <a:pt x="75" y="170"/>
                  <a:pt x="75" y="173"/>
                  <a:pt x="75" y="173"/>
                </a:cubicBezTo>
                <a:cubicBezTo>
                  <a:pt x="75" y="175"/>
                  <a:pt x="74" y="176"/>
                  <a:pt x="73" y="177"/>
                </a:cubicBezTo>
                <a:cubicBezTo>
                  <a:pt x="73" y="177"/>
                  <a:pt x="73" y="177"/>
                  <a:pt x="72" y="177"/>
                </a:cubicBezTo>
                <a:cubicBezTo>
                  <a:pt x="72" y="177"/>
                  <a:pt x="72" y="177"/>
                  <a:pt x="72" y="178"/>
                </a:cubicBezTo>
                <a:cubicBezTo>
                  <a:pt x="72" y="178"/>
                  <a:pt x="72" y="179"/>
                  <a:pt x="71" y="179"/>
                </a:cubicBezTo>
                <a:cubicBezTo>
                  <a:pt x="71" y="179"/>
                  <a:pt x="71" y="179"/>
                  <a:pt x="71" y="179"/>
                </a:cubicBezTo>
                <a:cubicBezTo>
                  <a:pt x="71" y="179"/>
                  <a:pt x="71" y="179"/>
                  <a:pt x="71" y="179"/>
                </a:cubicBezTo>
                <a:cubicBezTo>
                  <a:pt x="71" y="179"/>
                  <a:pt x="71" y="179"/>
                  <a:pt x="71" y="179"/>
                </a:cubicBezTo>
                <a:cubicBezTo>
                  <a:pt x="71" y="180"/>
                  <a:pt x="70" y="180"/>
                  <a:pt x="70" y="181"/>
                </a:cubicBezTo>
                <a:cubicBezTo>
                  <a:pt x="70" y="182"/>
                  <a:pt x="70" y="182"/>
                  <a:pt x="70" y="183"/>
                </a:cubicBezTo>
                <a:cubicBezTo>
                  <a:pt x="71" y="183"/>
                  <a:pt x="70" y="184"/>
                  <a:pt x="70" y="184"/>
                </a:cubicBezTo>
                <a:cubicBezTo>
                  <a:pt x="70" y="185"/>
                  <a:pt x="70" y="185"/>
                  <a:pt x="70" y="185"/>
                </a:cubicBezTo>
                <a:cubicBezTo>
                  <a:pt x="70" y="185"/>
                  <a:pt x="69" y="186"/>
                  <a:pt x="69" y="187"/>
                </a:cubicBezTo>
                <a:cubicBezTo>
                  <a:pt x="70" y="187"/>
                  <a:pt x="70" y="187"/>
                  <a:pt x="70" y="187"/>
                </a:cubicBezTo>
                <a:cubicBezTo>
                  <a:pt x="69" y="188"/>
                  <a:pt x="69" y="188"/>
                  <a:pt x="69" y="188"/>
                </a:cubicBezTo>
                <a:cubicBezTo>
                  <a:pt x="69" y="188"/>
                  <a:pt x="69" y="188"/>
                  <a:pt x="69" y="189"/>
                </a:cubicBezTo>
                <a:cubicBezTo>
                  <a:pt x="68" y="189"/>
                  <a:pt x="68" y="189"/>
                  <a:pt x="68" y="190"/>
                </a:cubicBezTo>
                <a:cubicBezTo>
                  <a:pt x="68" y="190"/>
                  <a:pt x="68" y="190"/>
                  <a:pt x="68" y="190"/>
                </a:cubicBezTo>
                <a:cubicBezTo>
                  <a:pt x="67" y="191"/>
                  <a:pt x="67" y="191"/>
                  <a:pt x="67" y="191"/>
                </a:cubicBezTo>
                <a:cubicBezTo>
                  <a:pt x="66" y="192"/>
                  <a:pt x="66" y="192"/>
                  <a:pt x="65" y="192"/>
                </a:cubicBezTo>
                <a:cubicBezTo>
                  <a:pt x="65" y="192"/>
                  <a:pt x="64" y="192"/>
                  <a:pt x="64" y="192"/>
                </a:cubicBezTo>
                <a:cubicBezTo>
                  <a:pt x="64" y="192"/>
                  <a:pt x="64" y="192"/>
                  <a:pt x="63" y="192"/>
                </a:cubicBezTo>
                <a:cubicBezTo>
                  <a:pt x="63" y="192"/>
                  <a:pt x="63" y="192"/>
                  <a:pt x="63" y="193"/>
                </a:cubicBezTo>
                <a:cubicBezTo>
                  <a:pt x="63" y="193"/>
                  <a:pt x="63" y="192"/>
                  <a:pt x="62" y="192"/>
                </a:cubicBezTo>
                <a:cubicBezTo>
                  <a:pt x="62" y="193"/>
                  <a:pt x="60" y="194"/>
                  <a:pt x="60" y="194"/>
                </a:cubicBezTo>
                <a:cubicBezTo>
                  <a:pt x="60" y="194"/>
                  <a:pt x="60" y="195"/>
                  <a:pt x="59" y="195"/>
                </a:cubicBezTo>
                <a:cubicBezTo>
                  <a:pt x="59" y="195"/>
                  <a:pt x="59" y="195"/>
                  <a:pt x="59" y="195"/>
                </a:cubicBezTo>
                <a:cubicBezTo>
                  <a:pt x="60" y="195"/>
                  <a:pt x="59" y="196"/>
                  <a:pt x="59" y="196"/>
                </a:cubicBezTo>
                <a:cubicBezTo>
                  <a:pt x="59" y="196"/>
                  <a:pt x="59" y="196"/>
                  <a:pt x="59" y="196"/>
                </a:cubicBezTo>
                <a:cubicBezTo>
                  <a:pt x="60" y="199"/>
                  <a:pt x="58" y="199"/>
                  <a:pt x="58" y="200"/>
                </a:cubicBezTo>
                <a:cubicBezTo>
                  <a:pt x="57" y="200"/>
                  <a:pt x="57" y="201"/>
                  <a:pt x="57" y="201"/>
                </a:cubicBezTo>
                <a:cubicBezTo>
                  <a:pt x="57" y="202"/>
                  <a:pt x="56" y="202"/>
                  <a:pt x="56" y="203"/>
                </a:cubicBezTo>
                <a:cubicBezTo>
                  <a:pt x="56" y="202"/>
                  <a:pt x="57" y="201"/>
                  <a:pt x="57" y="201"/>
                </a:cubicBezTo>
                <a:cubicBezTo>
                  <a:pt x="57" y="201"/>
                  <a:pt x="57" y="201"/>
                  <a:pt x="57" y="201"/>
                </a:cubicBezTo>
                <a:cubicBezTo>
                  <a:pt x="57" y="201"/>
                  <a:pt x="56" y="201"/>
                  <a:pt x="56" y="201"/>
                </a:cubicBezTo>
                <a:cubicBezTo>
                  <a:pt x="56" y="201"/>
                  <a:pt x="56" y="201"/>
                  <a:pt x="56" y="201"/>
                </a:cubicBezTo>
                <a:cubicBezTo>
                  <a:pt x="56" y="201"/>
                  <a:pt x="56" y="201"/>
                  <a:pt x="56" y="202"/>
                </a:cubicBezTo>
                <a:cubicBezTo>
                  <a:pt x="56" y="202"/>
                  <a:pt x="55" y="202"/>
                  <a:pt x="55" y="202"/>
                </a:cubicBezTo>
                <a:cubicBezTo>
                  <a:pt x="74" y="221"/>
                  <a:pt x="100" y="232"/>
                  <a:pt x="128" y="232"/>
                </a:cubicBezTo>
                <a:cubicBezTo>
                  <a:pt x="179" y="232"/>
                  <a:pt x="221" y="195"/>
                  <a:pt x="230" y="147"/>
                </a:cubicBezTo>
                <a:cubicBezTo>
                  <a:pt x="230" y="147"/>
                  <a:pt x="230" y="146"/>
                  <a:pt x="230" y="146"/>
                </a:cubicBezTo>
                <a:cubicBezTo>
                  <a:pt x="230" y="146"/>
                  <a:pt x="230" y="146"/>
                  <a:pt x="230" y="146"/>
                </a:cubicBezTo>
                <a:cubicBezTo>
                  <a:pt x="229" y="146"/>
                  <a:pt x="230" y="145"/>
                  <a:pt x="230" y="145"/>
                </a:cubicBezTo>
                <a:cubicBezTo>
                  <a:pt x="229" y="145"/>
                  <a:pt x="229" y="145"/>
                  <a:pt x="229" y="145"/>
                </a:cubicBezTo>
                <a:cubicBezTo>
                  <a:pt x="229" y="144"/>
                  <a:pt x="229" y="143"/>
                  <a:pt x="229" y="143"/>
                </a:cubicBezTo>
                <a:cubicBezTo>
                  <a:pt x="229" y="143"/>
                  <a:pt x="229" y="143"/>
                  <a:pt x="229" y="143"/>
                </a:cubicBezTo>
                <a:cubicBezTo>
                  <a:pt x="229" y="143"/>
                  <a:pt x="229" y="143"/>
                  <a:pt x="229" y="143"/>
                </a:cubicBezTo>
                <a:cubicBezTo>
                  <a:pt x="229" y="143"/>
                  <a:pt x="228" y="143"/>
                  <a:pt x="228" y="143"/>
                </a:cubicBezTo>
                <a:cubicBezTo>
                  <a:pt x="228" y="142"/>
                  <a:pt x="228" y="142"/>
                  <a:pt x="228" y="142"/>
                </a:cubicBezTo>
                <a:cubicBezTo>
                  <a:pt x="228" y="142"/>
                  <a:pt x="228" y="142"/>
                  <a:pt x="228" y="142"/>
                </a:cubicBezTo>
                <a:cubicBezTo>
                  <a:pt x="228" y="141"/>
                  <a:pt x="227" y="141"/>
                  <a:pt x="227" y="141"/>
                </a:cubicBezTo>
                <a:cubicBezTo>
                  <a:pt x="227" y="141"/>
                  <a:pt x="227" y="141"/>
                  <a:pt x="227" y="141"/>
                </a:cubicBezTo>
                <a:cubicBezTo>
                  <a:pt x="227" y="140"/>
                  <a:pt x="227" y="139"/>
                  <a:pt x="227" y="139"/>
                </a:cubicBezTo>
                <a:cubicBezTo>
                  <a:pt x="227" y="139"/>
                  <a:pt x="227" y="139"/>
                  <a:pt x="227" y="138"/>
                </a:cubicBezTo>
                <a:cubicBezTo>
                  <a:pt x="227" y="138"/>
                  <a:pt x="227" y="137"/>
                  <a:pt x="228" y="137"/>
                </a:cubicBezTo>
                <a:cubicBezTo>
                  <a:pt x="227" y="137"/>
                  <a:pt x="227" y="137"/>
                  <a:pt x="227" y="137"/>
                </a:cubicBezTo>
                <a:cubicBezTo>
                  <a:pt x="227" y="136"/>
                  <a:pt x="227" y="136"/>
                  <a:pt x="227" y="135"/>
                </a:cubicBezTo>
                <a:cubicBezTo>
                  <a:pt x="227" y="134"/>
                  <a:pt x="226" y="134"/>
                  <a:pt x="226" y="133"/>
                </a:cubicBezTo>
                <a:cubicBezTo>
                  <a:pt x="226" y="133"/>
                  <a:pt x="226" y="132"/>
                  <a:pt x="226" y="131"/>
                </a:cubicBezTo>
                <a:cubicBezTo>
                  <a:pt x="226" y="131"/>
                  <a:pt x="226" y="130"/>
                  <a:pt x="225" y="130"/>
                </a:cubicBezTo>
                <a:cubicBezTo>
                  <a:pt x="225" y="130"/>
                  <a:pt x="225" y="130"/>
                  <a:pt x="225" y="130"/>
                </a:cubicBezTo>
                <a:cubicBezTo>
                  <a:pt x="225" y="131"/>
                  <a:pt x="225" y="131"/>
                  <a:pt x="224" y="131"/>
                </a:cubicBezTo>
                <a:cubicBezTo>
                  <a:pt x="224" y="132"/>
                  <a:pt x="224" y="132"/>
                  <a:pt x="223" y="132"/>
                </a:cubicBezTo>
                <a:cubicBezTo>
                  <a:pt x="223" y="132"/>
                  <a:pt x="223" y="132"/>
                  <a:pt x="223" y="132"/>
                </a:cubicBezTo>
                <a:cubicBezTo>
                  <a:pt x="223" y="132"/>
                  <a:pt x="223" y="132"/>
                  <a:pt x="223" y="132"/>
                </a:cubicBezTo>
                <a:cubicBezTo>
                  <a:pt x="223" y="132"/>
                  <a:pt x="223" y="132"/>
                  <a:pt x="223" y="132"/>
                </a:cubicBezTo>
                <a:cubicBezTo>
                  <a:pt x="223" y="132"/>
                  <a:pt x="223" y="132"/>
                  <a:pt x="223" y="132"/>
                </a:cubicBezTo>
                <a:cubicBezTo>
                  <a:pt x="223" y="132"/>
                  <a:pt x="223" y="131"/>
                  <a:pt x="223" y="131"/>
                </a:cubicBezTo>
                <a:cubicBezTo>
                  <a:pt x="222" y="131"/>
                  <a:pt x="222" y="132"/>
                  <a:pt x="222" y="132"/>
                </a:cubicBezTo>
                <a:cubicBezTo>
                  <a:pt x="222" y="132"/>
                  <a:pt x="222" y="132"/>
                  <a:pt x="222" y="132"/>
                </a:cubicBezTo>
                <a:cubicBezTo>
                  <a:pt x="222" y="131"/>
                  <a:pt x="222" y="131"/>
                  <a:pt x="222" y="130"/>
                </a:cubicBezTo>
                <a:cubicBezTo>
                  <a:pt x="223" y="129"/>
                  <a:pt x="222" y="128"/>
                  <a:pt x="222" y="128"/>
                </a:cubicBezTo>
                <a:cubicBezTo>
                  <a:pt x="222" y="128"/>
                  <a:pt x="222" y="128"/>
                  <a:pt x="222" y="128"/>
                </a:cubicBezTo>
                <a:cubicBezTo>
                  <a:pt x="222" y="128"/>
                  <a:pt x="222" y="128"/>
                  <a:pt x="222" y="128"/>
                </a:cubicBezTo>
                <a:cubicBezTo>
                  <a:pt x="221" y="128"/>
                  <a:pt x="221" y="128"/>
                  <a:pt x="221" y="128"/>
                </a:cubicBezTo>
                <a:cubicBezTo>
                  <a:pt x="221" y="128"/>
                  <a:pt x="221" y="128"/>
                  <a:pt x="222" y="128"/>
                </a:cubicBezTo>
                <a:cubicBezTo>
                  <a:pt x="222" y="128"/>
                  <a:pt x="222" y="128"/>
                  <a:pt x="222" y="128"/>
                </a:cubicBezTo>
                <a:cubicBezTo>
                  <a:pt x="222" y="127"/>
                  <a:pt x="221" y="127"/>
                  <a:pt x="221" y="127"/>
                </a:cubicBezTo>
                <a:cubicBezTo>
                  <a:pt x="221" y="127"/>
                  <a:pt x="221" y="127"/>
                  <a:pt x="221" y="127"/>
                </a:cubicBezTo>
                <a:cubicBezTo>
                  <a:pt x="221" y="126"/>
                  <a:pt x="221" y="126"/>
                  <a:pt x="221" y="126"/>
                </a:cubicBezTo>
                <a:cubicBezTo>
                  <a:pt x="220" y="126"/>
                  <a:pt x="220" y="126"/>
                  <a:pt x="220" y="126"/>
                </a:cubicBezTo>
                <a:cubicBezTo>
                  <a:pt x="219" y="126"/>
                  <a:pt x="220" y="124"/>
                  <a:pt x="219" y="123"/>
                </a:cubicBezTo>
                <a:cubicBezTo>
                  <a:pt x="219" y="124"/>
                  <a:pt x="219" y="124"/>
                  <a:pt x="218" y="124"/>
                </a:cubicBezTo>
                <a:cubicBezTo>
                  <a:pt x="218" y="123"/>
                  <a:pt x="218" y="123"/>
                  <a:pt x="218" y="123"/>
                </a:cubicBezTo>
                <a:cubicBezTo>
                  <a:pt x="218" y="123"/>
                  <a:pt x="218" y="123"/>
                  <a:pt x="218" y="123"/>
                </a:cubicBezTo>
                <a:cubicBezTo>
                  <a:pt x="218" y="123"/>
                  <a:pt x="218" y="123"/>
                  <a:pt x="218" y="124"/>
                </a:cubicBezTo>
                <a:cubicBezTo>
                  <a:pt x="218" y="124"/>
                  <a:pt x="218" y="124"/>
                  <a:pt x="218" y="124"/>
                </a:cubicBezTo>
                <a:cubicBezTo>
                  <a:pt x="218" y="124"/>
                  <a:pt x="218" y="124"/>
                  <a:pt x="218" y="125"/>
                </a:cubicBezTo>
                <a:cubicBezTo>
                  <a:pt x="217" y="125"/>
                  <a:pt x="217" y="125"/>
                  <a:pt x="217" y="125"/>
                </a:cubicBezTo>
                <a:cubicBezTo>
                  <a:pt x="217" y="125"/>
                  <a:pt x="217" y="124"/>
                  <a:pt x="217" y="124"/>
                </a:cubicBezTo>
                <a:cubicBezTo>
                  <a:pt x="217" y="124"/>
                  <a:pt x="217" y="124"/>
                  <a:pt x="217" y="124"/>
                </a:cubicBezTo>
                <a:cubicBezTo>
                  <a:pt x="217" y="124"/>
                  <a:pt x="217" y="125"/>
                  <a:pt x="217" y="125"/>
                </a:cubicBezTo>
                <a:cubicBezTo>
                  <a:pt x="217" y="125"/>
                  <a:pt x="217" y="125"/>
                  <a:pt x="217" y="125"/>
                </a:cubicBezTo>
                <a:cubicBezTo>
                  <a:pt x="217" y="125"/>
                  <a:pt x="217" y="125"/>
                  <a:pt x="217" y="124"/>
                </a:cubicBezTo>
                <a:cubicBezTo>
                  <a:pt x="217" y="124"/>
                  <a:pt x="217"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6" y="125"/>
                  <a:pt x="216" y="125"/>
                  <a:pt x="216" y="125"/>
                </a:cubicBezTo>
                <a:cubicBezTo>
                  <a:pt x="215" y="125"/>
                  <a:pt x="215" y="125"/>
                  <a:pt x="215" y="125"/>
                </a:cubicBezTo>
                <a:cubicBezTo>
                  <a:pt x="215" y="125"/>
                  <a:pt x="215" y="125"/>
                  <a:pt x="215" y="125"/>
                </a:cubicBezTo>
                <a:cubicBezTo>
                  <a:pt x="215" y="125"/>
                  <a:pt x="215" y="125"/>
                  <a:pt x="215" y="125"/>
                </a:cubicBezTo>
                <a:cubicBezTo>
                  <a:pt x="215" y="125"/>
                  <a:pt x="215" y="125"/>
                  <a:pt x="215" y="124"/>
                </a:cubicBezTo>
                <a:cubicBezTo>
                  <a:pt x="215" y="125"/>
                  <a:pt x="215" y="125"/>
                  <a:pt x="215" y="125"/>
                </a:cubicBezTo>
                <a:cubicBezTo>
                  <a:pt x="214" y="125"/>
                  <a:pt x="214" y="125"/>
                  <a:pt x="213" y="125"/>
                </a:cubicBezTo>
                <a:cubicBezTo>
                  <a:pt x="213" y="126"/>
                  <a:pt x="214" y="126"/>
                  <a:pt x="214" y="126"/>
                </a:cubicBezTo>
                <a:cubicBezTo>
                  <a:pt x="213" y="126"/>
                  <a:pt x="213" y="127"/>
                  <a:pt x="213" y="127"/>
                </a:cubicBezTo>
                <a:cubicBezTo>
                  <a:pt x="212" y="127"/>
                  <a:pt x="212" y="127"/>
                  <a:pt x="212" y="127"/>
                </a:cubicBezTo>
                <a:cubicBezTo>
                  <a:pt x="211" y="128"/>
                  <a:pt x="211" y="128"/>
                  <a:pt x="210" y="129"/>
                </a:cubicBezTo>
                <a:cubicBezTo>
                  <a:pt x="210" y="129"/>
                  <a:pt x="210" y="129"/>
                  <a:pt x="210" y="129"/>
                </a:cubicBezTo>
                <a:cubicBezTo>
                  <a:pt x="210" y="129"/>
                  <a:pt x="209" y="130"/>
                  <a:pt x="209" y="130"/>
                </a:cubicBezTo>
                <a:cubicBezTo>
                  <a:pt x="209" y="130"/>
                  <a:pt x="209" y="130"/>
                  <a:pt x="208" y="130"/>
                </a:cubicBezTo>
                <a:cubicBezTo>
                  <a:pt x="208" y="130"/>
                  <a:pt x="208" y="131"/>
                  <a:pt x="208" y="131"/>
                </a:cubicBezTo>
                <a:cubicBezTo>
                  <a:pt x="208" y="131"/>
                  <a:pt x="207" y="131"/>
                  <a:pt x="207" y="131"/>
                </a:cubicBezTo>
                <a:cubicBezTo>
                  <a:pt x="207" y="132"/>
                  <a:pt x="207" y="132"/>
                  <a:pt x="207" y="132"/>
                </a:cubicBezTo>
                <a:cubicBezTo>
                  <a:pt x="206" y="132"/>
                  <a:pt x="206" y="132"/>
                  <a:pt x="206" y="132"/>
                </a:cubicBezTo>
                <a:cubicBezTo>
                  <a:pt x="206" y="132"/>
                  <a:pt x="206" y="132"/>
                  <a:pt x="206" y="133"/>
                </a:cubicBezTo>
                <a:cubicBezTo>
                  <a:pt x="205" y="133"/>
                  <a:pt x="206" y="134"/>
                  <a:pt x="206" y="134"/>
                </a:cubicBezTo>
                <a:cubicBezTo>
                  <a:pt x="206" y="135"/>
                  <a:pt x="205" y="136"/>
                  <a:pt x="205" y="137"/>
                </a:cubicBezTo>
                <a:cubicBezTo>
                  <a:pt x="205" y="137"/>
                  <a:pt x="205" y="138"/>
                  <a:pt x="205" y="138"/>
                </a:cubicBezTo>
                <a:cubicBezTo>
                  <a:pt x="205" y="138"/>
                  <a:pt x="205" y="138"/>
                  <a:pt x="205" y="139"/>
                </a:cubicBezTo>
                <a:cubicBezTo>
                  <a:pt x="204" y="139"/>
                  <a:pt x="204" y="139"/>
                  <a:pt x="204" y="139"/>
                </a:cubicBezTo>
                <a:cubicBezTo>
                  <a:pt x="204" y="139"/>
                  <a:pt x="204" y="140"/>
                  <a:pt x="204" y="140"/>
                </a:cubicBezTo>
                <a:cubicBezTo>
                  <a:pt x="204" y="140"/>
                  <a:pt x="204" y="140"/>
                  <a:pt x="204" y="140"/>
                </a:cubicBezTo>
                <a:cubicBezTo>
                  <a:pt x="203" y="140"/>
                  <a:pt x="203" y="140"/>
                  <a:pt x="203" y="141"/>
                </a:cubicBezTo>
                <a:cubicBezTo>
                  <a:pt x="203" y="141"/>
                  <a:pt x="203" y="141"/>
                  <a:pt x="202" y="141"/>
                </a:cubicBezTo>
                <a:cubicBezTo>
                  <a:pt x="202" y="141"/>
                  <a:pt x="202" y="141"/>
                  <a:pt x="202" y="140"/>
                </a:cubicBezTo>
                <a:cubicBezTo>
                  <a:pt x="202" y="140"/>
                  <a:pt x="201" y="139"/>
                  <a:pt x="201" y="139"/>
                </a:cubicBezTo>
                <a:cubicBezTo>
                  <a:pt x="200" y="137"/>
                  <a:pt x="200" y="137"/>
                  <a:pt x="200" y="137"/>
                </a:cubicBezTo>
                <a:cubicBezTo>
                  <a:pt x="200" y="137"/>
                  <a:pt x="200" y="137"/>
                  <a:pt x="200" y="136"/>
                </a:cubicBezTo>
                <a:cubicBezTo>
                  <a:pt x="200" y="136"/>
                  <a:pt x="200" y="136"/>
                  <a:pt x="200" y="135"/>
                </a:cubicBezTo>
                <a:cubicBezTo>
                  <a:pt x="199" y="135"/>
                  <a:pt x="199" y="134"/>
                  <a:pt x="199" y="134"/>
                </a:cubicBezTo>
                <a:cubicBezTo>
                  <a:pt x="199" y="133"/>
                  <a:pt x="198" y="132"/>
                  <a:pt x="198" y="131"/>
                </a:cubicBezTo>
                <a:cubicBezTo>
                  <a:pt x="198" y="130"/>
                  <a:pt x="198" y="129"/>
                  <a:pt x="197" y="128"/>
                </a:cubicBezTo>
                <a:cubicBezTo>
                  <a:pt x="197" y="128"/>
                  <a:pt x="197" y="127"/>
                  <a:pt x="197" y="127"/>
                </a:cubicBezTo>
                <a:cubicBezTo>
                  <a:pt x="197" y="126"/>
                  <a:pt x="197" y="126"/>
                  <a:pt x="197" y="126"/>
                </a:cubicBezTo>
                <a:cubicBezTo>
                  <a:pt x="198" y="126"/>
                  <a:pt x="197" y="126"/>
                  <a:pt x="197" y="125"/>
                </a:cubicBezTo>
                <a:cubicBezTo>
                  <a:pt x="197" y="125"/>
                  <a:pt x="197" y="125"/>
                  <a:pt x="197" y="124"/>
                </a:cubicBezTo>
                <a:cubicBezTo>
                  <a:pt x="197" y="124"/>
                  <a:pt x="197" y="124"/>
                  <a:pt x="196" y="124"/>
                </a:cubicBezTo>
                <a:cubicBezTo>
                  <a:pt x="196" y="124"/>
                  <a:pt x="196" y="125"/>
                  <a:pt x="196" y="125"/>
                </a:cubicBezTo>
                <a:cubicBezTo>
                  <a:pt x="197" y="125"/>
                  <a:pt x="196" y="126"/>
                  <a:pt x="195" y="126"/>
                </a:cubicBezTo>
                <a:cubicBezTo>
                  <a:pt x="195" y="126"/>
                  <a:pt x="195" y="126"/>
                  <a:pt x="195" y="126"/>
                </a:cubicBezTo>
                <a:cubicBezTo>
                  <a:pt x="194" y="126"/>
                  <a:pt x="193" y="124"/>
                  <a:pt x="193" y="124"/>
                </a:cubicBezTo>
                <a:cubicBezTo>
                  <a:pt x="193" y="124"/>
                  <a:pt x="193" y="124"/>
                  <a:pt x="193" y="124"/>
                </a:cubicBezTo>
                <a:cubicBezTo>
                  <a:pt x="193" y="124"/>
                  <a:pt x="194" y="124"/>
                  <a:pt x="194" y="124"/>
                </a:cubicBezTo>
                <a:cubicBezTo>
                  <a:pt x="194" y="124"/>
                  <a:pt x="194" y="124"/>
                  <a:pt x="194" y="123"/>
                </a:cubicBezTo>
                <a:cubicBezTo>
                  <a:pt x="193" y="124"/>
                  <a:pt x="192" y="123"/>
                  <a:pt x="192" y="123"/>
                </a:cubicBezTo>
                <a:cubicBezTo>
                  <a:pt x="192" y="123"/>
                  <a:pt x="192" y="122"/>
                  <a:pt x="192" y="122"/>
                </a:cubicBezTo>
                <a:cubicBezTo>
                  <a:pt x="191" y="122"/>
                  <a:pt x="191" y="122"/>
                  <a:pt x="191" y="122"/>
                </a:cubicBezTo>
                <a:cubicBezTo>
                  <a:pt x="191" y="122"/>
                  <a:pt x="191" y="121"/>
                  <a:pt x="190" y="121"/>
                </a:cubicBezTo>
                <a:cubicBezTo>
                  <a:pt x="190" y="121"/>
                  <a:pt x="190" y="121"/>
                  <a:pt x="190" y="121"/>
                </a:cubicBezTo>
                <a:cubicBezTo>
                  <a:pt x="190" y="120"/>
                  <a:pt x="190" y="120"/>
                  <a:pt x="190" y="120"/>
                </a:cubicBezTo>
                <a:cubicBezTo>
                  <a:pt x="189" y="120"/>
                  <a:pt x="187" y="121"/>
                  <a:pt x="187" y="120"/>
                </a:cubicBezTo>
                <a:cubicBezTo>
                  <a:pt x="187" y="120"/>
                  <a:pt x="186" y="120"/>
                  <a:pt x="186" y="120"/>
                </a:cubicBezTo>
                <a:cubicBezTo>
                  <a:pt x="185" y="120"/>
                  <a:pt x="185" y="120"/>
                  <a:pt x="185" y="120"/>
                </a:cubicBezTo>
                <a:cubicBezTo>
                  <a:pt x="185" y="121"/>
                  <a:pt x="184" y="121"/>
                  <a:pt x="184" y="121"/>
                </a:cubicBezTo>
                <a:cubicBezTo>
                  <a:pt x="183" y="121"/>
                  <a:pt x="183" y="120"/>
                  <a:pt x="183" y="120"/>
                </a:cubicBezTo>
                <a:cubicBezTo>
                  <a:pt x="182" y="120"/>
                  <a:pt x="182" y="120"/>
                  <a:pt x="181" y="120"/>
                </a:cubicBezTo>
                <a:cubicBezTo>
                  <a:pt x="181" y="120"/>
                  <a:pt x="181" y="120"/>
                  <a:pt x="181" y="120"/>
                </a:cubicBezTo>
                <a:cubicBezTo>
                  <a:pt x="180" y="120"/>
                  <a:pt x="180" y="120"/>
                  <a:pt x="180" y="120"/>
                </a:cubicBezTo>
                <a:cubicBezTo>
                  <a:pt x="179" y="120"/>
                  <a:pt x="179" y="120"/>
                  <a:pt x="179" y="120"/>
                </a:cubicBezTo>
                <a:cubicBezTo>
                  <a:pt x="179" y="119"/>
                  <a:pt x="179" y="119"/>
                  <a:pt x="179" y="119"/>
                </a:cubicBezTo>
                <a:cubicBezTo>
                  <a:pt x="178" y="119"/>
                  <a:pt x="178" y="118"/>
                  <a:pt x="178" y="118"/>
                </a:cubicBezTo>
                <a:cubicBezTo>
                  <a:pt x="178" y="118"/>
                  <a:pt x="178" y="118"/>
                  <a:pt x="178" y="118"/>
                </a:cubicBezTo>
                <a:cubicBezTo>
                  <a:pt x="178" y="118"/>
                  <a:pt x="177" y="118"/>
                  <a:pt x="177" y="118"/>
                </a:cubicBezTo>
                <a:cubicBezTo>
                  <a:pt x="177" y="118"/>
                  <a:pt x="176" y="119"/>
                  <a:pt x="176" y="119"/>
                </a:cubicBezTo>
                <a:cubicBezTo>
                  <a:pt x="176" y="119"/>
                  <a:pt x="175" y="119"/>
                  <a:pt x="175" y="119"/>
                </a:cubicBezTo>
                <a:cubicBezTo>
                  <a:pt x="175" y="118"/>
                  <a:pt x="174" y="118"/>
                  <a:pt x="174" y="118"/>
                </a:cubicBezTo>
                <a:cubicBezTo>
                  <a:pt x="174" y="118"/>
                  <a:pt x="173" y="118"/>
                  <a:pt x="173" y="117"/>
                </a:cubicBezTo>
                <a:cubicBezTo>
                  <a:pt x="173" y="117"/>
                  <a:pt x="172" y="117"/>
                  <a:pt x="172" y="117"/>
                </a:cubicBezTo>
                <a:cubicBezTo>
                  <a:pt x="172" y="117"/>
                  <a:pt x="171" y="116"/>
                  <a:pt x="171" y="116"/>
                </a:cubicBezTo>
                <a:cubicBezTo>
                  <a:pt x="171" y="115"/>
                  <a:pt x="171" y="115"/>
                  <a:pt x="171" y="115"/>
                </a:cubicBezTo>
                <a:cubicBezTo>
                  <a:pt x="171" y="115"/>
                  <a:pt x="171" y="115"/>
                  <a:pt x="171" y="114"/>
                </a:cubicBezTo>
                <a:cubicBezTo>
                  <a:pt x="170" y="114"/>
                  <a:pt x="170" y="114"/>
                  <a:pt x="170" y="114"/>
                </a:cubicBezTo>
                <a:cubicBezTo>
                  <a:pt x="170" y="114"/>
                  <a:pt x="170" y="114"/>
                  <a:pt x="170" y="114"/>
                </a:cubicBezTo>
                <a:cubicBezTo>
                  <a:pt x="169" y="114"/>
                  <a:pt x="169" y="114"/>
                  <a:pt x="169" y="114"/>
                </a:cubicBezTo>
                <a:cubicBezTo>
                  <a:pt x="169" y="114"/>
                  <a:pt x="169" y="114"/>
                  <a:pt x="169" y="114"/>
                </a:cubicBezTo>
                <a:cubicBezTo>
                  <a:pt x="169" y="114"/>
                  <a:pt x="168" y="114"/>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5"/>
                  <a:pt x="168" y="115"/>
                  <a:pt x="168" y="115"/>
                </a:cubicBezTo>
                <a:cubicBezTo>
                  <a:pt x="168" y="116"/>
                  <a:pt x="169" y="117"/>
                  <a:pt x="169" y="117"/>
                </a:cubicBezTo>
                <a:cubicBezTo>
                  <a:pt x="169" y="117"/>
                  <a:pt x="169" y="117"/>
                  <a:pt x="170" y="118"/>
                </a:cubicBezTo>
                <a:cubicBezTo>
                  <a:pt x="170" y="118"/>
                  <a:pt x="169" y="118"/>
                  <a:pt x="170" y="118"/>
                </a:cubicBezTo>
                <a:cubicBezTo>
                  <a:pt x="170" y="118"/>
                  <a:pt x="170" y="118"/>
                  <a:pt x="171" y="118"/>
                </a:cubicBezTo>
                <a:cubicBezTo>
                  <a:pt x="171" y="119"/>
                  <a:pt x="171" y="119"/>
                  <a:pt x="170" y="119"/>
                </a:cubicBezTo>
                <a:cubicBezTo>
                  <a:pt x="170" y="119"/>
                  <a:pt x="171" y="119"/>
                  <a:pt x="171" y="119"/>
                </a:cubicBezTo>
                <a:cubicBezTo>
                  <a:pt x="170" y="119"/>
                  <a:pt x="171" y="120"/>
                  <a:pt x="171" y="120"/>
                </a:cubicBezTo>
                <a:cubicBezTo>
                  <a:pt x="171" y="120"/>
                  <a:pt x="171" y="120"/>
                  <a:pt x="171" y="120"/>
                </a:cubicBezTo>
                <a:cubicBezTo>
                  <a:pt x="171" y="120"/>
                  <a:pt x="171" y="121"/>
                  <a:pt x="171" y="121"/>
                </a:cubicBezTo>
                <a:cubicBezTo>
                  <a:pt x="172" y="121"/>
                  <a:pt x="172" y="121"/>
                  <a:pt x="172" y="121"/>
                </a:cubicBezTo>
                <a:cubicBezTo>
                  <a:pt x="171" y="120"/>
                  <a:pt x="172" y="120"/>
                  <a:pt x="172" y="119"/>
                </a:cubicBezTo>
                <a:cubicBezTo>
                  <a:pt x="172" y="119"/>
                  <a:pt x="172" y="119"/>
                  <a:pt x="172" y="119"/>
                </a:cubicBezTo>
                <a:cubicBezTo>
                  <a:pt x="172" y="120"/>
                  <a:pt x="172" y="119"/>
                  <a:pt x="172" y="120"/>
                </a:cubicBezTo>
                <a:cubicBezTo>
                  <a:pt x="172" y="120"/>
                  <a:pt x="172" y="121"/>
                  <a:pt x="172" y="121"/>
                </a:cubicBezTo>
                <a:cubicBezTo>
                  <a:pt x="172" y="121"/>
                  <a:pt x="172" y="121"/>
                  <a:pt x="172" y="122"/>
                </a:cubicBezTo>
                <a:cubicBezTo>
                  <a:pt x="172" y="122"/>
                  <a:pt x="172" y="122"/>
                  <a:pt x="172" y="122"/>
                </a:cubicBezTo>
                <a:cubicBezTo>
                  <a:pt x="173" y="122"/>
                  <a:pt x="173" y="122"/>
                  <a:pt x="173" y="122"/>
                </a:cubicBezTo>
                <a:cubicBezTo>
                  <a:pt x="173" y="122"/>
                  <a:pt x="173" y="122"/>
                  <a:pt x="173" y="122"/>
                </a:cubicBezTo>
                <a:cubicBezTo>
                  <a:pt x="174" y="122"/>
                  <a:pt x="175" y="122"/>
                  <a:pt x="175" y="122"/>
                </a:cubicBezTo>
                <a:cubicBezTo>
                  <a:pt x="175" y="122"/>
                  <a:pt x="175" y="122"/>
                  <a:pt x="175" y="122"/>
                </a:cubicBezTo>
                <a:cubicBezTo>
                  <a:pt x="175" y="122"/>
                  <a:pt x="175" y="122"/>
                  <a:pt x="176" y="122"/>
                </a:cubicBezTo>
                <a:cubicBezTo>
                  <a:pt x="176" y="122"/>
                  <a:pt x="176" y="122"/>
                  <a:pt x="176" y="121"/>
                </a:cubicBezTo>
                <a:cubicBezTo>
                  <a:pt x="176" y="121"/>
                  <a:pt x="176" y="121"/>
                  <a:pt x="176" y="121"/>
                </a:cubicBezTo>
                <a:cubicBezTo>
                  <a:pt x="177" y="120"/>
                  <a:pt x="177" y="120"/>
                  <a:pt x="177" y="120"/>
                </a:cubicBezTo>
                <a:cubicBezTo>
                  <a:pt x="178" y="120"/>
                  <a:pt x="178" y="119"/>
                  <a:pt x="178" y="119"/>
                </a:cubicBezTo>
                <a:cubicBezTo>
                  <a:pt x="178" y="119"/>
                  <a:pt x="178" y="119"/>
                  <a:pt x="178" y="119"/>
                </a:cubicBezTo>
                <a:cubicBezTo>
                  <a:pt x="178" y="120"/>
                  <a:pt x="178" y="120"/>
                  <a:pt x="178" y="120"/>
                </a:cubicBezTo>
                <a:cubicBezTo>
                  <a:pt x="178" y="120"/>
                  <a:pt x="178" y="120"/>
                  <a:pt x="178" y="120"/>
                </a:cubicBezTo>
                <a:cubicBezTo>
                  <a:pt x="178" y="120"/>
                  <a:pt x="178" y="121"/>
                  <a:pt x="178" y="121"/>
                </a:cubicBezTo>
                <a:cubicBezTo>
                  <a:pt x="178" y="121"/>
                  <a:pt x="179" y="122"/>
                  <a:pt x="179" y="122"/>
                </a:cubicBezTo>
                <a:cubicBezTo>
                  <a:pt x="179" y="122"/>
                  <a:pt x="180" y="122"/>
                  <a:pt x="180" y="123"/>
                </a:cubicBezTo>
                <a:cubicBezTo>
                  <a:pt x="180" y="123"/>
                  <a:pt x="180" y="122"/>
                  <a:pt x="181" y="123"/>
                </a:cubicBezTo>
                <a:cubicBezTo>
                  <a:pt x="181" y="123"/>
                  <a:pt x="181" y="123"/>
                  <a:pt x="181" y="124"/>
                </a:cubicBezTo>
                <a:cubicBezTo>
                  <a:pt x="181" y="124"/>
                  <a:pt x="182" y="124"/>
                  <a:pt x="182" y="124"/>
                </a:cubicBezTo>
                <a:cubicBezTo>
                  <a:pt x="182" y="124"/>
                  <a:pt x="182" y="125"/>
                  <a:pt x="181" y="125"/>
                </a:cubicBezTo>
                <a:cubicBezTo>
                  <a:pt x="181" y="125"/>
                  <a:pt x="181" y="125"/>
                  <a:pt x="181" y="125"/>
                </a:cubicBezTo>
                <a:cubicBezTo>
                  <a:pt x="181" y="126"/>
                  <a:pt x="181" y="126"/>
                  <a:pt x="180" y="126"/>
                </a:cubicBezTo>
                <a:cubicBezTo>
                  <a:pt x="180" y="126"/>
                  <a:pt x="180" y="126"/>
                  <a:pt x="180" y="126"/>
                </a:cubicBezTo>
                <a:cubicBezTo>
                  <a:pt x="180" y="127"/>
                  <a:pt x="180" y="128"/>
                  <a:pt x="180" y="128"/>
                </a:cubicBezTo>
                <a:cubicBezTo>
                  <a:pt x="179" y="128"/>
                  <a:pt x="178" y="128"/>
                  <a:pt x="178" y="129"/>
                </a:cubicBezTo>
                <a:cubicBezTo>
                  <a:pt x="178" y="129"/>
                  <a:pt x="178" y="129"/>
                  <a:pt x="178" y="129"/>
                </a:cubicBezTo>
                <a:cubicBezTo>
                  <a:pt x="178" y="129"/>
                  <a:pt x="177" y="129"/>
                  <a:pt x="177" y="129"/>
                </a:cubicBezTo>
                <a:cubicBezTo>
                  <a:pt x="177" y="129"/>
                  <a:pt x="177" y="130"/>
                  <a:pt x="177" y="130"/>
                </a:cubicBezTo>
                <a:cubicBezTo>
                  <a:pt x="176" y="130"/>
                  <a:pt x="176" y="130"/>
                  <a:pt x="176" y="130"/>
                </a:cubicBezTo>
                <a:cubicBezTo>
                  <a:pt x="176" y="130"/>
                  <a:pt x="176" y="130"/>
                  <a:pt x="175" y="130"/>
                </a:cubicBezTo>
                <a:cubicBezTo>
                  <a:pt x="175" y="131"/>
                  <a:pt x="174" y="131"/>
                  <a:pt x="174" y="131"/>
                </a:cubicBezTo>
                <a:cubicBezTo>
                  <a:pt x="174" y="131"/>
                  <a:pt x="173" y="131"/>
                  <a:pt x="173" y="132"/>
                </a:cubicBezTo>
                <a:cubicBezTo>
                  <a:pt x="173" y="132"/>
                  <a:pt x="173" y="132"/>
                  <a:pt x="173" y="132"/>
                </a:cubicBezTo>
                <a:cubicBezTo>
                  <a:pt x="172" y="133"/>
                  <a:pt x="171" y="133"/>
                  <a:pt x="170" y="133"/>
                </a:cubicBezTo>
                <a:cubicBezTo>
                  <a:pt x="169" y="133"/>
                  <a:pt x="169" y="134"/>
                  <a:pt x="169" y="134"/>
                </a:cubicBezTo>
                <a:cubicBezTo>
                  <a:pt x="169" y="134"/>
                  <a:pt x="168" y="134"/>
                  <a:pt x="168" y="134"/>
                </a:cubicBezTo>
                <a:cubicBezTo>
                  <a:pt x="168" y="134"/>
                  <a:pt x="167" y="134"/>
                  <a:pt x="167" y="135"/>
                </a:cubicBezTo>
                <a:cubicBezTo>
                  <a:pt x="166" y="135"/>
                  <a:pt x="166" y="135"/>
                  <a:pt x="166" y="135"/>
                </a:cubicBezTo>
                <a:cubicBezTo>
                  <a:pt x="165" y="135"/>
                  <a:pt x="165" y="135"/>
                  <a:pt x="165" y="135"/>
                </a:cubicBezTo>
                <a:cubicBezTo>
                  <a:pt x="164" y="136"/>
                  <a:pt x="163" y="136"/>
                  <a:pt x="163" y="135"/>
                </a:cubicBezTo>
                <a:cubicBezTo>
                  <a:pt x="163" y="134"/>
                  <a:pt x="163" y="134"/>
                  <a:pt x="163" y="134"/>
                </a:cubicBezTo>
                <a:cubicBezTo>
                  <a:pt x="162" y="134"/>
                  <a:pt x="162" y="133"/>
                  <a:pt x="162" y="132"/>
                </a:cubicBezTo>
                <a:cubicBezTo>
                  <a:pt x="162" y="132"/>
                  <a:pt x="162" y="132"/>
                  <a:pt x="162" y="132"/>
                </a:cubicBezTo>
                <a:cubicBezTo>
                  <a:pt x="162" y="131"/>
                  <a:pt x="162" y="131"/>
                  <a:pt x="162" y="131"/>
                </a:cubicBezTo>
                <a:cubicBezTo>
                  <a:pt x="162" y="130"/>
                  <a:pt x="161" y="130"/>
                  <a:pt x="161" y="129"/>
                </a:cubicBezTo>
                <a:cubicBezTo>
                  <a:pt x="161" y="129"/>
                  <a:pt x="161" y="129"/>
                  <a:pt x="161" y="129"/>
                </a:cubicBezTo>
                <a:cubicBezTo>
                  <a:pt x="160" y="128"/>
                  <a:pt x="160" y="128"/>
                  <a:pt x="160" y="127"/>
                </a:cubicBezTo>
                <a:cubicBezTo>
                  <a:pt x="159" y="127"/>
                  <a:pt x="159" y="127"/>
                  <a:pt x="158" y="126"/>
                </a:cubicBezTo>
                <a:cubicBezTo>
                  <a:pt x="158" y="126"/>
                  <a:pt x="158" y="126"/>
                  <a:pt x="158" y="125"/>
                </a:cubicBezTo>
                <a:cubicBezTo>
                  <a:pt x="158" y="125"/>
                  <a:pt x="158" y="124"/>
                  <a:pt x="158" y="123"/>
                </a:cubicBezTo>
                <a:cubicBezTo>
                  <a:pt x="157" y="123"/>
                  <a:pt x="157" y="123"/>
                  <a:pt x="157" y="122"/>
                </a:cubicBezTo>
                <a:cubicBezTo>
                  <a:pt x="156" y="122"/>
                  <a:pt x="156" y="122"/>
                  <a:pt x="156" y="121"/>
                </a:cubicBezTo>
                <a:cubicBezTo>
                  <a:pt x="156" y="120"/>
                  <a:pt x="155" y="120"/>
                  <a:pt x="155" y="119"/>
                </a:cubicBezTo>
                <a:cubicBezTo>
                  <a:pt x="154" y="119"/>
                  <a:pt x="154" y="118"/>
                  <a:pt x="154" y="118"/>
                </a:cubicBezTo>
                <a:cubicBezTo>
                  <a:pt x="153" y="117"/>
                  <a:pt x="153" y="117"/>
                  <a:pt x="153" y="117"/>
                </a:cubicBezTo>
                <a:cubicBezTo>
                  <a:pt x="153" y="117"/>
                  <a:pt x="153" y="117"/>
                  <a:pt x="153" y="117"/>
                </a:cubicBezTo>
                <a:cubicBezTo>
                  <a:pt x="153" y="116"/>
                  <a:pt x="153" y="116"/>
                  <a:pt x="153" y="115"/>
                </a:cubicBezTo>
                <a:cubicBezTo>
                  <a:pt x="153" y="115"/>
                  <a:pt x="153" y="115"/>
                  <a:pt x="153" y="115"/>
                </a:cubicBezTo>
                <a:cubicBezTo>
                  <a:pt x="153" y="114"/>
                  <a:pt x="152" y="114"/>
                  <a:pt x="152" y="113"/>
                </a:cubicBezTo>
                <a:cubicBezTo>
                  <a:pt x="152" y="112"/>
                  <a:pt x="152" y="112"/>
                  <a:pt x="153" y="111"/>
                </a:cubicBezTo>
                <a:cubicBezTo>
                  <a:pt x="153" y="111"/>
                  <a:pt x="153" y="111"/>
                  <a:pt x="153" y="111"/>
                </a:cubicBezTo>
                <a:cubicBezTo>
                  <a:pt x="153" y="110"/>
                  <a:pt x="153" y="109"/>
                  <a:pt x="154" y="109"/>
                </a:cubicBezTo>
                <a:cubicBezTo>
                  <a:pt x="154" y="108"/>
                  <a:pt x="154" y="108"/>
                  <a:pt x="154" y="107"/>
                </a:cubicBezTo>
                <a:cubicBezTo>
                  <a:pt x="154" y="107"/>
                  <a:pt x="154" y="107"/>
                  <a:pt x="154" y="107"/>
                </a:cubicBezTo>
                <a:cubicBezTo>
                  <a:pt x="154" y="107"/>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4" y="106"/>
                </a:cubicBezTo>
                <a:cubicBezTo>
                  <a:pt x="154" y="106"/>
                  <a:pt x="154" y="106"/>
                  <a:pt x="153" y="106"/>
                </a:cubicBezTo>
                <a:cubicBezTo>
                  <a:pt x="153" y="106"/>
                  <a:pt x="153" y="106"/>
                  <a:pt x="152" y="106"/>
                </a:cubicBezTo>
                <a:cubicBezTo>
                  <a:pt x="152" y="106"/>
                  <a:pt x="152" y="106"/>
                  <a:pt x="152" y="106"/>
                </a:cubicBezTo>
                <a:cubicBezTo>
                  <a:pt x="151" y="106"/>
                  <a:pt x="151" y="107"/>
                  <a:pt x="150" y="107"/>
                </a:cubicBezTo>
                <a:cubicBezTo>
                  <a:pt x="150" y="106"/>
                  <a:pt x="150" y="106"/>
                  <a:pt x="149" y="106"/>
                </a:cubicBezTo>
                <a:cubicBezTo>
                  <a:pt x="149" y="106"/>
                  <a:pt x="148" y="105"/>
                  <a:pt x="148" y="106"/>
                </a:cubicBezTo>
                <a:cubicBezTo>
                  <a:pt x="148" y="106"/>
                  <a:pt x="148" y="106"/>
                  <a:pt x="148" y="106"/>
                </a:cubicBezTo>
                <a:cubicBezTo>
                  <a:pt x="148" y="106"/>
                  <a:pt x="148" y="106"/>
                  <a:pt x="147" y="106"/>
                </a:cubicBezTo>
                <a:cubicBezTo>
                  <a:pt x="147" y="106"/>
                  <a:pt x="147" y="106"/>
                  <a:pt x="146" y="106"/>
                </a:cubicBezTo>
                <a:cubicBezTo>
                  <a:pt x="146" y="106"/>
                  <a:pt x="146" y="106"/>
                  <a:pt x="146" y="106"/>
                </a:cubicBezTo>
                <a:cubicBezTo>
                  <a:pt x="146" y="106"/>
                  <a:pt x="146" y="106"/>
                  <a:pt x="146" y="106"/>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5" y="105"/>
                  <a:pt x="145" y="105"/>
                  <a:pt x="145" y="105"/>
                </a:cubicBezTo>
                <a:cubicBezTo>
                  <a:pt x="145" y="105"/>
                  <a:pt x="145" y="105"/>
                  <a:pt x="145" y="105"/>
                </a:cubicBezTo>
                <a:cubicBezTo>
                  <a:pt x="145" y="105"/>
                  <a:pt x="144" y="105"/>
                  <a:pt x="144" y="105"/>
                </a:cubicBezTo>
                <a:cubicBezTo>
                  <a:pt x="144" y="105"/>
                  <a:pt x="144" y="105"/>
                  <a:pt x="144" y="105"/>
                </a:cubicBezTo>
                <a:cubicBezTo>
                  <a:pt x="144" y="105"/>
                  <a:pt x="144" y="105"/>
                  <a:pt x="144" y="105"/>
                </a:cubicBezTo>
                <a:cubicBezTo>
                  <a:pt x="144" y="105"/>
                  <a:pt x="144" y="105"/>
                  <a:pt x="144" y="105"/>
                </a:cubicBezTo>
                <a:cubicBezTo>
                  <a:pt x="144" y="105"/>
                  <a:pt x="144" y="105"/>
                  <a:pt x="144" y="105"/>
                </a:cubicBezTo>
                <a:cubicBezTo>
                  <a:pt x="144" y="104"/>
                  <a:pt x="144" y="104"/>
                  <a:pt x="144" y="104"/>
                </a:cubicBezTo>
                <a:cubicBezTo>
                  <a:pt x="143" y="104"/>
                  <a:pt x="143" y="104"/>
                  <a:pt x="143" y="104"/>
                </a:cubicBezTo>
                <a:cubicBezTo>
                  <a:pt x="143" y="104"/>
                  <a:pt x="143" y="104"/>
                  <a:pt x="143" y="104"/>
                </a:cubicBezTo>
                <a:cubicBezTo>
                  <a:pt x="143" y="103"/>
                  <a:pt x="143" y="103"/>
                  <a:pt x="143" y="103"/>
                </a:cubicBezTo>
                <a:cubicBezTo>
                  <a:pt x="143" y="103"/>
                  <a:pt x="143" y="103"/>
                  <a:pt x="143" y="103"/>
                </a:cubicBezTo>
                <a:cubicBezTo>
                  <a:pt x="144" y="103"/>
                  <a:pt x="144" y="103"/>
                  <a:pt x="143" y="103"/>
                </a:cubicBezTo>
                <a:cubicBezTo>
                  <a:pt x="143" y="103"/>
                  <a:pt x="143" y="103"/>
                  <a:pt x="143" y="103"/>
                </a:cubicBezTo>
                <a:cubicBezTo>
                  <a:pt x="143" y="103"/>
                  <a:pt x="144" y="103"/>
                  <a:pt x="144" y="103"/>
                </a:cubicBezTo>
                <a:cubicBezTo>
                  <a:pt x="144" y="103"/>
                  <a:pt x="144" y="103"/>
                  <a:pt x="144" y="103"/>
                </a:cubicBezTo>
                <a:cubicBezTo>
                  <a:pt x="143" y="103"/>
                  <a:pt x="143" y="103"/>
                  <a:pt x="143" y="103"/>
                </a:cubicBezTo>
                <a:cubicBezTo>
                  <a:pt x="143" y="102"/>
                  <a:pt x="143" y="102"/>
                  <a:pt x="143" y="102"/>
                </a:cubicBezTo>
                <a:cubicBezTo>
                  <a:pt x="143" y="102"/>
                  <a:pt x="143" y="102"/>
                  <a:pt x="143" y="102"/>
                </a:cubicBezTo>
                <a:cubicBezTo>
                  <a:pt x="143" y="102"/>
                  <a:pt x="143" y="102"/>
                  <a:pt x="143" y="102"/>
                </a:cubicBezTo>
                <a:cubicBezTo>
                  <a:pt x="143" y="102"/>
                  <a:pt x="143" y="102"/>
                  <a:pt x="144" y="102"/>
                </a:cubicBezTo>
                <a:cubicBezTo>
                  <a:pt x="144" y="102"/>
                  <a:pt x="144" y="102"/>
                  <a:pt x="144" y="102"/>
                </a:cubicBezTo>
                <a:cubicBezTo>
                  <a:pt x="143" y="102"/>
                  <a:pt x="143" y="102"/>
                  <a:pt x="143" y="102"/>
                </a:cubicBezTo>
                <a:cubicBezTo>
                  <a:pt x="143" y="102"/>
                  <a:pt x="143" y="101"/>
                  <a:pt x="143" y="101"/>
                </a:cubicBezTo>
                <a:cubicBezTo>
                  <a:pt x="143" y="101"/>
                  <a:pt x="143" y="101"/>
                  <a:pt x="143" y="101"/>
                </a:cubicBezTo>
                <a:cubicBezTo>
                  <a:pt x="143" y="101"/>
                  <a:pt x="144" y="101"/>
                  <a:pt x="144" y="100"/>
                </a:cubicBezTo>
                <a:cubicBezTo>
                  <a:pt x="144" y="101"/>
                  <a:pt x="144" y="101"/>
                  <a:pt x="145" y="101"/>
                </a:cubicBezTo>
                <a:cubicBezTo>
                  <a:pt x="145" y="101"/>
                  <a:pt x="145" y="101"/>
                  <a:pt x="145" y="101"/>
                </a:cubicBezTo>
                <a:cubicBezTo>
                  <a:pt x="145" y="101"/>
                  <a:pt x="144" y="101"/>
                  <a:pt x="144" y="101"/>
                </a:cubicBezTo>
                <a:cubicBezTo>
                  <a:pt x="144" y="100"/>
                  <a:pt x="144" y="100"/>
                  <a:pt x="144" y="100"/>
                </a:cubicBezTo>
                <a:cubicBezTo>
                  <a:pt x="145" y="100"/>
                  <a:pt x="145" y="100"/>
                  <a:pt x="145" y="100"/>
                </a:cubicBezTo>
                <a:cubicBezTo>
                  <a:pt x="145" y="101"/>
                  <a:pt x="145" y="101"/>
                  <a:pt x="145" y="101"/>
                </a:cubicBezTo>
                <a:cubicBezTo>
                  <a:pt x="145" y="101"/>
                  <a:pt x="146" y="101"/>
                  <a:pt x="146" y="101"/>
                </a:cubicBezTo>
                <a:cubicBezTo>
                  <a:pt x="146" y="101"/>
                  <a:pt x="146" y="101"/>
                  <a:pt x="146" y="101"/>
                </a:cubicBezTo>
                <a:cubicBezTo>
                  <a:pt x="146" y="101"/>
                  <a:pt x="146" y="101"/>
                  <a:pt x="146" y="101"/>
                </a:cubicBezTo>
                <a:cubicBezTo>
                  <a:pt x="146" y="100"/>
                  <a:pt x="146" y="100"/>
                  <a:pt x="146" y="100"/>
                </a:cubicBezTo>
                <a:cubicBezTo>
                  <a:pt x="146" y="100"/>
                  <a:pt x="146" y="100"/>
                  <a:pt x="146" y="100"/>
                </a:cubicBezTo>
                <a:cubicBezTo>
                  <a:pt x="146" y="100"/>
                  <a:pt x="147" y="100"/>
                  <a:pt x="147" y="100"/>
                </a:cubicBezTo>
                <a:cubicBezTo>
                  <a:pt x="147" y="100"/>
                  <a:pt x="147" y="100"/>
                  <a:pt x="147" y="100"/>
                </a:cubicBezTo>
                <a:cubicBezTo>
                  <a:pt x="147" y="100"/>
                  <a:pt x="147" y="100"/>
                  <a:pt x="146" y="100"/>
                </a:cubicBezTo>
                <a:cubicBezTo>
                  <a:pt x="146" y="100"/>
                  <a:pt x="146" y="100"/>
                  <a:pt x="146" y="100"/>
                </a:cubicBezTo>
                <a:cubicBezTo>
                  <a:pt x="146" y="100"/>
                  <a:pt x="146" y="100"/>
                  <a:pt x="146" y="99"/>
                </a:cubicBezTo>
                <a:cubicBezTo>
                  <a:pt x="146" y="99"/>
                  <a:pt x="147" y="100"/>
                  <a:pt x="147" y="100"/>
                </a:cubicBezTo>
                <a:cubicBezTo>
                  <a:pt x="147" y="100"/>
                  <a:pt x="147" y="99"/>
                  <a:pt x="147" y="99"/>
                </a:cubicBezTo>
                <a:cubicBezTo>
                  <a:pt x="148" y="100"/>
                  <a:pt x="148" y="100"/>
                  <a:pt x="149" y="100"/>
                </a:cubicBezTo>
                <a:cubicBezTo>
                  <a:pt x="149" y="99"/>
                  <a:pt x="149" y="99"/>
                  <a:pt x="149" y="99"/>
                </a:cubicBezTo>
                <a:cubicBezTo>
                  <a:pt x="149" y="99"/>
                  <a:pt x="150" y="99"/>
                  <a:pt x="151" y="98"/>
                </a:cubicBezTo>
                <a:cubicBezTo>
                  <a:pt x="152" y="98"/>
                  <a:pt x="152" y="99"/>
                  <a:pt x="153" y="98"/>
                </a:cubicBezTo>
                <a:cubicBezTo>
                  <a:pt x="153" y="98"/>
                  <a:pt x="153" y="99"/>
                  <a:pt x="153" y="99"/>
                </a:cubicBezTo>
                <a:cubicBezTo>
                  <a:pt x="154" y="99"/>
                  <a:pt x="154" y="99"/>
                  <a:pt x="154" y="99"/>
                </a:cubicBezTo>
                <a:cubicBezTo>
                  <a:pt x="154" y="99"/>
                  <a:pt x="154" y="99"/>
                  <a:pt x="155" y="99"/>
                </a:cubicBezTo>
                <a:cubicBezTo>
                  <a:pt x="155" y="99"/>
                  <a:pt x="155" y="100"/>
                  <a:pt x="156" y="100"/>
                </a:cubicBezTo>
                <a:cubicBezTo>
                  <a:pt x="156" y="100"/>
                  <a:pt x="157" y="100"/>
                  <a:pt x="157" y="100"/>
                </a:cubicBezTo>
                <a:cubicBezTo>
                  <a:pt x="157" y="100"/>
                  <a:pt x="158" y="100"/>
                  <a:pt x="158" y="100"/>
                </a:cubicBezTo>
                <a:cubicBezTo>
                  <a:pt x="158" y="100"/>
                  <a:pt x="159" y="100"/>
                  <a:pt x="159" y="100"/>
                </a:cubicBezTo>
                <a:cubicBezTo>
                  <a:pt x="160" y="100"/>
                  <a:pt x="161" y="99"/>
                  <a:pt x="161" y="98"/>
                </a:cubicBezTo>
                <a:cubicBezTo>
                  <a:pt x="161" y="98"/>
                  <a:pt x="160" y="98"/>
                  <a:pt x="160" y="97"/>
                </a:cubicBezTo>
                <a:cubicBezTo>
                  <a:pt x="160" y="97"/>
                  <a:pt x="159" y="97"/>
                  <a:pt x="159" y="97"/>
                </a:cubicBezTo>
                <a:cubicBezTo>
                  <a:pt x="159" y="96"/>
                  <a:pt x="159" y="96"/>
                  <a:pt x="159" y="96"/>
                </a:cubicBezTo>
                <a:cubicBezTo>
                  <a:pt x="159" y="96"/>
                  <a:pt x="158" y="96"/>
                  <a:pt x="158" y="96"/>
                </a:cubicBezTo>
                <a:cubicBezTo>
                  <a:pt x="158" y="95"/>
                  <a:pt x="158" y="95"/>
                  <a:pt x="157" y="95"/>
                </a:cubicBezTo>
                <a:cubicBezTo>
                  <a:pt x="157" y="95"/>
                  <a:pt x="157" y="95"/>
                  <a:pt x="157" y="95"/>
                </a:cubicBezTo>
                <a:cubicBezTo>
                  <a:pt x="156" y="95"/>
                  <a:pt x="156" y="94"/>
                  <a:pt x="156" y="94"/>
                </a:cubicBezTo>
                <a:cubicBezTo>
                  <a:pt x="156" y="94"/>
                  <a:pt x="156" y="94"/>
                  <a:pt x="156" y="94"/>
                </a:cubicBezTo>
                <a:cubicBezTo>
                  <a:pt x="156" y="94"/>
                  <a:pt x="155" y="94"/>
                  <a:pt x="155" y="94"/>
                </a:cubicBezTo>
                <a:cubicBezTo>
                  <a:pt x="155" y="94"/>
                  <a:pt x="156" y="94"/>
                  <a:pt x="156" y="93"/>
                </a:cubicBezTo>
                <a:cubicBezTo>
                  <a:pt x="156" y="93"/>
                  <a:pt x="156" y="93"/>
                  <a:pt x="156" y="93"/>
                </a:cubicBezTo>
                <a:cubicBezTo>
                  <a:pt x="157" y="93"/>
                  <a:pt x="157" y="93"/>
                  <a:pt x="157" y="92"/>
                </a:cubicBezTo>
                <a:cubicBezTo>
                  <a:pt x="157" y="92"/>
                  <a:pt x="156" y="92"/>
                  <a:pt x="156" y="92"/>
                </a:cubicBezTo>
                <a:cubicBezTo>
                  <a:pt x="156" y="92"/>
                  <a:pt x="156" y="92"/>
                  <a:pt x="156" y="92"/>
                </a:cubicBezTo>
                <a:cubicBezTo>
                  <a:pt x="157" y="92"/>
                  <a:pt x="157" y="91"/>
                  <a:pt x="158" y="91"/>
                </a:cubicBezTo>
                <a:cubicBezTo>
                  <a:pt x="158" y="91"/>
                  <a:pt x="158" y="91"/>
                  <a:pt x="158" y="91"/>
                </a:cubicBezTo>
                <a:cubicBezTo>
                  <a:pt x="157" y="91"/>
                  <a:pt x="157" y="91"/>
                  <a:pt x="157" y="91"/>
                </a:cubicBezTo>
                <a:cubicBezTo>
                  <a:pt x="157" y="91"/>
                  <a:pt x="157" y="91"/>
                  <a:pt x="157" y="91"/>
                </a:cubicBezTo>
                <a:cubicBezTo>
                  <a:pt x="156" y="91"/>
                  <a:pt x="156" y="91"/>
                  <a:pt x="156" y="91"/>
                </a:cubicBezTo>
                <a:cubicBezTo>
                  <a:pt x="156" y="91"/>
                  <a:pt x="156" y="91"/>
                  <a:pt x="155" y="91"/>
                </a:cubicBezTo>
                <a:cubicBezTo>
                  <a:pt x="155" y="92"/>
                  <a:pt x="154" y="92"/>
                  <a:pt x="154" y="92"/>
                </a:cubicBezTo>
                <a:cubicBezTo>
                  <a:pt x="154" y="92"/>
                  <a:pt x="154" y="92"/>
                  <a:pt x="154" y="92"/>
                </a:cubicBezTo>
                <a:cubicBezTo>
                  <a:pt x="153" y="92"/>
                  <a:pt x="153" y="92"/>
                  <a:pt x="153" y="92"/>
                </a:cubicBezTo>
                <a:cubicBezTo>
                  <a:pt x="153" y="92"/>
                  <a:pt x="153" y="92"/>
                  <a:pt x="153" y="92"/>
                </a:cubicBezTo>
                <a:cubicBezTo>
                  <a:pt x="153" y="92"/>
                  <a:pt x="153" y="92"/>
                  <a:pt x="153" y="92"/>
                </a:cubicBezTo>
                <a:cubicBezTo>
                  <a:pt x="153" y="92"/>
                  <a:pt x="153" y="92"/>
                  <a:pt x="153" y="92"/>
                </a:cubicBezTo>
                <a:cubicBezTo>
                  <a:pt x="152" y="92"/>
                  <a:pt x="152" y="92"/>
                  <a:pt x="152" y="92"/>
                </a:cubicBezTo>
                <a:cubicBezTo>
                  <a:pt x="152" y="92"/>
                  <a:pt x="152" y="92"/>
                  <a:pt x="152" y="92"/>
                </a:cubicBezTo>
                <a:cubicBezTo>
                  <a:pt x="152" y="93"/>
                  <a:pt x="153" y="93"/>
                  <a:pt x="153" y="94"/>
                </a:cubicBezTo>
                <a:cubicBezTo>
                  <a:pt x="153" y="94"/>
                  <a:pt x="154" y="94"/>
                  <a:pt x="154" y="94"/>
                </a:cubicBezTo>
                <a:cubicBezTo>
                  <a:pt x="154" y="94"/>
                  <a:pt x="154" y="94"/>
                  <a:pt x="155" y="94"/>
                </a:cubicBezTo>
                <a:cubicBezTo>
                  <a:pt x="155" y="94"/>
                  <a:pt x="154" y="94"/>
                  <a:pt x="154" y="94"/>
                </a:cubicBezTo>
                <a:cubicBezTo>
                  <a:pt x="154" y="94"/>
                  <a:pt x="154" y="94"/>
                  <a:pt x="154" y="94"/>
                </a:cubicBezTo>
                <a:cubicBezTo>
                  <a:pt x="154" y="94"/>
                  <a:pt x="154" y="94"/>
                  <a:pt x="153" y="94"/>
                </a:cubicBezTo>
                <a:cubicBezTo>
                  <a:pt x="153" y="94"/>
                  <a:pt x="153" y="94"/>
                  <a:pt x="153" y="94"/>
                </a:cubicBezTo>
                <a:cubicBezTo>
                  <a:pt x="153" y="94"/>
                  <a:pt x="153" y="94"/>
                  <a:pt x="152" y="94"/>
                </a:cubicBezTo>
                <a:cubicBezTo>
                  <a:pt x="152" y="95"/>
                  <a:pt x="152" y="95"/>
                  <a:pt x="151" y="95"/>
                </a:cubicBezTo>
                <a:cubicBezTo>
                  <a:pt x="151" y="95"/>
                  <a:pt x="151" y="95"/>
                  <a:pt x="151" y="95"/>
                </a:cubicBezTo>
                <a:cubicBezTo>
                  <a:pt x="151" y="94"/>
                  <a:pt x="151" y="94"/>
                  <a:pt x="150" y="94"/>
                </a:cubicBezTo>
                <a:cubicBezTo>
                  <a:pt x="150" y="94"/>
                  <a:pt x="150" y="94"/>
                  <a:pt x="150" y="94"/>
                </a:cubicBezTo>
                <a:cubicBezTo>
                  <a:pt x="150" y="93"/>
                  <a:pt x="151" y="93"/>
                  <a:pt x="151" y="93"/>
                </a:cubicBezTo>
                <a:cubicBezTo>
                  <a:pt x="151" y="93"/>
                  <a:pt x="151" y="93"/>
                  <a:pt x="151" y="92"/>
                </a:cubicBezTo>
                <a:cubicBezTo>
                  <a:pt x="150" y="92"/>
                  <a:pt x="150" y="93"/>
                  <a:pt x="149" y="92"/>
                </a:cubicBezTo>
                <a:cubicBezTo>
                  <a:pt x="149" y="92"/>
                  <a:pt x="149" y="92"/>
                  <a:pt x="149" y="92"/>
                </a:cubicBezTo>
                <a:cubicBezTo>
                  <a:pt x="149" y="92"/>
                  <a:pt x="149" y="92"/>
                  <a:pt x="150" y="92"/>
                </a:cubicBezTo>
                <a:cubicBezTo>
                  <a:pt x="150" y="92"/>
                  <a:pt x="150" y="92"/>
                  <a:pt x="150" y="92"/>
                </a:cubicBezTo>
                <a:cubicBezTo>
                  <a:pt x="149" y="92"/>
                  <a:pt x="149" y="92"/>
                  <a:pt x="149" y="91"/>
                </a:cubicBezTo>
                <a:cubicBezTo>
                  <a:pt x="149" y="91"/>
                  <a:pt x="149" y="92"/>
                  <a:pt x="149" y="92"/>
                </a:cubicBezTo>
                <a:cubicBezTo>
                  <a:pt x="149" y="92"/>
                  <a:pt x="149" y="92"/>
                  <a:pt x="149" y="92"/>
                </a:cubicBezTo>
                <a:cubicBezTo>
                  <a:pt x="148" y="92"/>
                  <a:pt x="148" y="92"/>
                  <a:pt x="147" y="93"/>
                </a:cubicBezTo>
                <a:cubicBezTo>
                  <a:pt x="147" y="93"/>
                  <a:pt x="146" y="93"/>
                  <a:pt x="147" y="93"/>
                </a:cubicBezTo>
                <a:cubicBezTo>
                  <a:pt x="147" y="94"/>
                  <a:pt x="147" y="94"/>
                  <a:pt x="147" y="94"/>
                </a:cubicBezTo>
                <a:cubicBezTo>
                  <a:pt x="147" y="94"/>
                  <a:pt x="147" y="94"/>
                  <a:pt x="146" y="94"/>
                </a:cubicBezTo>
                <a:cubicBezTo>
                  <a:pt x="146" y="94"/>
                  <a:pt x="145" y="95"/>
                  <a:pt x="145" y="96"/>
                </a:cubicBezTo>
                <a:cubicBezTo>
                  <a:pt x="145" y="96"/>
                  <a:pt x="145" y="96"/>
                  <a:pt x="145" y="96"/>
                </a:cubicBezTo>
                <a:cubicBezTo>
                  <a:pt x="145" y="96"/>
                  <a:pt x="145" y="96"/>
                  <a:pt x="145" y="97"/>
                </a:cubicBezTo>
                <a:cubicBezTo>
                  <a:pt x="145" y="97"/>
                  <a:pt x="145" y="97"/>
                  <a:pt x="145" y="97"/>
                </a:cubicBezTo>
                <a:cubicBezTo>
                  <a:pt x="144" y="97"/>
                  <a:pt x="144" y="98"/>
                  <a:pt x="144" y="98"/>
                </a:cubicBezTo>
                <a:cubicBezTo>
                  <a:pt x="144" y="98"/>
                  <a:pt x="144" y="98"/>
                  <a:pt x="144" y="98"/>
                </a:cubicBezTo>
                <a:cubicBezTo>
                  <a:pt x="144" y="98"/>
                  <a:pt x="145" y="99"/>
                  <a:pt x="145" y="99"/>
                </a:cubicBezTo>
                <a:cubicBezTo>
                  <a:pt x="145" y="99"/>
                  <a:pt x="146" y="99"/>
                  <a:pt x="146" y="99"/>
                </a:cubicBezTo>
                <a:cubicBezTo>
                  <a:pt x="146" y="100"/>
                  <a:pt x="146" y="100"/>
                  <a:pt x="146" y="100"/>
                </a:cubicBezTo>
                <a:cubicBezTo>
                  <a:pt x="145" y="100"/>
                  <a:pt x="145" y="100"/>
                  <a:pt x="145" y="100"/>
                </a:cubicBezTo>
                <a:cubicBezTo>
                  <a:pt x="144" y="100"/>
                  <a:pt x="144" y="100"/>
                  <a:pt x="144" y="100"/>
                </a:cubicBezTo>
                <a:cubicBezTo>
                  <a:pt x="144" y="100"/>
                  <a:pt x="144" y="100"/>
                  <a:pt x="144" y="100"/>
                </a:cubicBezTo>
                <a:cubicBezTo>
                  <a:pt x="144" y="100"/>
                  <a:pt x="143" y="100"/>
                  <a:pt x="143" y="101"/>
                </a:cubicBezTo>
                <a:cubicBezTo>
                  <a:pt x="143" y="101"/>
                  <a:pt x="143" y="101"/>
                  <a:pt x="143" y="101"/>
                </a:cubicBezTo>
                <a:cubicBezTo>
                  <a:pt x="143" y="101"/>
                  <a:pt x="143" y="101"/>
                  <a:pt x="143" y="101"/>
                </a:cubicBezTo>
                <a:cubicBezTo>
                  <a:pt x="143" y="101"/>
                  <a:pt x="143" y="101"/>
                  <a:pt x="143" y="100"/>
                </a:cubicBezTo>
                <a:cubicBezTo>
                  <a:pt x="143" y="100"/>
                  <a:pt x="143" y="100"/>
                  <a:pt x="143" y="100"/>
                </a:cubicBezTo>
                <a:cubicBezTo>
                  <a:pt x="143" y="100"/>
                  <a:pt x="143" y="100"/>
                  <a:pt x="142" y="100"/>
                </a:cubicBezTo>
                <a:cubicBezTo>
                  <a:pt x="142" y="100"/>
                  <a:pt x="142" y="100"/>
                  <a:pt x="142" y="100"/>
                </a:cubicBezTo>
                <a:cubicBezTo>
                  <a:pt x="142" y="100"/>
                  <a:pt x="141" y="100"/>
                  <a:pt x="141" y="100"/>
                </a:cubicBezTo>
                <a:cubicBezTo>
                  <a:pt x="141" y="100"/>
                  <a:pt x="141" y="100"/>
                  <a:pt x="141" y="100"/>
                </a:cubicBezTo>
                <a:cubicBezTo>
                  <a:pt x="141" y="100"/>
                  <a:pt x="141" y="100"/>
                  <a:pt x="140" y="100"/>
                </a:cubicBezTo>
                <a:cubicBezTo>
                  <a:pt x="140" y="100"/>
                  <a:pt x="140" y="100"/>
                  <a:pt x="140" y="100"/>
                </a:cubicBezTo>
                <a:cubicBezTo>
                  <a:pt x="140" y="100"/>
                  <a:pt x="140" y="100"/>
                  <a:pt x="140" y="100"/>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1"/>
                  <a:pt x="139" y="101"/>
                  <a:pt x="139" y="101"/>
                </a:cubicBezTo>
                <a:cubicBezTo>
                  <a:pt x="139" y="101"/>
                  <a:pt x="139" y="101"/>
                  <a:pt x="139" y="101"/>
                </a:cubicBezTo>
                <a:cubicBezTo>
                  <a:pt x="139" y="101"/>
                  <a:pt x="139" y="101"/>
                  <a:pt x="140" y="101"/>
                </a:cubicBezTo>
                <a:cubicBezTo>
                  <a:pt x="140" y="101"/>
                  <a:pt x="140" y="101"/>
                  <a:pt x="140" y="101"/>
                </a:cubicBezTo>
                <a:cubicBezTo>
                  <a:pt x="139" y="101"/>
                  <a:pt x="139" y="101"/>
                  <a:pt x="139" y="101"/>
                </a:cubicBezTo>
                <a:cubicBezTo>
                  <a:pt x="139" y="101"/>
                  <a:pt x="139" y="101"/>
                  <a:pt x="139" y="101"/>
                </a:cubicBezTo>
                <a:cubicBezTo>
                  <a:pt x="139" y="101"/>
                  <a:pt x="139" y="100"/>
                  <a:pt x="139" y="100"/>
                </a:cubicBezTo>
                <a:cubicBezTo>
                  <a:pt x="139" y="100"/>
                  <a:pt x="139" y="100"/>
                  <a:pt x="139" y="100"/>
                </a:cubicBezTo>
                <a:cubicBezTo>
                  <a:pt x="139" y="100"/>
                  <a:pt x="139" y="100"/>
                  <a:pt x="139" y="100"/>
                </a:cubicBezTo>
                <a:cubicBezTo>
                  <a:pt x="139" y="100"/>
                  <a:pt x="138" y="100"/>
                  <a:pt x="138" y="101"/>
                </a:cubicBezTo>
                <a:cubicBezTo>
                  <a:pt x="138" y="101"/>
                  <a:pt x="138" y="101"/>
                  <a:pt x="138" y="101"/>
                </a:cubicBezTo>
                <a:cubicBezTo>
                  <a:pt x="138" y="101"/>
                  <a:pt x="138" y="101"/>
                  <a:pt x="138" y="101"/>
                </a:cubicBezTo>
                <a:cubicBezTo>
                  <a:pt x="138"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2"/>
                </a:cubicBezTo>
                <a:cubicBezTo>
                  <a:pt x="139" y="102"/>
                  <a:pt x="139" y="102"/>
                  <a:pt x="139" y="103"/>
                </a:cubicBezTo>
                <a:cubicBezTo>
                  <a:pt x="139" y="103"/>
                  <a:pt x="138" y="103"/>
                  <a:pt x="138" y="103"/>
                </a:cubicBezTo>
                <a:cubicBezTo>
                  <a:pt x="138" y="103"/>
                  <a:pt x="138" y="103"/>
                  <a:pt x="138" y="103"/>
                </a:cubicBezTo>
                <a:cubicBezTo>
                  <a:pt x="139" y="103"/>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39" y="104"/>
                </a:cubicBezTo>
                <a:cubicBezTo>
                  <a:pt x="139" y="104"/>
                  <a:pt x="139" y="104"/>
                  <a:pt x="139" y="104"/>
                </a:cubicBezTo>
                <a:cubicBezTo>
                  <a:pt x="139" y="104"/>
                  <a:pt x="139" y="104"/>
                  <a:pt x="139" y="104"/>
                </a:cubicBezTo>
                <a:cubicBezTo>
                  <a:pt x="139" y="104"/>
                  <a:pt x="139" y="104"/>
                  <a:pt x="139" y="104"/>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9" y="105"/>
                </a:cubicBezTo>
                <a:cubicBezTo>
                  <a:pt x="139" y="105"/>
                  <a:pt x="139" y="105"/>
                  <a:pt x="138" y="105"/>
                </a:cubicBezTo>
                <a:cubicBezTo>
                  <a:pt x="138" y="105"/>
                  <a:pt x="138" y="105"/>
                  <a:pt x="138" y="105"/>
                </a:cubicBezTo>
                <a:cubicBezTo>
                  <a:pt x="139" y="105"/>
                  <a:pt x="139" y="105"/>
                  <a:pt x="139" y="106"/>
                </a:cubicBezTo>
                <a:cubicBezTo>
                  <a:pt x="139" y="106"/>
                  <a:pt x="138" y="106"/>
                  <a:pt x="138" y="106"/>
                </a:cubicBezTo>
                <a:cubicBezTo>
                  <a:pt x="138" y="106"/>
                  <a:pt x="138" y="106"/>
                  <a:pt x="138" y="106"/>
                </a:cubicBezTo>
                <a:cubicBezTo>
                  <a:pt x="138" y="106"/>
                  <a:pt x="138" y="106"/>
                  <a:pt x="138" y="106"/>
                </a:cubicBezTo>
                <a:cubicBezTo>
                  <a:pt x="138" y="106"/>
                  <a:pt x="138" y="105"/>
                  <a:pt x="138" y="105"/>
                </a:cubicBezTo>
                <a:cubicBezTo>
                  <a:pt x="138" y="105"/>
                  <a:pt x="138" y="105"/>
                  <a:pt x="137" y="106"/>
                </a:cubicBezTo>
                <a:cubicBezTo>
                  <a:pt x="137" y="105"/>
                  <a:pt x="137" y="105"/>
                  <a:pt x="137" y="105"/>
                </a:cubicBezTo>
                <a:cubicBezTo>
                  <a:pt x="137" y="105"/>
                  <a:pt x="137" y="105"/>
                  <a:pt x="137" y="105"/>
                </a:cubicBezTo>
                <a:cubicBezTo>
                  <a:pt x="137" y="105"/>
                  <a:pt x="137" y="104"/>
                  <a:pt x="137" y="104"/>
                </a:cubicBezTo>
                <a:cubicBezTo>
                  <a:pt x="137" y="104"/>
                  <a:pt x="137" y="104"/>
                  <a:pt x="137" y="104"/>
                </a:cubicBezTo>
                <a:cubicBezTo>
                  <a:pt x="137" y="104"/>
                  <a:pt x="138" y="104"/>
                  <a:pt x="138" y="104"/>
                </a:cubicBezTo>
                <a:cubicBezTo>
                  <a:pt x="138" y="104"/>
                  <a:pt x="139" y="104"/>
                  <a:pt x="139" y="104"/>
                </a:cubicBezTo>
                <a:cubicBezTo>
                  <a:pt x="139" y="104"/>
                  <a:pt x="139" y="104"/>
                  <a:pt x="139" y="104"/>
                </a:cubicBezTo>
                <a:cubicBezTo>
                  <a:pt x="139" y="104"/>
                  <a:pt x="138" y="103"/>
                  <a:pt x="138" y="103"/>
                </a:cubicBezTo>
                <a:cubicBezTo>
                  <a:pt x="138" y="103"/>
                  <a:pt x="137" y="103"/>
                  <a:pt x="137" y="103"/>
                </a:cubicBezTo>
                <a:cubicBezTo>
                  <a:pt x="137" y="103"/>
                  <a:pt x="136" y="103"/>
                  <a:pt x="136" y="103"/>
                </a:cubicBezTo>
                <a:cubicBezTo>
                  <a:pt x="136" y="103"/>
                  <a:pt x="136" y="103"/>
                  <a:pt x="136" y="103"/>
                </a:cubicBezTo>
                <a:cubicBezTo>
                  <a:pt x="136" y="103"/>
                  <a:pt x="137" y="103"/>
                  <a:pt x="137" y="103"/>
                </a:cubicBezTo>
                <a:cubicBezTo>
                  <a:pt x="137" y="103"/>
                  <a:pt x="137" y="103"/>
                  <a:pt x="137" y="103"/>
                </a:cubicBezTo>
                <a:cubicBezTo>
                  <a:pt x="137" y="103"/>
                  <a:pt x="137" y="103"/>
                  <a:pt x="137" y="102"/>
                </a:cubicBezTo>
                <a:cubicBezTo>
                  <a:pt x="136" y="103"/>
                  <a:pt x="136" y="102"/>
                  <a:pt x="135" y="102"/>
                </a:cubicBezTo>
                <a:cubicBezTo>
                  <a:pt x="135" y="102"/>
                  <a:pt x="135" y="102"/>
                  <a:pt x="135" y="101"/>
                </a:cubicBezTo>
                <a:cubicBezTo>
                  <a:pt x="135" y="101"/>
                  <a:pt x="135" y="101"/>
                  <a:pt x="135" y="101"/>
                </a:cubicBezTo>
                <a:cubicBezTo>
                  <a:pt x="135" y="101"/>
                  <a:pt x="135" y="101"/>
                  <a:pt x="135" y="101"/>
                </a:cubicBezTo>
                <a:cubicBezTo>
                  <a:pt x="135" y="101"/>
                  <a:pt x="135" y="101"/>
                  <a:pt x="135" y="100"/>
                </a:cubicBezTo>
                <a:cubicBezTo>
                  <a:pt x="135" y="100"/>
                  <a:pt x="135" y="100"/>
                  <a:pt x="135" y="100"/>
                </a:cubicBezTo>
                <a:cubicBezTo>
                  <a:pt x="135" y="100"/>
                  <a:pt x="135" y="99"/>
                  <a:pt x="135" y="99"/>
                </a:cubicBezTo>
                <a:cubicBezTo>
                  <a:pt x="135" y="99"/>
                  <a:pt x="135" y="99"/>
                  <a:pt x="135" y="99"/>
                </a:cubicBezTo>
                <a:cubicBezTo>
                  <a:pt x="135" y="99"/>
                  <a:pt x="135" y="99"/>
                  <a:pt x="134" y="99"/>
                </a:cubicBezTo>
                <a:cubicBezTo>
                  <a:pt x="134" y="98"/>
                  <a:pt x="134" y="98"/>
                  <a:pt x="134" y="98"/>
                </a:cubicBezTo>
                <a:cubicBezTo>
                  <a:pt x="134" y="98"/>
                  <a:pt x="133" y="98"/>
                  <a:pt x="132" y="97"/>
                </a:cubicBezTo>
                <a:cubicBezTo>
                  <a:pt x="132" y="97"/>
                  <a:pt x="132" y="97"/>
                  <a:pt x="132" y="97"/>
                </a:cubicBezTo>
                <a:cubicBezTo>
                  <a:pt x="132" y="97"/>
                  <a:pt x="131" y="96"/>
                  <a:pt x="131" y="96"/>
                </a:cubicBezTo>
                <a:cubicBezTo>
                  <a:pt x="131" y="96"/>
                  <a:pt x="131" y="96"/>
                  <a:pt x="131" y="96"/>
                </a:cubicBezTo>
                <a:cubicBezTo>
                  <a:pt x="130" y="96"/>
                  <a:pt x="130" y="96"/>
                  <a:pt x="130" y="95"/>
                </a:cubicBezTo>
                <a:cubicBezTo>
                  <a:pt x="130" y="95"/>
                  <a:pt x="130" y="95"/>
                  <a:pt x="130" y="95"/>
                </a:cubicBezTo>
                <a:cubicBezTo>
                  <a:pt x="130" y="95"/>
                  <a:pt x="130" y="95"/>
                  <a:pt x="130" y="95"/>
                </a:cubicBezTo>
                <a:cubicBezTo>
                  <a:pt x="129" y="95"/>
                  <a:pt x="130" y="94"/>
                  <a:pt x="129" y="94"/>
                </a:cubicBezTo>
                <a:cubicBezTo>
                  <a:pt x="129" y="94"/>
                  <a:pt x="129" y="94"/>
                  <a:pt x="129" y="94"/>
                </a:cubicBezTo>
                <a:cubicBezTo>
                  <a:pt x="128" y="94"/>
                  <a:pt x="128" y="94"/>
                  <a:pt x="128" y="95"/>
                </a:cubicBezTo>
                <a:cubicBezTo>
                  <a:pt x="128" y="94"/>
                  <a:pt x="128" y="94"/>
                  <a:pt x="128" y="94"/>
                </a:cubicBezTo>
                <a:cubicBezTo>
                  <a:pt x="128" y="94"/>
                  <a:pt x="128" y="93"/>
                  <a:pt x="128" y="93"/>
                </a:cubicBezTo>
                <a:cubicBezTo>
                  <a:pt x="128" y="93"/>
                  <a:pt x="128" y="93"/>
                  <a:pt x="128" y="93"/>
                </a:cubicBezTo>
                <a:cubicBezTo>
                  <a:pt x="128" y="93"/>
                  <a:pt x="128" y="93"/>
                  <a:pt x="127" y="93"/>
                </a:cubicBezTo>
                <a:cubicBezTo>
                  <a:pt x="127" y="93"/>
                  <a:pt x="127" y="93"/>
                  <a:pt x="127" y="93"/>
                </a:cubicBezTo>
                <a:cubicBezTo>
                  <a:pt x="127" y="93"/>
                  <a:pt x="127" y="94"/>
                  <a:pt x="126" y="94"/>
                </a:cubicBezTo>
                <a:cubicBezTo>
                  <a:pt x="126" y="94"/>
                  <a:pt x="126" y="94"/>
                  <a:pt x="126" y="94"/>
                </a:cubicBezTo>
                <a:cubicBezTo>
                  <a:pt x="126" y="94"/>
                  <a:pt x="126" y="94"/>
                  <a:pt x="126" y="94"/>
                </a:cubicBezTo>
                <a:cubicBezTo>
                  <a:pt x="126" y="94"/>
                  <a:pt x="127" y="94"/>
                  <a:pt x="127" y="94"/>
                </a:cubicBezTo>
                <a:cubicBezTo>
                  <a:pt x="127" y="95"/>
                  <a:pt x="126" y="95"/>
                  <a:pt x="126" y="95"/>
                </a:cubicBezTo>
                <a:cubicBezTo>
                  <a:pt x="127" y="95"/>
                  <a:pt x="127" y="96"/>
                  <a:pt x="127" y="96"/>
                </a:cubicBezTo>
                <a:cubicBezTo>
                  <a:pt x="128" y="96"/>
                  <a:pt x="128" y="96"/>
                  <a:pt x="128" y="96"/>
                </a:cubicBezTo>
                <a:cubicBezTo>
                  <a:pt x="128" y="97"/>
                  <a:pt x="128" y="97"/>
                  <a:pt x="128" y="97"/>
                </a:cubicBezTo>
                <a:cubicBezTo>
                  <a:pt x="128" y="98"/>
                  <a:pt x="129" y="98"/>
                  <a:pt x="129" y="98"/>
                </a:cubicBezTo>
                <a:cubicBezTo>
                  <a:pt x="130" y="99"/>
                  <a:pt x="131" y="98"/>
                  <a:pt x="131" y="99"/>
                </a:cubicBezTo>
                <a:cubicBezTo>
                  <a:pt x="131" y="99"/>
                  <a:pt x="131" y="99"/>
                  <a:pt x="131" y="99"/>
                </a:cubicBezTo>
                <a:cubicBezTo>
                  <a:pt x="131" y="99"/>
                  <a:pt x="131" y="99"/>
                  <a:pt x="131" y="99"/>
                </a:cubicBezTo>
                <a:cubicBezTo>
                  <a:pt x="131" y="99"/>
                  <a:pt x="131" y="99"/>
                  <a:pt x="131" y="99"/>
                </a:cubicBezTo>
                <a:cubicBezTo>
                  <a:pt x="132" y="100"/>
                  <a:pt x="133" y="100"/>
                  <a:pt x="134" y="101"/>
                </a:cubicBezTo>
                <a:cubicBezTo>
                  <a:pt x="134" y="101"/>
                  <a:pt x="134" y="101"/>
                  <a:pt x="133" y="102"/>
                </a:cubicBezTo>
                <a:cubicBezTo>
                  <a:pt x="133" y="101"/>
                  <a:pt x="133" y="101"/>
                  <a:pt x="133" y="101"/>
                </a:cubicBezTo>
                <a:cubicBezTo>
                  <a:pt x="133" y="101"/>
                  <a:pt x="133" y="101"/>
                  <a:pt x="133" y="101"/>
                </a:cubicBezTo>
                <a:cubicBezTo>
                  <a:pt x="133" y="101"/>
                  <a:pt x="132" y="101"/>
                  <a:pt x="132" y="101"/>
                </a:cubicBezTo>
                <a:cubicBezTo>
                  <a:pt x="132" y="100"/>
                  <a:pt x="131" y="101"/>
                  <a:pt x="131" y="102"/>
                </a:cubicBezTo>
                <a:cubicBezTo>
                  <a:pt x="132" y="102"/>
                  <a:pt x="132" y="102"/>
                  <a:pt x="132" y="102"/>
                </a:cubicBezTo>
                <a:cubicBezTo>
                  <a:pt x="132" y="102"/>
                  <a:pt x="132" y="102"/>
                  <a:pt x="132" y="103"/>
                </a:cubicBezTo>
                <a:cubicBezTo>
                  <a:pt x="132" y="103"/>
                  <a:pt x="132" y="103"/>
                  <a:pt x="132" y="103"/>
                </a:cubicBezTo>
                <a:cubicBezTo>
                  <a:pt x="132" y="103"/>
                  <a:pt x="132" y="103"/>
                  <a:pt x="131" y="103"/>
                </a:cubicBezTo>
                <a:cubicBezTo>
                  <a:pt x="131" y="103"/>
                  <a:pt x="131" y="103"/>
                  <a:pt x="131" y="103"/>
                </a:cubicBezTo>
                <a:cubicBezTo>
                  <a:pt x="131" y="104"/>
                  <a:pt x="131" y="104"/>
                  <a:pt x="131" y="104"/>
                </a:cubicBezTo>
                <a:cubicBezTo>
                  <a:pt x="130" y="104"/>
                  <a:pt x="130" y="104"/>
                  <a:pt x="130" y="104"/>
                </a:cubicBezTo>
                <a:cubicBezTo>
                  <a:pt x="130" y="104"/>
                  <a:pt x="130" y="104"/>
                  <a:pt x="130" y="104"/>
                </a:cubicBezTo>
                <a:cubicBezTo>
                  <a:pt x="130" y="104"/>
                  <a:pt x="130" y="104"/>
                  <a:pt x="130" y="104"/>
                </a:cubicBezTo>
                <a:cubicBezTo>
                  <a:pt x="131" y="104"/>
                  <a:pt x="131" y="103"/>
                  <a:pt x="131" y="103"/>
                </a:cubicBezTo>
                <a:cubicBezTo>
                  <a:pt x="131" y="103"/>
                  <a:pt x="131" y="103"/>
                  <a:pt x="131" y="103"/>
                </a:cubicBezTo>
                <a:cubicBezTo>
                  <a:pt x="131" y="103"/>
                  <a:pt x="131" y="103"/>
                  <a:pt x="131" y="103"/>
                </a:cubicBezTo>
                <a:cubicBezTo>
                  <a:pt x="131" y="103"/>
                  <a:pt x="131" y="103"/>
                  <a:pt x="131" y="103"/>
                </a:cubicBezTo>
                <a:cubicBezTo>
                  <a:pt x="131" y="103"/>
                  <a:pt x="130" y="101"/>
                  <a:pt x="130" y="101"/>
                </a:cubicBezTo>
                <a:cubicBezTo>
                  <a:pt x="130" y="101"/>
                  <a:pt x="130" y="101"/>
                  <a:pt x="130" y="101"/>
                </a:cubicBezTo>
                <a:cubicBezTo>
                  <a:pt x="130" y="101"/>
                  <a:pt x="130" y="101"/>
                  <a:pt x="129" y="101"/>
                </a:cubicBezTo>
                <a:cubicBezTo>
                  <a:pt x="129" y="101"/>
                  <a:pt x="130" y="101"/>
                  <a:pt x="129" y="101"/>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8" y="100"/>
                </a:cubicBezTo>
                <a:cubicBezTo>
                  <a:pt x="128" y="99"/>
                  <a:pt x="128" y="100"/>
                  <a:pt x="127" y="99"/>
                </a:cubicBezTo>
                <a:cubicBezTo>
                  <a:pt x="126" y="99"/>
                  <a:pt x="126" y="98"/>
                  <a:pt x="125" y="98"/>
                </a:cubicBezTo>
                <a:cubicBezTo>
                  <a:pt x="124" y="97"/>
                  <a:pt x="124" y="96"/>
                  <a:pt x="123" y="95"/>
                </a:cubicBezTo>
                <a:cubicBezTo>
                  <a:pt x="123" y="95"/>
                  <a:pt x="122" y="95"/>
                  <a:pt x="122" y="95"/>
                </a:cubicBezTo>
                <a:cubicBezTo>
                  <a:pt x="122" y="95"/>
                  <a:pt x="121" y="96"/>
                  <a:pt x="121" y="96"/>
                </a:cubicBezTo>
                <a:cubicBezTo>
                  <a:pt x="121" y="96"/>
                  <a:pt x="121" y="96"/>
                  <a:pt x="121" y="96"/>
                </a:cubicBezTo>
                <a:cubicBezTo>
                  <a:pt x="120" y="96"/>
                  <a:pt x="120" y="97"/>
                  <a:pt x="119" y="97"/>
                </a:cubicBezTo>
                <a:cubicBezTo>
                  <a:pt x="118" y="97"/>
                  <a:pt x="118" y="97"/>
                  <a:pt x="118" y="97"/>
                </a:cubicBezTo>
                <a:cubicBezTo>
                  <a:pt x="118" y="96"/>
                  <a:pt x="118" y="97"/>
                  <a:pt x="117" y="97"/>
                </a:cubicBezTo>
                <a:cubicBezTo>
                  <a:pt x="117" y="97"/>
                  <a:pt x="117" y="96"/>
                  <a:pt x="116" y="97"/>
                </a:cubicBezTo>
                <a:cubicBezTo>
                  <a:pt x="115" y="97"/>
                  <a:pt x="116" y="98"/>
                  <a:pt x="116" y="99"/>
                </a:cubicBezTo>
                <a:cubicBezTo>
                  <a:pt x="115" y="99"/>
                  <a:pt x="115" y="99"/>
                  <a:pt x="115" y="99"/>
                </a:cubicBezTo>
                <a:cubicBezTo>
                  <a:pt x="115" y="99"/>
                  <a:pt x="114" y="99"/>
                  <a:pt x="114" y="99"/>
                </a:cubicBezTo>
                <a:cubicBezTo>
                  <a:pt x="114" y="100"/>
                  <a:pt x="113" y="99"/>
                  <a:pt x="113" y="100"/>
                </a:cubicBezTo>
                <a:cubicBezTo>
                  <a:pt x="113" y="100"/>
                  <a:pt x="113" y="100"/>
                  <a:pt x="113" y="100"/>
                </a:cubicBezTo>
                <a:cubicBezTo>
                  <a:pt x="113" y="100"/>
                  <a:pt x="113" y="100"/>
                  <a:pt x="113" y="100"/>
                </a:cubicBezTo>
                <a:cubicBezTo>
                  <a:pt x="112" y="100"/>
                  <a:pt x="112" y="101"/>
                  <a:pt x="112" y="102"/>
                </a:cubicBezTo>
                <a:cubicBezTo>
                  <a:pt x="112" y="102"/>
                  <a:pt x="112" y="102"/>
                  <a:pt x="112" y="103"/>
                </a:cubicBezTo>
                <a:cubicBezTo>
                  <a:pt x="112" y="103"/>
                  <a:pt x="112" y="103"/>
                  <a:pt x="112" y="103"/>
                </a:cubicBezTo>
                <a:cubicBezTo>
                  <a:pt x="112" y="103"/>
                  <a:pt x="112" y="103"/>
                  <a:pt x="112" y="103"/>
                </a:cubicBezTo>
                <a:cubicBezTo>
                  <a:pt x="112" y="103"/>
                  <a:pt x="111" y="104"/>
                  <a:pt x="111" y="104"/>
                </a:cubicBezTo>
                <a:cubicBezTo>
                  <a:pt x="111" y="104"/>
                  <a:pt x="111" y="104"/>
                  <a:pt x="111" y="105"/>
                </a:cubicBezTo>
                <a:cubicBezTo>
                  <a:pt x="111" y="105"/>
                  <a:pt x="110" y="105"/>
                  <a:pt x="110" y="105"/>
                </a:cubicBezTo>
                <a:cubicBezTo>
                  <a:pt x="110" y="105"/>
                  <a:pt x="110" y="105"/>
                  <a:pt x="109" y="106"/>
                </a:cubicBezTo>
                <a:cubicBezTo>
                  <a:pt x="109" y="106"/>
                  <a:pt x="109" y="106"/>
                  <a:pt x="109" y="106"/>
                </a:cubicBezTo>
                <a:cubicBezTo>
                  <a:pt x="109" y="106"/>
                  <a:pt x="109" y="106"/>
                  <a:pt x="109" y="106"/>
                </a:cubicBezTo>
                <a:cubicBezTo>
                  <a:pt x="108" y="106"/>
                  <a:pt x="107" y="106"/>
                  <a:pt x="107" y="106"/>
                </a:cubicBezTo>
                <a:cubicBezTo>
                  <a:pt x="107" y="106"/>
                  <a:pt x="107" y="106"/>
                  <a:pt x="106" y="106"/>
                </a:cubicBezTo>
                <a:cubicBezTo>
                  <a:pt x="106" y="106"/>
                  <a:pt x="106" y="106"/>
                  <a:pt x="106" y="107"/>
                </a:cubicBezTo>
                <a:cubicBezTo>
                  <a:pt x="106" y="107"/>
                  <a:pt x="106" y="107"/>
                  <a:pt x="106" y="107"/>
                </a:cubicBezTo>
                <a:cubicBezTo>
                  <a:pt x="106" y="107"/>
                  <a:pt x="106" y="106"/>
                  <a:pt x="106" y="106"/>
                </a:cubicBezTo>
                <a:cubicBezTo>
                  <a:pt x="106" y="106"/>
                  <a:pt x="106" y="106"/>
                  <a:pt x="106" y="106"/>
                </a:cubicBezTo>
                <a:cubicBezTo>
                  <a:pt x="106" y="107"/>
                  <a:pt x="106" y="107"/>
                  <a:pt x="106" y="107"/>
                </a:cubicBezTo>
                <a:cubicBezTo>
                  <a:pt x="105" y="107"/>
                  <a:pt x="105" y="106"/>
                  <a:pt x="105" y="106"/>
                </a:cubicBezTo>
                <a:cubicBezTo>
                  <a:pt x="105" y="106"/>
                  <a:pt x="105" y="106"/>
                  <a:pt x="104" y="106"/>
                </a:cubicBezTo>
                <a:cubicBezTo>
                  <a:pt x="104" y="105"/>
                  <a:pt x="104" y="105"/>
                  <a:pt x="103" y="105"/>
                </a:cubicBezTo>
                <a:cubicBezTo>
                  <a:pt x="103" y="105"/>
                  <a:pt x="103" y="105"/>
                  <a:pt x="103" y="105"/>
                </a:cubicBezTo>
                <a:cubicBezTo>
                  <a:pt x="103" y="105"/>
                  <a:pt x="102" y="105"/>
                  <a:pt x="102" y="105"/>
                </a:cubicBezTo>
                <a:cubicBezTo>
                  <a:pt x="102" y="105"/>
                  <a:pt x="102" y="105"/>
                  <a:pt x="102" y="105"/>
                </a:cubicBezTo>
                <a:cubicBezTo>
                  <a:pt x="102" y="105"/>
                  <a:pt x="102" y="105"/>
                  <a:pt x="102" y="105"/>
                </a:cubicBezTo>
                <a:cubicBezTo>
                  <a:pt x="101" y="105"/>
                  <a:pt x="102" y="105"/>
                  <a:pt x="102" y="105"/>
                </a:cubicBezTo>
                <a:cubicBezTo>
                  <a:pt x="102" y="104"/>
                  <a:pt x="102" y="104"/>
                  <a:pt x="102" y="104"/>
                </a:cubicBezTo>
                <a:cubicBezTo>
                  <a:pt x="102" y="104"/>
                  <a:pt x="102" y="104"/>
                  <a:pt x="102" y="104"/>
                </a:cubicBezTo>
                <a:cubicBezTo>
                  <a:pt x="102" y="104"/>
                  <a:pt x="102" y="104"/>
                  <a:pt x="102" y="103"/>
                </a:cubicBezTo>
                <a:cubicBezTo>
                  <a:pt x="102" y="103"/>
                  <a:pt x="102" y="103"/>
                  <a:pt x="102" y="103"/>
                </a:cubicBezTo>
                <a:cubicBezTo>
                  <a:pt x="102" y="103"/>
                  <a:pt x="101" y="103"/>
                  <a:pt x="101" y="103"/>
                </a:cubicBezTo>
                <a:cubicBezTo>
                  <a:pt x="101" y="103"/>
                  <a:pt x="101" y="103"/>
                  <a:pt x="101" y="103"/>
                </a:cubicBezTo>
                <a:cubicBezTo>
                  <a:pt x="101" y="103"/>
                  <a:pt x="101" y="103"/>
                  <a:pt x="101" y="103"/>
                </a:cubicBezTo>
                <a:cubicBezTo>
                  <a:pt x="101" y="103"/>
                  <a:pt x="101" y="103"/>
                  <a:pt x="102" y="103"/>
                </a:cubicBezTo>
                <a:cubicBezTo>
                  <a:pt x="102" y="103"/>
                  <a:pt x="102" y="103"/>
                  <a:pt x="101" y="103"/>
                </a:cubicBezTo>
                <a:cubicBezTo>
                  <a:pt x="101" y="103"/>
                  <a:pt x="101" y="103"/>
                  <a:pt x="101" y="103"/>
                </a:cubicBezTo>
                <a:cubicBezTo>
                  <a:pt x="101" y="103"/>
                  <a:pt x="101" y="103"/>
                  <a:pt x="101" y="103"/>
                </a:cubicBezTo>
                <a:cubicBezTo>
                  <a:pt x="101" y="103"/>
                  <a:pt x="101" y="103"/>
                  <a:pt x="101" y="103"/>
                </a:cubicBezTo>
                <a:cubicBezTo>
                  <a:pt x="101" y="103"/>
                  <a:pt x="101" y="102"/>
                  <a:pt x="101" y="102"/>
                </a:cubicBezTo>
                <a:cubicBezTo>
                  <a:pt x="102" y="102"/>
                  <a:pt x="102" y="100"/>
                  <a:pt x="102" y="99"/>
                </a:cubicBezTo>
                <a:cubicBezTo>
                  <a:pt x="102" y="99"/>
                  <a:pt x="102" y="98"/>
                  <a:pt x="102" y="98"/>
                </a:cubicBezTo>
                <a:cubicBezTo>
                  <a:pt x="102" y="98"/>
                  <a:pt x="102" y="97"/>
                  <a:pt x="101" y="97"/>
                </a:cubicBezTo>
                <a:cubicBezTo>
                  <a:pt x="101" y="97"/>
                  <a:pt x="101" y="97"/>
                  <a:pt x="101" y="97"/>
                </a:cubicBezTo>
                <a:cubicBezTo>
                  <a:pt x="101" y="97"/>
                  <a:pt x="102" y="97"/>
                  <a:pt x="102" y="97"/>
                </a:cubicBezTo>
                <a:cubicBezTo>
                  <a:pt x="102" y="97"/>
                  <a:pt x="102" y="97"/>
                  <a:pt x="102" y="97"/>
                </a:cubicBezTo>
                <a:cubicBezTo>
                  <a:pt x="102" y="96"/>
                  <a:pt x="102" y="96"/>
                  <a:pt x="102" y="96"/>
                </a:cubicBezTo>
                <a:cubicBezTo>
                  <a:pt x="103" y="96"/>
                  <a:pt x="103" y="96"/>
                  <a:pt x="104" y="96"/>
                </a:cubicBezTo>
                <a:cubicBezTo>
                  <a:pt x="104" y="96"/>
                  <a:pt x="105" y="96"/>
                  <a:pt x="105" y="96"/>
                </a:cubicBezTo>
                <a:cubicBezTo>
                  <a:pt x="105" y="96"/>
                  <a:pt x="106" y="96"/>
                  <a:pt x="106" y="96"/>
                </a:cubicBezTo>
                <a:cubicBezTo>
                  <a:pt x="107" y="96"/>
                  <a:pt x="108" y="97"/>
                  <a:pt x="109" y="96"/>
                </a:cubicBezTo>
                <a:cubicBezTo>
                  <a:pt x="109" y="96"/>
                  <a:pt x="109" y="97"/>
                  <a:pt x="110" y="97"/>
                </a:cubicBezTo>
                <a:cubicBezTo>
                  <a:pt x="110" y="96"/>
                  <a:pt x="110" y="95"/>
                  <a:pt x="110" y="95"/>
                </a:cubicBezTo>
                <a:cubicBezTo>
                  <a:pt x="111" y="95"/>
                  <a:pt x="111" y="95"/>
                  <a:pt x="111" y="95"/>
                </a:cubicBezTo>
                <a:cubicBezTo>
                  <a:pt x="111" y="95"/>
                  <a:pt x="111" y="95"/>
                  <a:pt x="111" y="95"/>
                </a:cubicBezTo>
                <a:cubicBezTo>
                  <a:pt x="111" y="95"/>
                  <a:pt x="111" y="95"/>
                  <a:pt x="110" y="95"/>
                </a:cubicBezTo>
                <a:cubicBezTo>
                  <a:pt x="110" y="94"/>
                  <a:pt x="111" y="94"/>
                  <a:pt x="111" y="93"/>
                </a:cubicBezTo>
                <a:cubicBezTo>
                  <a:pt x="111" y="93"/>
                  <a:pt x="111" y="93"/>
                  <a:pt x="111" y="93"/>
                </a:cubicBezTo>
                <a:cubicBezTo>
                  <a:pt x="111" y="94"/>
                  <a:pt x="111" y="94"/>
                  <a:pt x="111" y="94"/>
                </a:cubicBezTo>
                <a:cubicBezTo>
                  <a:pt x="111" y="94"/>
                  <a:pt x="111" y="93"/>
                  <a:pt x="111" y="93"/>
                </a:cubicBezTo>
                <a:cubicBezTo>
                  <a:pt x="111" y="93"/>
                  <a:pt x="111" y="93"/>
                  <a:pt x="111" y="93"/>
                </a:cubicBezTo>
                <a:cubicBezTo>
                  <a:pt x="110" y="92"/>
                  <a:pt x="111" y="92"/>
                  <a:pt x="110" y="92"/>
                </a:cubicBezTo>
                <a:cubicBezTo>
                  <a:pt x="110" y="92"/>
                  <a:pt x="110" y="92"/>
                  <a:pt x="110" y="91"/>
                </a:cubicBezTo>
                <a:cubicBezTo>
                  <a:pt x="110" y="91"/>
                  <a:pt x="110" y="91"/>
                  <a:pt x="110" y="91"/>
                </a:cubicBezTo>
                <a:cubicBezTo>
                  <a:pt x="109" y="91"/>
                  <a:pt x="109" y="91"/>
                  <a:pt x="109" y="91"/>
                </a:cubicBezTo>
                <a:cubicBezTo>
                  <a:pt x="109" y="91"/>
                  <a:pt x="109" y="91"/>
                  <a:pt x="109" y="91"/>
                </a:cubicBezTo>
                <a:cubicBezTo>
                  <a:pt x="109" y="90"/>
                  <a:pt x="109" y="90"/>
                  <a:pt x="109" y="90"/>
                </a:cubicBezTo>
                <a:cubicBezTo>
                  <a:pt x="109" y="90"/>
                  <a:pt x="109" y="91"/>
                  <a:pt x="109" y="91"/>
                </a:cubicBezTo>
                <a:cubicBezTo>
                  <a:pt x="108" y="90"/>
                  <a:pt x="108" y="90"/>
                  <a:pt x="107" y="90"/>
                </a:cubicBezTo>
                <a:cubicBezTo>
                  <a:pt x="107" y="90"/>
                  <a:pt x="107" y="90"/>
                  <a:pt x="107" y="90"/>
                </a:cubicBezTo>
                <a:cubicBezTo>
                  <a:pt x="107" y="90"/>
                  <a:pt x="107" y="90"/>
                  <a:pt x="107" y="90"/>
                </a:cubicBezTo>
                <a:cubicBezTo>
                  <a:pt x="107" y="90"/>
                  <a:pt x="107" y="90"/>
                  <a:pt x="107" y="90"/>
                </a:cubicBezTo>
                <a:cubicBezTo>
                  <a:pt x="107" y="90"/>
                  <a:pt x="107" y="90"/>
                  <a:pt x="107" y="90"/>
                </a:cubicBezTo>
                <a:cubicBezTo>
                  <a:pt x="107" y="90"/>
                  <a:pt x="107" y="90"/>
                  <a:pt x="107" y="89"/>
                </a:cubicBezTo>
                <a:cubicBezTo>
                  <a:pt x="107" y="89"/>
                  <a:pt x="107" y="89"/>
                  <a:pt x="107" y="89"/>
                </a:cubicBezTo>
                <a:cubicBezTo>
                  <a:pt x="107" y="89"/>
                  <a:pt x="107" y="89"/>
                  <a:pt x="107" y="89"/>
                </a:cubicBezTo>
                <a:cubicBezTo>
                  <a:pt x="107" y="89"/>
                  <a:pt x="107" y="89"/>
                  <a:pt x="106" y="89"/>
                </a:cubicBezTo>
                <a:cubicBezTo>
                  <a:pt x="106" y="89"/>
                  <a:pt x="106" y="89"/>
                  <a:pt x="106" y="89"/>
                </a:cubicBezTo>
                <a:cubicBezTo>
                  <a:pt x="107" y="89"/>
                  <a:pt x="107" y="89"/>
                  <a:pt x="107" y="89"/>
                </a:cubicBezTo>
                <a:cubicBezTo>
                  <a:pt x="107" y="89"/>
                  <a:pt x="107" y="89"/>
                  <a:pt x="107" y="89"/>
                </a:cubicBezTo>
                <a:cubicBezTo>
                  <a:pt x="107" y="89"/>
                  <a:pt x="108" y="89"/>
                  <a:pt x="108" y="89"/>
                </a:cubicBezTo>
                <a:cubicBezTo>
                  <a:pt x="108" y="89"/>
                  <a:pt x="108" y="89"/>
                  <a:pt x="108" y="89"/>
                </a:cubicBezTo>
                <a:cubicBezTo>
                  <a:pt x="108" y="89"/>
                  <a:pt x="108" y="88"/>
                  <a:pt x="108" y="88"/>
                </a:cubicBezTo>
                <a:cubicBezTo>
                  <a:pt x="109" y="89"/>
                  <a:pt x="109" y="89"/>
                  <a:pt x="109" y="89"/>
                </a:cubicBezTo>
                <a:cubicBezTo>
                  <a:pt x="109" y="89"/>
                  <a:pt x="110" y="89"/>
                  <a:pt x="110" y="89"/>
                </a:cubicBezTo>
                <a:cubicBezTo>
                  <a:pt x="110" y="89"/>
                  <a:pt x="110" y="89"/>
                  <a:pt x="110" y="89"/>
                </a:cubicBezTo>
                <a:cubicBezTo>
                  <a:pt x="110" y="89"/>
                  <a:pt x="110" y="89"/>
                  <a:pt x="110" y="89"/>
                </a:cubicBezTo>
                <a:cubicBezTo>
                  <a:pt x="110" y="89"/>
                  <a:pt x="110" y="88"/>
                  <a:pt x="110" y="88"/>
                </a:cubicBezTo>
                <a:cubicBezTo>
                  <a:pt x="110" y="88"/>
                  <a:pt x="110" y="88"/>
                  <a:pt x="110" y="87"/>
                </a:cubicBezTo>
                <a:cubicBezTo>
                  <a:pt x="110" y="87"/>
                  <a:pt x="110" y="87"/>
                  <a:pt x="111" y="87"/>
                </a:cubicBezTo>
                <a:cubicBezTo>
                  <a:pt x="111" y="87"/>
                  <a:pt x="111" y="88"/>
                  <a:pt x="111" y="88"/>
                </a:cubicBezTo>
                <a:cubicBezTo>
                  <a:pt x="111" y="87"/>
                  <a:pt x="112" y="88"/>
                  <a:pt x="112" y="88"/>
                </a:cubicBezTo>
                <a:cubicBezTo>
                  <a:pt x="112" y="88"/>
                  <a:pt x="112" y="88"/>
                  <a:pt x="112" y="88"/>
                </a:cubicBezTo>
                <a:cubicBezTo>
                  <a:pt x="112" y="87"/>
                  <a:pt x="112" y="87"/>
                  <a:pt x="112" y="87"/>
                </a:cubicBezTo>
                <a:cubicBezTo>
                  <a:pt x="112" y="87"/>
                  <a:pt x="113" y="87"/>
                  <a:pt x="114" y="87"/>
                </a:cubicBezTo>
                <a:cubicBezTo>
                  <a:pt x="114" y="86"/>
                  <a:pt x="114" y="86"/>
                  <a:pt x="114" y="85"/>
                </a:cubicBezTo>
                <a:cubicBezTo>
                  <a:pt x="114" y="85"/>
                  <a:pt x="114" y="85"/>
                  <a:pt x="114" y="85"/>
                </a:cubicBezTo>
                <a:cubicBezTo>
                  <a:pt x="115" y="85"/>
                  <a:pt x="115" y="85"/>
                  <a:pt x="115" y="85"/>
                </a:cubicBezTo>
                <a:cubicBezTo>
                  <a:pt x="115" y="85"/>
                  <a:pt x="115" y="85"/>
                  <a:pt x="116" y="85"/>
                </a:cubicBezTo>
                <a:cubicBezTo>
                  <a:pt x="116" y="85"/>
                  <a:pt x="116" y="85"/>
                  <a:pt x="116" y="85"/>
                </a:cubicBezTo>
                <a:cubicBezTo>
                  <a:pt x="116" y="84"/>
                  <a:pt x="116" y="84"/>
                  <a:pt x="116" y="84"/>
                </a:cubicBezTo>
                <a:cubicBezTo>
                  <a:pt x="116" y="84"/>
                  <a:pt x="117" y="84"/>
                  <a:pt x="117" y="84"/>
                </a:cubicBezTo>
                <a:cubicBezTo>
                  <a:pt x="117" y="83"/>
                  <a:pt x="117" y="83"/>
                  <a:pt x="117" y="82"/>
                </a:cubicBezTo>
                <a:cubicBezTo>
                  <a:pt x="118" y="82"/>
                  <a:pt x="118" y="82"/>
                  <a:pt x="118" y="82"/>
                </a:cubicBezTo>
                <a:cubicBezTo>
                  <a:pt x="118" y="82"/>
                  <a:pt x="118" y="82"/>
                  <a:pt x="118" y="83"/>
                </a:cubicBezTo>
                <a:cubicBezTo>
                  <a:pt x="118" y="83"/>
                  <a:pt x="118" y="83"/>
                  <a:pt x="118" y="83"/>
                </a:cubicBezTo>
                <a:cubicBezTo>
                  <a:pt x="118" y="83"/>
                  <a:pt x="118" y="83"/>
                  <a:pt x="118" y="83"/>
                </a:cubicBezTo>
                <a:cubicBezTo>
                  <a:pt x="118" y="83"/>
                  <a:pt x="118" y="83"/>
                  <a:pt x="118" y="83"/>
                </a:cubicBezTo>
                <a:cubicBezTo>
                  <a:pt x="118" y="83"/>
                  <a:pt x="118" y="83"/>
                  <a:pt x="118" y="83"/>
                </a:cubicBezTo>
                <a:cubicBezTo>
                  <a:pt x="119" y="83"/>
                  <a:pt x="119" y="83"/>
                  <a:pt x="119" y="83"/>
                </a:cubicBezTo>
                <a:cubicBezTo>
                  <a:pt x="119" y="83"/>
                  <a:pt x="119" y="83"/>
                  <a:pt x="118" y="83"/>
                </a:cubicBezTo>
                <a:cubicBezTo>
                  <a:pt x="118" y="83"/>
                  <a:pt x="119" y="83"/>
                  <a:pt x="119" y="82"/>
                </a:cubicBezTo>
                <a:cubicBezTo>
                  <a:pt x="118" y="82"/>
                  <a:pt x="118" y="82"/>
                  <a:pt x="118" y="82"/>
                </a:cubicBezTo>
                <a:cubicBezTo>
                  <a:pt x="118" y="82"/>
                  <a:pt x="118" y="82"/>
                  <a:pt x="118" y="82"/>
                </a:cubicBezTo>
                <a:cubicBezTo>
                  <a:pt x="119" y="82"/>
                  <a:pt x="119" y="81"/>
                  <a:pt x="120" y="82"/>
                </a:cubicBezTo>
                <a:cubicBezTo>
                  <a:pt x="120" y="82"/>
                  <a:pt x="120" y="82"/>
                  <a:pt x="120" y="82"/>
                </a:cubicBezTo>
                <a:cubicBezTo>
                  <a:pt x="120" y="82"/>
                  <a:pt x="120" y="82"/>
                  <a:pt x="120" y="82"/>
                </a:cubicBezTo>
                <a:cubicBezTo>
                  <a:pt x="120" y="82"/>
                  <a:pt x="120" y="82"/>
                  <a:pt x="120" y="82"/>
                </a:cubicBezTo>
                <a:cubicBezTo>
                  <a:pt x="120" y="82"/>
                  <a:pt x="120" y="82"/>
                  <a:pt x="120" y="81"/>
                </a:cubicBezTo>
                <a:cubicBezTo>
                  <a:pt x="120" y="81"/>
                  <a:pt x="120" y="81"/>
                  <a:pt x="120" y="81"/>
                </a:cubicBezTo>
                <a:cubicBezTo>
                  <a:pt x="121" y="81"/>
                  <a:pt x="121" y="81"/>
                  <a:pt x="121" y="81"/>
                </a:cubicBezTo>
                <a:cubicBezTo>
                  <a:pt x="121" y="81"/>
                  <a:pt x="121" y="81"/>
                  <a:pt x="121" y="82"/>
                </a:cubicBezTo>
                <a:cubicBezTo>
                  <a:pt x="121" y="82"/>
                  <a:pt x="121" y="82"/>
                  <a:pt x="122" y="82"/>
                </a:cubicBezTo>
                <a:cubicBezTo>
                  <a:pt x="122" y="82"/>
                  <a:pt x="122" y="82"/>
                  <a:pt x="122" y="82"/>
                </a:cubicBezTo>
                <a:cubicBezTo>
                  <a:pt x="122" y="82"/>
                  <a:pt x="122" y="82"/>
                  <a:pt x="122" y="81"/>
                </a:cubicBezTo>
                <a:cubicBezTo>
                  <a:pt x="122" y="81"/>
                  <a:pt x="122" y="81"/>
                  <a:pt x="122" y="81"/>
                </a:cubicBezTo>
                <a:cubicBezTo>
                  <a:pt x="122" y="81"/>
                  <a:pt x="122" y="81"/>
                  <a:pt x="122" y="81"/>
                </a:cubicBezTo>
                <a:cubicBezTo>
                  <a:pt x="122" y="81"/>
                  <a:pt x="122" y="81"/>
                  <a:pt x="122" y="81"/>
                </a:cubicBezTo>
                <a:cubicBezTo>
                  <a:pt x="122" y="81"/>
                  <a:pt x="122" y="81"/>
                  <a:pt x="123" y="81"/>
                </a:cubicBezTo>
                <a:cubicBezTo>
                  <a:pt x="123" y="81"/>
                  <a:pt x="122" y="81"/>
                  <a:pt x="122" y="81"/>
                </a:cubicBezTo>
                <a:cubicBezTo>
                  <a:pt x="122" y="81"/>
                  <a:pt x="122" y="81"/>
                  <a:pt x="122" y="81"/>
                </a:cubicBezTo>
                <a:cubicBezTo>
                  <a:pt x="122" y="81"/>
                  <a:pt x="122" y="81"/>
                  <a:pt x="122" y="80"/>
                </a:cubicBezTo>
                <a:cubicBezTo>
                  <a:pt x="122" y="80"/>
                  <a:pt x="122" y="80"/>
                  <a:pt x="122" y="80"/>
                </a:cubicBezTo>
                <a:cubicBezTo>
                  <a:pt x="122" y="80"/>
                  <a:pt x="122" y="80"/>
                  <a:pt x="122" y="80"/>
                </a:cubicBezTo>
                <a:cubicBezTo>
                  <a:pt x="122" y="80"/>
                  <a:pt x="122" y="80"/>
                  <a:pt x="122" y="80"/>
                </a:cubicBezTo>
                <a:cubicBezTo>
                  <a:pt x="122" y="80"/>
                  <a:pt x="122" y="80"/>
                  <a:pt x="122" y="80"/>
                </a:cubicBezTo>
                <a:cubicBezTo>
                  <a:pt x="122" y="80"/>
                  <a:pt x="122" y="79"/>
                  <a:pt x="122" y="79"/>
                </a:cubicBezTo>
                <a:cubicBezTo>
                  <a:pt x="122" y="79"/>
                  <a:pt x="122" y="79"/>
                  <a:pt x="122" y="78"/>
                </a:cubicBezTo>
                <a:cubicBezTo>
                  <a:pt x="122" y="78"/>
                  <a:pt x="122" y="78"/>
                  <a:pt x="122" y="78"/>
                </a:cubicBezTo>
                <a:cubicBezTo>
                  <a:pt x="122" y="78"/>
                  <a:pt x="122" y="78"/>
                  <a:pt x="122" y="78"/>
                </a:cubicBezTo>
                <a:cubicBezTo>
                  <a:pt x="122" y="78"/>
                  <a:pt x="121" y="78"/>
                  <a:pt x="121" y="78"/>
                </a:cubicBezTo>
                <a:cubicBezTo>
                  <a:pt x="121" y="78"/>
                  <a:pt x="122" y="78"/>
                  <a:pt x="122" y="78"/>
                </a:cubicBezTo>
                <a:cubicBezTo>
                  <a:pt x="122" y="77"/>
                  <a:pt x="121" y="77"/>
                  <a:pt x="122" y="77"/>
                </a:cubicBezTo>
                <a:cubicBezTo>
                  <a:pt x="122" y="77"/>
                  <a:pt x="122" y="77"/>
                  <a:pt x="122" y="77"/>
                </a:cubicBezTo>
                <a:cubicBezTo>
                  <a:pt x="122" y="77"/>
                  <a:pt x="122" y="76"/>
                  <a:pt x="123" y="76"/>
                </a:cubicBezTo>
                <a:cubicBezTo>
                  <a:pt x="123" y="76"/>
                  <a:pt x="123" y="76"/>
                  <a:pt x="123" y="77"/>
                </a:cubicBezTo>
                <a:cubicBezTo>
                  <a:pt x="123" y="76"/>
                  <a:pt x="123" y="76"/>
                  <a:pt x="123" y="76"/>
                </a:cubicBezTo>
                <a:cubicBezTo>
                  <a:pt x="123" y="76"/>
                  <a:pt x="123" y="76"/>
                  <a:pt x="123" y="76"/>
                </a:cubicBezTo>
                <a:cubicBezTo>
                  <a:pt x="123" y="76"/>
                  <a:pt x="124" y="76"/>
                  <a:pt x="124" y="76"/>
                </a:cubicBezTo>
                <a:cubicBezTo>
                  <a:pt x="124" y="76"/>
                  <a:pt x="124" y="76"/>
                  <a:pt x="124" y="76"/>
                </a:cubicBezTo>
                <a:cubicBezTo>
                  <a:pt x="124" y="76"/>
                  <a:pt x="124" y="77"/>
                  <a:pt x="125" y="77"/>
                </a:cubicBezTo>
                <a:cubicBezTo>
                  <a:pt x="125" y="77"/>
                  <a:pt x="125" y="77"/>
                  <a:pt x="125" y="77"/>
                </a:cubicBezTo>
                <a:cubicBezTo>
                  <a:pt x="124" y="77"/>
                  <a:pt x="124" y="77"/>
                  <a:pt x="124" y="77"/>
                </a:cubicBezTo>
                <a:cubicBezTo>
                  <a:pt x="124" y="77"/>
                  <a:pt x="124" y="77"/>
                  <a:pt x="124" y="77"/>
                </a:cubicBezTo>
                <a:cubicBezTo>
                  <a:pt x="124" y="77"/>
                  <a:pt x="124" y="77"/>
                  <a:pt x="124" y="77"/>
                </a:cubicBezTo>
                <a:cubicBezTo>
                  <a:pt x="124" y="78"/>
                  <a:pt x="124" y="78"/>
                  <a:pt x="124" y="78"/>
                </a:cubicBezTo>
                <a:cubicBezTo>
                  <a:pt x="124" y="78"/>
                  <a:pt x="123" y="78"/>
                  <a:pt x="123" y="78"/>
                </a:cubicBezTo>
                <a:cubicBezTo>
                  <a:pt x="123" y="78"/>
                  <a:pt x="123" y="78"/>
                  <a:pt x="123" y="78"/>
                </a:cubicBezTo>
                <a:cubicBezTo>
                  <a:pt x="123" y="78"/>
                  <a:pt x="123" y="79"/>
                  <a:pt x="123" y="79"/>
                </a:cubicBezTo>
                <a:cubicBezTo>
                  <a:pt x="123" y="79"/>
                  <a:pt x="124" y="79"/>
                  <a:pt x="124" y="80"/>
                </a:cubicBezTo>
                <a:cubicBezTo>
                  <a:pt x="124" y="80"/>
                  <a:pt x="124" y="80"/>
                  <a:pt x="124" y="80"/>
                </a:cubicBezTo>
                <a:cubicBezTo>
                  <a:pt x="124" y="80"/>
                  <a:pt x="124" y="80"/>
                  <a:pt x="124" y="80"/>
                </a:cubicBezTo>
                <a:cubicBezTo>
                  <a:pt x="125" y="80"/>
                  <a:pt x="125" y="80"/>
                  <a:pt x="125" y="80"/>
                </a:cubicBezTo>
                <a:cubicBezTo>
                  <a:pt x="125" y="80"/>
                  <a:pt x="125" y="80"/>
                  <a:pt x="125" y="80"/>
                </a:cubicBezTo>
                <a:cubicBezTo>
                  <a:pt x="125" y="80"/>
                  <a:pt x="125" y="80"/>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1"/>
                  <a:pt x="125" y="81"/>
                  <a:pt x="125" y="81"/>
                </a:cubicBezTo>
                <a:cubicBezTo>
                  <a:pt x="125" y="80"/>
                  <a:pt x="127" y="80"/>
                  <a:pt x="127" y="80"/>
                </a:cubicBezTo>
                <a:cubicBezTo>
                  <a:pt x="127" y="81"/>
                  <a:pt x="128" y="80"/>
                  <a:pt x="128" y="80"/>
                </a:cubicBezTo>
                <a:cubicBezTo>
                  <a:pt x="128" y="81"/>
                  <a:pt x="128" y="81"/>
                  <a:pt x="128" y="81"/>
                </a:cubicBezTo>
                <a:cubicBezTo>
                  <a:pt x="128" y="81"/>
                  <a:pt x="129" y="81"/>
                  <a:pt x="129" y="81"/>
                </a:cubicBezTo>
                <a:cubicBezTo>
                  <a:pt x="129" y="81"/>
                  <a:pt x="129" y="81"/>
                  <a:pt x="129" y="81"/>
                </a:cubicBezTo>
                <a:cubicBezTo>
                  <a:pt x="130" y="81"/>
                  <a:pt x="131" y="80"/>
                  <a:pt x="132" y="79"/>
                </a:cubicBezTo>
                <a:cubicBezTo>
                  <a:pt x="133" y="79"/>
                  <a:pt x="133" y="79"/>
                  <a:pt x="133" y="80"/>
                </a:cubicBezTo>
                <a:cubicBezTo>
                  <a:pt x="134" y="80"/>
                  <a:pt x="134" y="80"/>
                  <a:pt x="134" y="80"/>
                </a:cubicBezTo>
                <a:cubicBezTo>
                  <a:pt x="134" y="80"/>
                  <a:pt x="135" y="80"/>
                  <a:pt x="135" y="80"/>
                </a:cubicBezTo>
                <a:cubicBezTo>
                  <a:pt x="135" y="79"/>
                  <a:pt x="135" y="79"/>
                  <a:pt x="135" y="79"/>
                </a:cubicBezTo>
                <a:cubicBezTo>
                  <a:pt x="136" y="79"/>
                  <a:pt x="136" y="79"/>
                  <a:pt x="137" y="79"/>
                </a:cubicBezTo>
                <a:cubicBezTo>
                  <a:pt x="137" y="79"/>
                  <a:pt x="137" y="79"/>
                  <a:pt x="137" y="79"/>
                </a:cubicBezTo>
                <a:cubicBezTo>
                  <a:pt x="137" y="79"/>
                  <a:pt x="137" y="79"/>
                  <a:pt x="137" y="79"/>
                </a:cubicBezTo>
                <a:cubicBezTo>
                  <a:pt x="137" y="78"/>
                  <a:pt x="137" y="79"/>
                  <a:pt x="137" y="78"/>
                </a:cubicBezTo>
                <a:cubicBezTo>
                  <a:pt x="137" y="78"/>
                  <a:pt x="136" y="77"/>
                  <a:pt x="137" y="76"/>
                </a:cubicBezTo>
                <a:cubicBezTo>
                  <a:pt x="137" y="76"/>
                  <a:pt x="137" y="76"/>
                  <a:pt x="137" y="76"/>
                </a:cubicBezTo>
                <a:cubicBezTo>
                  <a:pt x="137" y="76"/>
                  <a:pt x="137" y="75"/>
                  <a:pt x="137" y="75"/>
                </a:cubicBezTo>
                <a:cubicBezTo>
                  <a:pt x="137" y="75"/>
                  <a:pt x="137" y="75"/>
                  <a:pt x="137" y="75"/>
                </a:cubicBezTo>
                <a:cubicBezTo>
                  <a:pt x="138" y="75"/>
                  <a:pt x="138" y="75"/>
                  <a:pt x="138" y="75"/>
                </a:cubicBezTo>
                <a:cubicBezTo>
                  <a:pt x="138" y="75"/>
                  <a:pt x="138" y="75"/>
                  <a:pt x="138" y="75"/>
                </a:cubicBezTo>
                <a:cubicBezTo>
                  <a:pt x="139" y="75"/>
                  <a:pt x="139" y="75"/>
                  <a:pt x="139" y="75"/>
                </a:cubicBezTo>
                <a:cubicBezTo>
                  <a:pt x="139" y="75"/>
                  <a:pt x="139" y="75"/>
                  <a:pt x="139" y="76"/>
                </a:cubicBezTo>
                <a:cubicBezTo>
                  <a:pt x="140" y="76"/>
                  <a:pt x="140" y="76"/>
                  <a:pt x="140" y="75"/>
                </a:cubicBezTo>
                <a:cubicBezTo>
                  <a:pt x="140" y="75"/>
                  <a:pt x="140" y="74"/>
                  <a:pt x="141" y="74"/>
                </a:cubicBezTo>
                <a:cubicBezTo>
                  <a:pt x="141" y="74"/>
                  <a:pt x="140" y="73"/>
                  <a:pt x="140" y="73"/>
                </a:cubicBezTo>
                <a:cubicBezTo>
                  <a:pt x="140" y="74"/>
                  <a:pt x="140" y="74"/>
                  <a:pt x="140" y="74"/>
                </a:cubicBezTo>
                <a:cubicBezTo>
                  <a:pt x="140" y="74"/>
                  <a:pt x="140" y="74"/>
                  <a:pt x="140" y="74"/>
                </a:cubicBezTo>
                <a:cubicBezTo>
                  <a:pt x="140" y="73"/>
                  <a:pt x="140" y="73"/>
                  <a:pt x="140" y="73"/>
                </a:cubicBezTo>
                <a:cubicBezTo>
                  <a:pt x="140" y="73"/>
                  <a:pt x="140" y="73"/>
                  <a:pt x="139" y="73"/>
                </a:cubicBezTo>
                <a:cubicBezTo>
                  <a:pt x="139" y="73"/>
                  <a:pt x="139" y="73"/>
                  <a:pt x="139" y="72"/>
                </a:cubicBezTo>
                <a:cubicBezTo>
                  <a:pt x="139" y="72"/>
                  <a:pt x="139" y="72"/>
                  <a:pt x="139" y="72"/>
                </a:cubicBezTo>
                <a:cubicBezTo>
                  <a:pt x="140" y="72"/>
                  <a:pt x="140" y="72"/>
                  <a:pt x="140" y="72"/>
                </a:cubicBezTo>
                <a:cubicBezTo>
                  <a:pt x="141" y="72"/>
                  <a:pt x="141" y="72"/>
                  <a:pt x="141" y="72"/>
                </a:cubicBezTo>
                <a:cubicBezTo>
                  <a:pt x="141" y="72"/>
                  <a:pt x="141" y="71"/>
                  <a:pt x="141" y="71"/>
                </a:cubicBezTo>
                <a:cubicBezTo>
                  <a:pt x="141" y="71"/>
                  <a:pt x="141" y="72"/>
                  <a:pt x="142" y="72"/>
                </a:cubicBezTo>
                <a:cubicBezTo>
                  <a:pt x="142" y="71"/>
                  <a:pt x="142" y="71"/>
                  <a:pt x="142" y="71"/>
                </a:cubicBezTo>
                <a:cubicBezTo>
                  <a:pt x="142" y="71"/>
                  <a:pt x="142" y="71"/>
                  <a:pt x="143" y="71"/>
                </a:cubicBezTo>
                <a:cubicBezTo>
                  <a:pt x="143" y="72"/>
                  <a:pt x="144" y="72"/>
                  <a:pt x="144" y="72"/>
                </a:cubicBezTo>
                <a:cubicBezTo>
                  <a:pt x="145" y="72"/>
                  <a:pt x="145" y="71"/>
                  <a:pt x="145" y="71"/>
                </a:cubicBezTo>
                <a:cubicBezTo>
                  <a:pt x="145" y="71"/>
                  <a:pt x="145" y="71"/>
                  <a:pt x="145" y="72"/>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5" y="71"/>
                </a:cubicBezTo>
                <a:cubicBezTo>
                  <a:pt x="145" y="71"/>
                  <a:pt x="145" y="71"/>
                  <a:pt x="146" y="71"/>
                </a:cubicBezTo>
                <a:cubicBezTo>
                  <a:pt x="146" y="71"/>
                  <a:pt x="146" y="71"/>
                  <a:pt x="146" y="70"/>
                </a:cubicBezTo>
                <a:cubicBezTo>
                  <a:pt x="146" y="71"/>
                  <a:pt x="147" y="71"/>
                  <a:pt x="147" y="71"/>
                </a:cubicBezTo>
                <a:cubicBezTo>
                  <a:pt x="147" y="71"/>
                  <a:pt x="147" y="71"/>
                  <a:pt x="147" y="71"/>
                </a:cubicBezTo>
                <a:cubicBezTo>
                  <a:pt x="147" y="70"/>
                  <a:pt x="146" y="71"/>
                  <a:pt x="145" y="70"/>
                </a:cubicBezTo>
                <a:cubicBezTo>
                  <a:pt x="145" y="70"/>
                  <a:pt x="145" y="69"/>
                  <a:pt x="145" y="69"/>
                </a:cubicBezTo>
                <a:cubicBezTo>
                  <a:pt x="145" y="69"/>
                  <a:pt x="145" y="69"/>
                  <a:pt x="145" y="69"/>
                </a:cubicBezTo>
                <a:cubicBezTo>
                  <a:pt x="145" y="69"/>
                  <a:pt x="144" y="70"/>
                  <a:pt x="144" y="70"/>
                </a:cubicBezTo>
                <a:cubicBezTo>
                  <a:pt x="144" y="70"/>
                  <a:pt x="144" y="70"/>
                  <a:pt x="144" y="70"/>
                </a:cubicBezTo>
                <a:cubicBezTo>
                  <a:pt x="144" y="70"/>
                  <a:pt x="144" y="70"/>
                  <a:pt x="143" y="70"/>
                </a:cubicBezTo>
                <a:cubicBezTo>
                  <a:pt x="143" y="70"/>
                  <a:pt x="143" y="70"/>
                  <a:pt x="143" y="70"/>
                </a:cubicBezTo>
                <a:cubicBezTo>
                  <a:pt x="143" y="70"/>
                  <a:pt x="143" y="70"/>
                  <a:pt x="143" y="70"/>
                </a:cubicBezTo>
                <a:cubicBezTo>
                  <a:pt x="143" y="70"/>
                  <a:pt x="143" y="70"/>
                  <a:pt x="143" y="70"/>
                </a:cubicBezTo>
                <a:cubicBezTo>
                  <a:pt x="143" y="70"/>
                  <a:pt x="142" y="70"/>
                  <a:pt x="142" y="70"/>
                </a:cubicBezTo>
                <a:cubicBezTo>
                  <a:pt x="142" y="70"/>
                  <a:pt x="142" y="70"/>
                  <a:pt x="142" y="70"/>
                </a:cubicBezTo>
                <a:cubicBezTo>
                  <a:pt x="142" y="70"/>
                  <a:pt x="142" y="70"/>
                  <a:pt x="142" y="70"/>
                </a:cubicBezTo>
                <a:cubicBezTo>
                  <a:pt x="142" y="70"/>
                  <a:pt x="141" y="70"/>
                  <a:pt x="141" y="70"/>
                </a:cubicBezTo>
                <a:cubicBezTo>
                  <a:pt x="141" y="70"/>
                  <a:pt x="141" y="70"/>
                  <a:pt x="141" y="70"/>
                </a:cubicBezTo>
                <a:cubicBezTo>
                  <a:pt x="141" y="70"/>
                  <a:pt x="141" y="70"/>
                  <a:pt x="141" y="71"/>
                </a:cubicBezTo>
                <a:cubicBezTo>
                  <a:pt x="140" y="71"/>
                  <a:pt x="140" y="71"/>
                  <a:pt x="140" y="71"/>
                </a:cubicBezTo>
                <a:cubicBezTo>
                  <a:pt x="140" y="71"/>
                  <a:pt x="140" y="71"/>
                  <a:pt x="140" y="71"/>
                </a:cubicBezTo>
                <a:cubicBezTo>
                  <a:pt x="140" y="71"/>
                  <a:pt x="139" y="71"/>
                  <a:pt x="139" y="71"/>
                </a:cubicBezTo>
                <a:cubicBezTo>
                  <a:pt x="139" y="71"/>
                  <a:pt x="139" y="71"/>
                  <a:pt x="139" y="70"/>
                </a:cubicBezTo>
                <a:cubicBezTo>
                  <a:pt x="139" y="70"/>
                  <a:pt x="139" y="70"/>
                  <a:pt x="139" y="70"/>
                </a:cubicBezTo>
                <a:cubicBezTo>
                  <a:pt x="139" y="70"/>
                  <a:pt x="138" y="70"/>
                  <a:pt x="138" y="70"/>
                </a:cubicBezTo>
                <a:cubicBezTo>
                  <a:pt x="138" y="70"/>
                  <a:pt x="138" y="70"/>
                  <a:pt x="138" y="70"/>
                </a:cubicBezTo>
                <a:cubicBezTo>
                  <a:pt x="138" y="70"/>
                  <a:pt x="138" y="70"/>
                  <a:pt x="138" y="70"/>
                </a:cubicBezTo>
                <a:cubicBezTo>
                  <a:pt x="137" y="70"/>
                  <a:pt x="137" y="69"/>
                  <a:pt x="137" y="68"/>
                </a:cubicBezTo>
                <a:cubicBezTo>
                  <a:pt x="137" y="68"/>
                  <a:pt x="137" y="68"/>
                  <a:pt x="137" y="68"/>
                </a:cubicBezTo>
                <a:cubicBezTo>
                  <a:pt x="137" y="68"/>
                  <a:pt x="137" y="67"/>
                  <a:pt x="137" y="67"/>
                </a:cubicBezTo>
                <a:cubicBezTo>
                  <a:pt x="137" y="67"/>
                  <a:pt x="137" y="67"/>
                  <a:pt x="137" y="66"/>
                </a:cubicBezTo>
                <a:cubicBezTo>
                  <a:pt x="137" y="66"/>
                  <a:pt x="137" y="66"/>
                  <a:pt x="137" y="66"/>
                </a:cubicBezTo>
                <a:cubicBezTo>
                  <a:pt x="137" y="66"/>
                  <a:pt x="137" y="65"/>
                  <a:pt x="137" y="65"/>
                </a:cubicBezTo>
                <a:cubicBezTo>
                  <a:pt x="137" y="65"/>
                  <a:pt x="137" y="65"/>
                  <a:pt x="137" y="65"/>
                </a:cubicBezTo>
                <a:cubicBezTo>
                  <a:pt x="137" y="65"/>
                  <a:pt x="138" y="65"/>
                  <a:pt x="138" y="65"/>
                </a:cubicBezTo>
                <a:cubicBezTo>
                  <a:pt x="138" y="65"/>
                  <a:pt x="138" y="64"/>
                  <a:pt x="138" y="64"/>
                </a:cubicBezTo>
                <a:cubicBezTo>
                  <a:pt x="138" y="64"/>
                  <a:pt x="138" y="64"/>
                  <a:pt x="138" y="64"/>
                </a:cubicBezTo>
                <a:cubicBezTo>
                  <a:pt x="139" y="64"/>
                  <a:pt x="139" y="64"/>
                  <a:pt x="139" y="64"/>
                </a:cubicBezTo>
                <a:cubicBezTo>
                  <a:pt x="139" y="64"/>
                  <a:pt x="139" y="64"/>
                  <a:pt x="139" y="64"/>
                </a:cubicBezTo>
                <a:cubicBezTo>
                  <a:pt x="139" y="64"/>
                  <a:pt x="141" y="62"/>
                  <a:pt x="141" y="62"/>
                </a:cubicBezTo>
                <a:cubicBezTo>
                  <a:pt x="141" y="62"/>
                  <a:pt x="141" y="62"/>
                  <a:pt x="142" y="62"/>
                </a:cubicBezTo>
                <a:cubicBezTo>
                  <a:pt x="142" y="62"/>
                  <a:pt x="142" y="62"/>
                  <a:pt x="142" y="61"/>
                </a:cubicBezTo>
                <a:cubicBezTo>
                  <a:pt x="142" y="61"/>
                  <a:pt x="141" y="61"/>
                  <a:pt x="141" y="61"/>
                </a:cubicBezTo>
                <a:cubicBezTo>
                  <a:pt x="141" y="61"/>
                  <a:pt x="142" y="61"/>
                  <a:pt x="141" y="61"/>
                </a:cubicBezTo>
                <a:cubicBezTo>
                  <a:pt x="141" y="60"/>
                  <a:pt x="141" y="60"/>
                  <a:pt x="141" y="60"/>
                </a:cubicBezTo>
                <a:cubicBezTo>
                  <a:pt x="141" y="60"/>
                  <a:pt x="141" y="60"/>
                  <a:pt x="140" y="60"/>
                </a:cubicBezTo>
                <a:cubicBezTo>
                  <a:pt x="140" y="60"/>
                  <a:pt x="139" y="60"/>
                  <a:pt x="139" y="60"/>
                </a:cubicBezTo>
                <a:cubicBezTo>
                  <a:pt x="139" y="60"/>
                  <a:pt x="139" y="60"/>
                  <a:pt x="138" y="60"/>
                </a:cubicBezTo>
                <a:cubicBezTo>
                  <a:pt x="138" y="60"/>
                  <a:pt x="138" y="60"/>
                  <a:pt x="138" y="61"/>
                </a:cubicBezTo>
                <a:cubicBezTo>
                  <a:pt x="137" y="61"/>
                  <a:pt x="137" y="61"/>
                  <a:pt x="137" y="61"/>
                </a:cubicBezTo>
                <a:cubicBezTo>
                  <a:pt x="137" y="61"/>
                  <a:pt x="137" y="61"/>
                  <a:pt x="137" y="61"/>
                </a:cubicBezTo>
                <a:cubicBezTo>
                  <a:pt x="137" y="62"/>
                  <a:pt x="137" y="62"/>
                  <a:pt x="136" y="62"/>
                </a:cubicBezTo>
                <a:cubicBezTo>
                  <a:pt x="136" y="62"/>
                  <a:pt x="136" y="62"/>
                  <a:pt x="137" y="62"/>
                </a:cubicBezTo>
                <a:cubicBezTo>
                  <a:pt x="137" y="62"/>
                  <a:pt x="137" y="62"/>
                  <a:pt x="137" y="63"/>
                </a:cubicBezTo>
                <a:cubicBezTo>
                  <a:pt x="137" y="63"/>
                  <a:pt x="137" y="63"/>
                  <a:pt x="137" y="63"/>
                </a:cubicBezTo>
                <a:cubicBezTo>
                  <a:pt x="137" y="63"/>
                  <a:pt x="136" y="63"/>
                  <a:pt x="136" y="64"/>
                </a:cubicBezTo>
                <a:cubicBezTo>
                  <a:pt x="136" y="64"/>
                  <a:pt x="135" y="64"/>
                  <a:pt x="135" y="64"/>
                </a:cubicBezTo>
                <a:cubicBezTo>
                  <a:pt x="135" y="64"/>
                  <a:pt x="135" y="64"/>
                  <a:pt x="135" y="64"/>
                </a:cubicBezTo>
                <a:cubicBezTo>
                  <a:pt x="134" y="64"/>
                  <a:pt x="134" y="65"/>
                  <a:pt x="134" y="65"/>
                </a:cubicBezTo>
                <a:cubicBezTo>
                  <a:pt x="134" y="65"/>
                  <a:pt x="134" y="65"/>
                  <a:pt x="133" y="66"/>
                </a:cubicBezTo>
                <a:cubicBezTo>
                  <a:pt x="133" y="66"/>
                  <a:pt x="133" y="66"/>
                  <a:pt x="133" y="66"/>
                </a:cubicBezTo>
                <a:cubicBezTo>
                  <a:pt x="133" y="66"/>
                  <a:pt x="133" y="66"/>
                  <a:pt x="133" y="66"/>
                </a:cubicBezTo>
                <a:cubicBezTo>
                  <a:pt x="133" y="66"/>
                  <a:pt x="133" y="66"/>
                  <a:pt x="133" y="66"/>
                </a:cubicBezTo>
                <a:cubicBezTo>
                  <a:pt x="133" y="66"/>
                  <a:pt x="132" y="66"/>
                  <a:pt x="132" y="66"/>
                </a:cubicBezTo>
                <a:cubicBezTo>
                  <a:pt x="132" y="67"/>
                  <a:pt x="133" y="67"/>
                  <a:pt x="132" y="68"/>
                </a:cubicBezTo>
                <a:cubicBezTo>
                  <a:pt x="132" y="68"/>
                  <a:pt x="132" y="68"/>
                  <a:pt x="132" y="68"/>
                </a:cubicBezTo>
                <a:cubicBezTo>
                  <a:pt x="132" y="68"/>
                  <a:pt x="132" y="69"/>
                  <a:pt x="132" y="69"/>
                </a:cubicBezTo>
                <a:cubicBezTo>
                  <a:pt x="132" y="69"/>
                  <a:pt x="132" y="69"/>
                  <a:pt x="132" y="69"/>
                </a:cubicBezTo>
                <a:cubicBezTo>
                  <a:pt x="132" y="69"/>
                  <a:pt x="133" y="69"/>
                  <a:pt x="133" y="69"/>
                </a:cubicBezTo>
                <a:cubicBezTo>
                  <a:pt x="133" y="69"/>
                  <a:pt x="133" y="69"/>
                  <a:pt x="133" y="69"/>
                </a:cubicBezTo>
                <a:cubicBezTo>
                  <a:pt x="133" y="70"/>
                  <a:pt x="133" y="70"/>
                  <a:pt x="134" y="70"/>
                </a:cubicBezTo>
                <a:cubicBezTo>
                  <a:pt x="134" y="71"/>
                  <a:pt x="134" y="71"/>
                  <a:pt x="134" y="71"/>
                </a:cubicBezTo>
                <a:cubicBezTo>
                  <a:pt x="134" y="71"/>
                  <a:pt x="134" y="71"/>
                  <a:pt x="134" y="71"/>
                </a:cubicBezTo>
                <a:cubicBezTo>
                  <a:pt x="134" y="71"/>
                  <a:pt x="133" y="72"/>
                  <a:pt x="133" y="72"/>
                </a:cubicBezTo>
                <a:cubicBezTo>
                  <a:pt x="133" y="71"/>
                  <a:pt x="131" y="71"/>
                  <a:pt x="131" y="71"/>
                </a:cubicBezTo>
                <a:cubicBezTo>
                  <a:pt x="131" y="71"/>
                  <a:pt x="131" y="71"/>
                  <a:pt x="131" y="71"/>
                </a:cubicBezTo>
                <a:cubicBezTo>
                  <a:pt x="131" y="71"/>
                  <a:pt x="131" y="71"/>
                  <a:pt x="131" y="71"/>
                </a:cubicBezTo>
                <a:cubicBezTo>
                  <a:pt x="132" y="71"/>
                  <a:pt x="132" y="72"/>
                  <a:pt x="132" y="72"/>
                </a:cubicBezTo>
                <a:cubicBezTo>
                  <a:pt x="133" y="72"/>
                  <a:pt x="133" y="71"/>
                  <a:pt x="134" y="72"/>
                </a:cubicBezTo>
                <a:cubicBezTo>
                  <a:pt x="134" y="72"/>
                  <a:pt x="134" y="72"/>
                  <a:pt x="134" y="72"/>
                </a:cubicBezTo>
                <a:cubicBezTo>
                  <a:pt x="134" y="72"/>
                  <a:pt x="134" y="72"/>
                  <a:pt x="134" y="72"/>
                </a:cubicBezTo>
                <a:cubicBezTo>
                  <a:pt x="134" y="72"/>
                  <a:pt x="134" y="72"/>
                  <a:pt x="134" y="72"/>
                </a:cubicBezTo>
                <a:cubicBezTo>
                  <a:pt x="134" y="72"/>
                  <a:pt x="134" y="72"/>
                  <a:pt x="134" y="72"/>
                </a:cubicBezTo>
                <a:cubicBezTo>
                  <a:pt x="134"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3" y="72"/>
                  <a:pt x="133" y="72"/>
                  <a:pt x="133" y="72"/>
                </a:cubicBezTo>
                <a:cubicBezTo>
                  <a:pt x="132" y="72"/>
                  <a:pt x="133" y="73"/>
                  <a:pt x="132" y="73"/>
                </a:cubicBezTo>
                <a:cubicBezTo>
                  <a:pt x="132" y="73"/>
                  <a:pt x="132" y="73"/>
                  <a:pt x="132" y="73"/>
                </a:cubicBezTo>
                <a:cubicBezTo>
                  <a:pt x="132" y="73"/>
                  <a:pt x="131" y="73"/>
                  <a:pt x="131" y="73"/>
                </a:cubicBezTo>
                <a:cubicBezTo>
                  <a:pt x="131" y="73"/>
                  <a:pt x="132" y="74"/>
                  <a:pt x="132" y="74"/>
                </a:cubicBezTo>
                <a:cubicBezTo>
                  <a:pt x="131" y="74"/>
                  <a:pt x="131" y="74"/>
                  <a:pt x="131" y="74"/>
                </a:cubicBezTo>
                <a:cubicBezTo>
                  <a:pt x="131" y="74"/>
                  <a:pt x="131" y="74"/>
                  <a:pt x="131" y="74"/>
                </a:cubicBezTo>
                <a:cubicBezTo>
                  <a:pt x="131" y="74"/>
                  <a:pt x="131" y="74"/>
                  <a:pt x="131" y="75"/>
                </a:cubicBezTo>
                <a:cubicBezTo>
                  <a:pt x="131" y="75"/>
                  <a:pt x="131" y="75"/>
                  <a:pt x="131" y="75"/>
                </a:cubicBezTo>
                <a:cubicBezTo>
                  <a:pt x="131" y="75"/>
                  <a:pt x="131" y="75"/>
                  <a:pt x="131" y="75"/>
                </a:cubicBezTo>
                <a:cubicBezTo>
                  <a:pt x="131" y="76"/>
                  <a:pt x="131" y="76"/>
                  <a:pt x="131" y="76"/>
                </a:cubicBezTo>
                <a:cubicBezTo>
                  <a:pt x="131" y="76"/>
                  <a:pt x="131" y="77"/>
                  <a:pt x="130" y="77"/>
                </a:cubicBezTo>
                <a:cubicBezTo>
                  <a:pt x="130" y="77"/>
                  <a:pt x="130" y="77"/>
                  <a:pt x="130" y="77"/>
                </a:cubicBezTo>
                <a:cubicBezTo>
                  <a:pt x="130" y="77"/>
                  <a:pt x="130" y="77"/>
                  <a:pt x="130" y="77"/>
                </a:cubicBezTo>
                <a:cubicBezTo>
                  <a:pt x="130" y="77"/>
                  <a:pt x="130" y="77"/>
                  <a:pt x="129" y="77"/>
                </a:cubicBezTo>
                <a:cubicBezTo>
                  <a:pt x="129" y="77"/>
                  <a:pt x="129" y="77"/>
                  <a:pt x="129" y="77"/>
                </a:cubicBezTo>
                <a:cubicBezTo>
                  <a:pt x="129" y="77"/>
                  <a:pt x="129" y="77"/>
                  <a:pt x="129" y="77"/>
                </a:cubicBezTo>
                <a:cubicBezTo>
                  <a:pt x="129" y="77"/>
                  <a:pt x="129" y="78"/>
                  <a:pt x="129" y="78"/>
                </a:cubicBezTo>
                <a:cubicBezTo>
                  <a:pt x="129" y="78"/>
                  <a:pt x="129" y="78"/>
                  <a:pt x="129" y="78"/>
                </a:cubicBezTo>
                <a:cubicBezTo>
                  <a:pt x="129" y="78"/>
                  <a:pt x="129" y="78"/>
                  <a:pt x="128" y="78"/>
                </a:cubicBezTo>
                <a:cubicBezTo>
                  <a:pt x="128" y="78"/>
                  <a:pt x="128" y="78"/>
                  <a:pt x="127" y="78"/>
                </a:cubicBezTo>
                <a:cubicBezTo>
                  <a:pt x="127" y="78"/>
                  <a:pt x="127" y="78"/>
                  <a:pt x="127" y="78"/>
                </a:cubicBezTo>
                <a:cubicBezTo>
                  <a:pt x="127" y="78"/>
                  <a:pt x="127" y="77"/>
                  <a:pt x="127" y="77"/>
                </a:cubicBezTo>
                <a:cubicBezTo>
                  <a:pt x="127" y="77"/>
                  <a:pt x="127" y="77"/>
                  <a:pt x="127" y="77"/>
                </a:cubicBezTo>
                <a:cubicBezTo>
                  <a:pt x="127" y="77"/>
                  <a:pt x="127" y="77"/>
                  <a:pt x="127" y="77"/>
                </a:cubicBezTo>
                <a:cubicBezTo>
                  <a:pt x="127" y="77"/>
                  <a:pt x="127" y="77"/>
                  <a:pt x="127" y="77"/>
                </a:cubicBezTo>
                <a:cubicBezTo>
                  <a:pt x="127" y="77"/>
                  <a:pt x="127" y="76"/>
                  <a:pt x="127" y="76"/>
                </a:cubicBezTo>
                <a:cubicBezTo>
                  <a:pt x="127" y="76"/>
                  <a:pt x="126" y="76"/>
                  <a:pt x="126" y="75"/>
                </a:cubicBezTo>
                <a:cubicBezTo>
                  <a:pt x="126" y="75"/>
                  <a:pt x="126" y="75"/>
                  <a:pt x="126" y="75"/>
                </a:cubicBezTo>
                <a:cubicBezTo>
                  <a:pt x="126" y="75"/>
                  <a:pt x="126" y="74"/>
                  <a:pt x="126" y="74"/>
                </a:cubicBezTo>
                <a:cubicBezTo>
                  <a:pt x="126" y="74"/>
                  <a:pt x="126" y="74"/>
                  <a:pt x="126" y="74"/>
                </a:cubicBezTo>
                <a:cubicBezTo>
                  <a:pt x="126" y="74"/>
                  <a:pt x="126" y="74"/>
                  <a:pt x="125" y="74"/>
                </a:cubicBezTo>
                <a:cubicBezTo>
                  <a:pt x="125" y="74"/>
                  <a:pt x="125" y="73"/>
                  <a:pt x="125" y="73"/>
                </a:cubicBezTo>
                <a:cubicBezTo>
                  <a:pt x="125" y="73"/>
                  <a:pt x="125" y="73"/>
                  <a:pt x="125" y="73"/>
                </a:cubicBezTo>
                <a:cubicBezTo>
                  <a:pt x="125" y="73"/>
                  <a:pt x="125" y="73"/>
                  <a:pt x="125" y="72"/>
                </a:cubicBezTo>
                <a:cubicBezTo>
                  <a:pt x="125" y="72"/>
                  <a:pt x="125" y="72"/>
                  <a:pt x="125" y="72"/>
                </a:cubicBezTo>
                <a:cubicBezTo>
                  <a:pt x="125" y="72"/>
                  <a:pt x="125" y="72"/>
                  <a:pt x="125" y="72"/>
                </a:cubicBezTo>
                <a:cubicBezTo>
                  <a:pt x="125" y="72"/>
                  <a:pt x="125" y="72"/>
                  <a:pt x="124" y="72"/>
                </a:cubicBezTo>
                <a:cubicBezTo>
                  <a:pt x="124" y="71"/>
                  <a:pt x="124" y="71"/>
                  <a:pt x="124" y="71"/>
                </a:cubicBezTo>
                <a:cubicBezTo>
                  <a:pt x="124" y="71"/>
                  <a:pt x="124" y="71"/>
                  <a:pt x="124" y="71"/>
                </a:cubicBezTo>
                <a:cubicBezTo>
                  <a:pt x="124" y="72"/>
                  <a:pt x="124" y="72"/>
                  <a:pt x="124" y="72"/>
                </a:cubicBezTo>
                <a:cubicBezTo>
                  <a:pt x="124" y="72"/>
                  <a:pt x="123" y="72"/>
                  <a:pt x="123" y="72"/>
                </a:cubicBezTo>
                <a:cubicBezTo>
                  <a:pt x="123" y="72"/>
                  <a:pt x="123" y="73"/>
                  <a:pt x="123" y="73"/>
                </a:cubicBezTo>
                <a:cubicBezTo>
                  <a:pt x="122" y="73"/>
                  <a:pt x="122" y="73"/>
                  <a:pt x="121" y="74"/>
                </a:cubicBezTo>
                <a:cubicBezTo>
                  <a:pt x="121" y="74"/>
                  <a:pt x="120" y="74"/>
                  <a:pt x="120" y="74"/>
                </a:cubicBezTo>
                <a:cubicBezTo>
                  <a:pt x="120" y="74"/>
                  <a:pt x="120" y="74"/>
                  <a:pt x="120" y="74"/>
                </a:cubicBezTo>
                <a:cubicBezTo>
                  <a:pt x="120" y="74"/>
                  <a:pt x="120" y="74"/>
                  <a:pt x="120" y="74"/>
                </a:cubicBezTo>
                <a:cubicBezTo>
                  <a:pt x="120" y="74"/>
                  <a:pt x="120" y="74"/>
                  <a:pt x="120" y="74"/>
                </a:cubicBezTo>
                <a:cubicBezTo>
                  <a:pt x="120" y="74"/>
                  <a:pt x="120" y="74"/>
                  <a:pt x="120" y="74"/>
                </a:cubicBezTo>
                <a:cubicBezTo>
                  <a:pt x="119" y="73"/>
                  <a:pt x="119" y="73"/>
                  <a:pt x="119" y="73"/>
                </a:cubicBezTo>
                <a:cubicBezTo>
                  <a:pt x="118" y="73"/>
                  <a:pt x="118" y="73"/>
                  <a:pt x="118" y="73"/>
                </a:cubicBezTo>
                <a:cubicBezTo>
                  <a:pt x="118" y="73"/>
                  <a:pt x="118" y="72"/>
                  <a:pt x="118" y="72"/>
                </a:cubicBezTo>
                <a:cubicBezTo>
                  <a:pt x="118" y="72"/>
                  <a:pt x="119" y="72"/>
                  <a:pt x="119" y="72"/>
                </a:cubicBezTo>
                <a:cubicBezTo>
                  <a:pt x="119" y="72"/>
                  <a:pt x="119" y="72"/>
                  <a:pt x="119" y="72"/>
                </a:cubicBezTo>
                <a:cubicBezTo>
                  <a:pt x="119" y="72"/>
                  <a:pt x="119" y="72"/>
                  <a:pt x="119" y="72"/>
                </a:cubicBezTo>
                <a:cubicBezTo>
                  <a:pt x="119" y="72"/>
                  <a:pt x="119" y="72"/>
                  <a:pt x="119" y="73"/>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2"/>
                  <a:pt x="119" y="72"/>
                </a:cubicBezTo>
                <a:cubicBezTo>
                  <a:pt x="119" y="72"/>
                  <a:pt x="119" y="71"/>
                  <a:pt x="119" y="71"/>
                </a:cubicBezTo>
                <a:cubicBezTo>
                  <a:pt x="119" y="71"/>
                  <a:pt x="119" y="72"/>
                  <a:pt x="119" y="72"/>
                </a:cubicBezTo>
                <a:cubicBezTo>
                  <a:pt x="119" y="72"/>
                  <a:pt x="119" y="72"/>
                  <a:pt x="119" y="72"/>
                </a:cubicBezTo>
                <a:cubicBezTo>
                  <a:pt x="119" y="71"/>
                  <a:pt x="119" y="71"/>
                  <a:pt x="119" y="71"/>
                </a:cubicBezTo>
                <a:cubicBezTo>
                  <a:pt x="119" y="71"/>
                  <a:pt x="119" y="72"/>
                  <a:pt x="119" y="72"/>
                </a:cubicBezTo>
                <a:cubicBezTo>
                  <a:pt x="119" y="72"/>
                  <a:pt x="118" y="72"/>
                  <a:pt x="118" y="72"/>
                </a:cubicBezTo>
                <a:cubicBezTo>
                  <a:pt x="118" y="72"/>
                  <a:pt x="118" y="72"/>
                  <a:pt x="118" y="72"/>
                </a:cubicBezTo>
                <a:cubicBezTo>
                  <a:pt x="118" y="72"/>
                  <a:pt x="118" y="72"/>
                  <a:pt x="118" y="72"/>
                </a:cubicBezTo>
                <a:cubicBezTo>
                  <a:pt x="118" y="72"/>
                  <a:pt x="118" y="72"/>
                  <a:pt x="118" y="72"/>
                </a:cubicBezTo>
                <a:cubicBezTo>
                  <a:pt x="118" y="72"/>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8" y="71"/>
                  <a:pt x="118" y="71"/>
                </a:cubicBezTo>
                <a:cubicBezTo>
                  <a:pt x="118" y="71"/>
                  <a:pt x="119" y="71"/>
                  <a:pt x="119" y="71"/>
                </a:cubicBezTo>
                <a:cubicBezTo>
                  <a:pt x="119" y="71"/>
                  <a:pt x="119" y="71"/>
                  <a:pt x="119" y="71"/>
                </a:cubicBezTo>
                <a:cubicBezTo>
                  <a:pt x="119" y="71"/>
                  <a:pt x="119" y="71"/>
                  <a:pt x="119" y="71"/>
                </a:cubicBezTo>
                <a:cubicBezTo>
                  <a:pt x="119" y="71"/>
                  <a:pt x="119" y="71"/>
                  <a:pt x="119" y="71"/>
                </a:cubicBezTo>
                <a:cubicBezTo>
                  <a:pt x="119" y="71"/>
                  <a:pt x="119" y="71"/>
                  <a:pt x="118" y="71"/>
                </a:cubicBezTo>
                <a:cubicBezTo>
                  <a:pt x="119" y="71"/>
                  <a:pt x="119" y="71"/>
                  <a:pt x="119" y="71"/>
                </a:cubicBezTo>
                <a:cubicBezTo>
                  <a:pt x="119" y="71"/>
                  <a:pt x="119" y="70"/>
                  <a:pt x="119" y="70"/>
                </a:cubicBezTo>
                <a:cubicBezTo>
                  <a:pt x="118" y="70"/>
                  <a:pt x="118" y="70"/>
                  <a:pt x="118" y="70"/>
                </a:cubicBezTo>
                <a:cubicBezTo>
                  <a:pt x="118" y="70"/>
                  <a:pt x="118" y="70"/>
                  <a:pt x="118" y="70"/>
                </a:cubicBezTo>
                <a:cubicBezTo>
                  <a:pt x="118" y="70"/>
                  <a:pt x="118" y="69"/>
                  <a:pt x="118" y="69"/>
                </a:cubicBezTo>
                <a:cubicBezTo>
                  <a:pt x="118" y="70"/>
                  <a:pt x="118" y="69"/>
                  <a:pt x="118" y="69"/>
                </a:cubicBezTo>
                <a:cubicBezTo>
                  <a:pt x="118" y="69"/>
                  <a:pt x="118" y="69"/>
                  <a:pt x="118" y="69"/>
                </a:cubicBezTo>
                <a:cubicBezTo>
                  <a:pt x="118" y="69"/>
                  <a:pt x="118" y="69"/>
                  <a:pt x="118" y="69"/>
                </a:cubicBezTo>
                <a:cubicBezTo>
                  <a:pt x="118" y="69"/>
                  <a:pt x="118" y="69"/>
                  <a:pt x="118" y="69"/>
                </a:cubicBezTo>
                <a:cubicBezTo>
                  <a:pt x="118" y="69"/>
                  <a:pt x="118" y="68"/>
                  <a:pt x="118" y="68"/>
                </a:cubicBezTo>
                <a:cubicBezTo>
                  <a:pt x="118" y="68"/>
                  <a:pt x="118" y="68"/>
                  <a:pt x="118" y="67"/>
                </a:cubicBezTo>
                <a:cubicBezTo>
                  <a:pt x="118" y="67"/>
                  <a:pt x="119" y="67"/>
                  <a:pt x="119" y="67"/>
                </a:cubicBezTo>
                <a:cubicBezTo>
                  <a:pt x="119" y="67"/>
                  <a:pt x="119" y="67"/>
                  <a:pt x="119" y="67"/>
                </a:cubicBezTo>
                <a:cubicBezTo>
                  <a:pt x="119" y="67"/>
                  <a:pt x="118" y="67"/>
                  <a:pt x="118" y="67"/>
                </a:cubicBezTo>
                <a:cubicBezTo>
                  <a:pt x="118" y="67"/>
                  <a:pt x="118" y="67"/>
                  <a:pt x="118" y="67"/>
                </a:cubicBezTo>
                <a:cubicBezTo>
                  <a:pt x="119" y="67"/>
                  <a:pt x="119" y="66"/>
                  <a:pt x="119" y="66"/>
                </a:cubicBezTo>
                <a:cubicBezTo>
                  <a:pt x="120" y="66"/>
                  <a:pt x="120" y="66"/>
                  <a:pt x="120" y="66"/>
                </a:cubicBezTo>
                <a:cubicBezTo>
                  <a:pt x="120" y="66"/>
                  <a:pt x="121" y="66"/>
                  <a:pt x="121" y="66"/>
                </a:cubicBezTo>
                <a:cubicBezTo>
                  <a:pt x="121" y="66"/>
                  <a:pt x="120" y="66"/>
                  <a:pt x="120" y="65"/>
                </a:cubicBezTo>
                <a:cubicBezTo>
                  <a:pt x="120" y="65"/>
                  <a:pt x="120" y="65"/>
                  <a:pt x="120" y="65"/>
                </a:cubicBezTo>
                <a:cubicBezTo>
                  <a:pt x="121" y="65"/>
                  <a:pt x="121" y="65"/>
                  <a:pt x="122" y="65"/>
                </a:cubicBezTo>
                <a:cubicBezTo>
                  <a:pt x="122" y="65"/>
                  <a:pt x="122" y="64"/>
                  <a:pt x="123" y="64"/>
                </a:cubicBezTo>
                <a:cubicBezTo>
                  <a:pt x="123" y="64"/>
                  <a:pt x="123" y="65"/>
                  <a:pt x="123" y="65"/>
                </a:cubicBezTo>
                <a:cubicBezTo>
                  <a:pt x="123" y="65"/>
                  <a:pt x="123" y="65"/>
                  <a:pt x="123" y="65"/>
                </a:cubicBezTo>
                <a:cubicBezTo>
                  <a:pt x="123" y="64"/>
                  <a:pt x="123" y="64"/>
                  <a:pt x="123" y="64"/>
                </a:cubicBezTo>
                <a:cubicBezTo>
                  <a:pt x="123" y="64"/>
                  <a:pt x="124" y="64"/>
                  <a:pt x="124" y="63"/>
                </a:cubicBezTo>
                <a:cubicBezTo>
                  <a:pt x="124" y="63"/>
                  <a:pt x="124" y="63"/>
                  <a:pt x="125" y="62"/>
                </a:cubicBezTo>
                <a:cubicBezTo>
                  <a:pt x="125" y="62"/>
                  <a:pt x="125" y="63"/>
                  <a:pt x="125" y="62"/>
                </a:cubicBezTo>
                <a:cubicBezTo>
                  <a:pt x="125" y="62"/>
                  <a:pt x="125" y="62"/>
                  <a:pt x="125" y="62"/>
                </a:cubicBezTo>
                <a:cubicBezTo>
                  <a:pt x="125" y="62"/>
                  <a:pt x="125" y="62"/>
                  <a:pt x="125" y="62"/>
                </a:cubicBezTo>
                <a:cubicBezTo>
                  <a:pt x="126" y="62"/>
                  <a:pt x="126" y="61"/>
                  <a:pt x="126" y="61"/>
                </a:cubicBezTo>
                <a:cubicBezTo>
                  <a:pt x="126" y="61"/>
                  <a:pt x="126" y="61"/>
                  <a:pt x="127" y="61"/>
                </a:cubicBezTo>
                <a:cubicBezTo>
                  <a:pt x="127" y="61"/>
                  <a:pt x="127" y="61"/>
                  <a:pt x="127" y="61"/>
                </a:cubicBezTo>
                <a:cubicBezTo>
                  <a:pt x="127" y="61"/>
                  <a:pt x="126" y="61"/>
                  <a:pt x="126" y="61"/>
                </a:cubicBezTo>
                <a:cubicBezTo>
                  <a:pt x="127" y="60"/>
                  <a:pt x="127" y="60"/>
                  <a:pt x="127" y="60"/>
                </a:cubicBezTo>
                <a:cubicBezTo>
                  <a:pt x="127" y="60"/>
                  <a:pt x="127" y="59"/>
                  <a:pt x="127" y="59"/>
                </a:cubicBezTo>
                <a:cubicBezTo>
                  <a:pt x="128" y="59"/>
                  <a:pt x="128" y="59"/>
                  <a:pt x="128" y="59"/>
                </a:cubicBezTo>
                <a:cubicBezTo>
                  <a:pt x="128" y="59"/>
                  <a:pt x="128" y="59"/>
                  <a:pt x="128" y="59"/>
                </a:cubicBezTo>
                <a:cubicBezTo>
                  <a:pt x="128" y="59"/>
                  <a:pt x="128" y="59"/>
                  <a:pt x="127" y="59"/>
                </a:cubicBezTo>
                <a:cubicBezTo>
                  <a:pt x="127" y="58"/>
                  <a:pt x="128" y="58"/>
                  <a:pt x="128" y="58"/>
                </a:cubicBezTo>
                <a:cubicBezTo>
                  <a:pt x="128" y="58"/>
                  <a:pt x="128" y="58"/>
                  <a:pt x="128" y="58"/>
                </a:cubicBezTo>
                <a:cubicBezTo>
                  <a:pt x="128" y="58"/>
                  <a:pt x="128" y="58"/>
                  <a:pt x="128" y="58"/>
                </a:cubicBezTo>
                <a:cubicBezTo>
                  <a:pt x="128" y="58"/>
                  <a:pt x="128" y="58"/>
                  <a:pt x="128" y="58"/>
                </a:cubicBezTo>
                <a:cubicBezTo>
                  <a:pt x="128" y="58"/>
                  <a:pt x="128" y="58"/>
                  <a:pt x="128" y="58"/>
                </a:cubicBezTo>
                <a:cubicBezTo>
                  <a:pt x="128" y="57"/>
                  <a:pt x="129" y="57"/>
                  <a:pt x="129" y="57"/>
                </a:cubicBezTo>
                <a:cubicBezTo>
                  <a:pt x="129" y="57"/>
                  <a:pt x="129" y="57"/>
                  <a:pt x="129" y="57"/>
                </a:cubicBezTo>
                <a:cubicBezTo>
                  <a:pt x="129" y="57"/>
                  <a:pt x="129" y="57"/>
                  <a:pt x="129" y="56"/>
                </a:cubicBezTo>
                <a:cubicBezTo>
                  <a:pt x="130" y="56"/>
                  <a:pt x="130" y="57"/>
                  <a:pt x="130" y="57"/>
                </a:cubicBezTo>
                <a:cubicBezTo>
                  <a:pt x="130" y="56"/>
                  <a:pt x="130" y="56"/>
                  <a:pt x="130" y="56"/>
                </a:cubicBezTo>
                <a:cubicBezTo>
                  <a:pt x="130" y="56"/>
                  <a:pt x="130" y="56"/>
                  <a:pt x="130" y="56"/>
                </a:cubicBezTo>
                <a:cubicBezTo>
                  <a:pt x="130" y="56"/>
                  <a:pt x="130" y="56"/>
                  <a:pt x="130" y="56"/>
                </a:cubicBezTo>
                <a:cubicBezTo>
                  <a:pt x="130" y="56"/>
                  <a:pt x="131" y="55"/>
                  <a:pt x="131" y="55"/>
                </a:cubicBezTo>
                <a:cubicBezTo>
                  <a:pt x="131" y="55"/>
                  <a:pt x="131" y="55"/>
                  <a:pt x="131" y="55"/>
                </a:cubicBezTo>
                <a:cubicBezTo>
                  <a:pt x="131" y="56"/>
                  <a:pt x="131" y="56"/>
                  <a:pt x="131" y="56"/>
                </a:cubicBezTo>
                <a:cubicBezTo>
                  <a:pt x="131" y="56"/>
                  <a:pt x="131" y="56"/>
                  <a:pt x="131" y="56"/>
                </a:cubicBezTo>
                <a:cubicBezTo>
                  <a:pt x="131" y="56"/>
                  <a:pt x="131" y="56"/>
                  <a:pt x="131" y="55"/>
                </a:cubicBezTo>
                <a:cubicBezTo>
                  <a:pt x="131" y="55"/>
                  <a:pt x="131" y="55"/>
                  <a:pt x="131" y="55"/>
                </a:cubicBezTo>
                <a:cubicBezTo>
                  <a:pt x="132" y="55"/>
                  <a:pt x="132" y="55"/>
                  <a:pt x="132" y="55"/>
                </a:cubicBezTo>
                <a:cubicBezTo>
                  <a:pt x="132" y="55"/>
                  <a:pt x="132" y="55"/>
                  <a:pt x="132" y="55"/>
                </a:cubicBezTo>
                <a:cubicBezTo>
                  <a:pt x="132" y="55"/>
                  <a:pt x="132" y="55"/>
                  <a:pt x="132" y="54"/>
                </a:cubicBezTo>
                <a:cubicBezTo>
                  <a:pt x="132" y="54"/>
                  <a:pt x="132" y="54"/>
                  <a:pt x="132" y="54"/>
                </a:cubicBezTo>
                <a:cubicBezTo>
                  <a:pt x="132" y="54"/>
                  <a:pt x="132" y="54"/>
                  <a:pt x="133" y="54"/>
                </a:cubicBezTo>
                <a:cubicBezTo>
                  <a:pt x="133" y="53"/>
                  <a:pt x="133" y="54"/>
                  <a:pt x="133" y="53"/>
                </a:cubicBezTo>
                <a:cubicBezTo>
                  <a:pt x="133" y="53"/>
                  <a:pt x="134" y="53"/>
                  <a:pt x="134" y="53"/>
                </a:cubicBezTo>
                <a:cubicBezTo>
                  <a:pt x="134" y="53"/>
                  <a:pt x="134" y="53"/>
                  <a:pt x="135" y="53"/>
                </a:cubicBezTo>
                <a:cubicBezTo>
                  <a:pt x="135" y="53"/>
                  <a:pt x="135" y="52"/>
                  <a:pt x="136" y="52"/>
                </a:cubicBezTo>
                <a:cubicBezTo>
                  <a:pt x="136" y="52"/>
                  <a:pt x="136" y="52"/>
                  <a:pt x="136" y="52"/>
                </a:cubicBezTo>
                <a:cubicBezTo>
                  <a:pt x="136" y="52"/>
                  <a:pt x="136" y="52"/>
                  <a:pt x="136" y="52"/>
                </a:cubicBezTo>
                <a:cubicBezTo>
                  <a:pt x="136" y="52"/>
                  <a:pt x="136" y="53"/>
                  <a:pt x="136" y="53"/>
                </a:cubicBezTo>
                <a:cubicBezTo>
                  <a:pt x="136" y="53"/>
                  <a:pt x="136" y="52"/>
                  <a:pt x="136" y="52"/>
                </a:cubicBezTo>
                <a:cubicBezTo>
                  <a:pt x="137" y="52"/>
                  <a:pt x="137" y="52"/>
                  <a:pt x="137" y="51"/>
                </a:cubicBezTo>
                <a:cubicBezTo>
                  <a:pt x="137" y="51"/>
                  <a:pt x="137" y="51"/>
                  <a:pt x="137" y="51"/>
                </a:cubicBezTo>
                <a:cubicBezTo>
                  <a:pt x="137" y="52"/>
                  <a:pt x="137" y="52"/>
                  <a:pt x="138" y="52"/>
                </a:cubicBezTo>
                <a:cubicBezTo>
                  <a:pt x="138" y="50"/>
                  <a:pt x="138" y="51"/>
                  <a:pt x="139" y="51"/>
                </a:cubicBezTo>
                <a:cubicBezTo>
                  <a:pt x="139" y="51"/>
                  <a:pt x="140" y="51"/>
                  <a:pt x="140" y="50"/>
                </a:cubicBezTo>
                <a:cubicBezTo>
                  <a:pt x="140" y="50"/>
                  <a:pt x="140" y="50"/>
                  <a:pt x="140" y="50"/>
                </a:cubicBezTo>
                <a:cubicBezTo>
                  <a:pt x="141" y="50"/>
                  <a:pt x="141" y="49"/>
                  <a:pt x="142" y="50"/>
                </a:cubicBezTo>
                <a:cubicBezTo>
                  <a:pt x="142" y="50"/>
                  <a:pt x="141" y="50"/>
                  <a:pt x="141" y="51"/>
                </a:cubicBezTo>
                <a:cubicBezTo>
                  <a:pt x="141" y="51"/>
                  <a:pt x="141" y="51"/>
                  <a:pt x="142" y="51"/>
                </a:cubicBezTo>
                <a:cubicBezTo>
                  <a:pt x="142" y="51"/>
                  <a:pt x="143" y="50"/>
                  <a:pt x="143" y="49"/>
                </a:cubicBezTo>
                <a:cubicBezTo>
                  <a:pt x="143" y="50"/>
                  <a:pt x="143" y="50"/>
                  <a:pt x="143" y="51"/>
                </a:cubicBezTo>
                <a:cubicBezTo>
                  <a:pt x="144" y="50"/>
                  <a:pt x="144" y="50"/>
                  <a:pt x="144" y="49"/>
                </a:cubicBezTo>
                <a:cubicBezTo>
                  <a:pt x="144" y="49"/>
                  <a:pt x="145" y="49"/>
                  <a:pt x="145" y="49"/>
                </a:cubicBezTo>
                <a:cubicBezTo>
                  <a:pt x="145" y="50"/>
                  <a:pt x="145" y="50"/>
                  <a:pt x="145" y="51"/>
                </a:cubicBezTo>
                <a:cubicBezTo>
                  <a:pt x="145" y="51"/>
                  <a:pt x="145" y="51"/>
                  <a:pt x="145" y="51"/>
                </a:cubicBezTo>
                <a:cubicBezTo>
                  <a:pt x="145" y="50"/>
                  <a:pt x="145" y="50"/>
                  <a:pt x="146" y="50"/>
                </a:cubicBezTo>
                <a:cubicBezTo>
                  <a:pt x="146" y="50"/>
                  <a:pt x="146" y="50"/>
                  <a:pt x="147" y="50"/>
                </a:cubicBezTo>
                <a:cubicBezTo>
                  <a:pt x="147" y="50"/>
                  <a:pt x="147" y="50"/>
                  <a:pt x="148" y="50"/>
                </a:cubicBezTo>
                <a:cubicBezTo>
                  <a:pt x="148" y="50"/>
                  <a:pt x="148" y="50"/>
                  <a:pt x="148" y="50"/>
                </a:cubicBezTo>
                <a:cubicBezTo>
                  <a:pt x="148" y="51"/>
                  <a:pt x="148" y="51"/>
                  <a:pt x="148" y="51"/>
                </a:cubicBezTo>
                <a:cubicBezTo>
                  <a:pt x="147" y="51"/>
                  <a:pt x="147" y="51"/>
                  <a:pt x="146" y="51"/>
                </a:cubicBezTo>
                <a:cubicBezTo>
                  <a:pt x="146" y="52"/>
                  <a:pt x="146" y="52"/>
                  <a:pt x="147" y="52"/>
                </a:cubicBezTo>
                <a:cubicBezTo>
                  <a:pt x="147" y="52"/>
                  <a:pt x="148" y="52"/>
                  <a:pt x="148" y="52"/>
                </a:cubicBezTo>
                <a:cubicBezTo>
                  <a:pt x="148" y="52"/>
                  <a:pt x="149" y="52"/>
                  <a:pt x="149" y="52"/>
                </a:cubicBezTo>
                <a:cubicBezTo>
                  <a:pt x="149" y="52"/>
                  <a:pt x="149" y="52"/>
                  <a:pt x="150" y="52"/>
                </a:cubicBezTo>
                <a:cubicBezTo>
                  <a:pt x="150" y="52"/>
                  <a:pt x="150" y="53"/>
                  <a:pt x="151" y="53"/>
                </a:cubicBezTo>
                <a:cubicBezTo>
                  <a:pt x="151" y="53"/>
                  <a:pt x="151" y="53"/>
                  <a:pt x="151" y="53"/>
                </a:cubicBezTo>
                <a:cubicBezTo>
                  <a:pt x="151" y="53"/>
                  <a:pt x="151" y="53"/>
                  <a:pt x="151" y="53"/>
                </a:cubicBezTo>
                <a:cubicBezTo>
                  <a:pt x="152" y="53"/>
                  <a:pt x="153" y="53"/>
                  <a:pt x="153" y="53"/>
                </a:cubicBezTo>
                <a:cubicBezTo>
                  <a:pt x="154" y="53"/>
                  <a:pt x="154" y="53"/>
                  <a:pt x="155" y="54"/>
                </a:cubicBezTo>
                <a:cubicBezTo>
                  <a:pt x="155" y="54"/>
                  <a:pt x="155" y="54"/>
                  <a:pt x="156" y="54"/>
                </a:cubicBezTo>
                <a:cubicBezTo>
                  <a:pt x="156" y="54"/>
                  <a:pt x="157" y="55"/>
                  <a:pt x="157" y="55"/>
                </a:cubicBezTo>
                <a:cubicBezTo>
                  <a:pt x="158" y="55"/>
                  <a:pt x="158" y="55"/>
                  <a:pt x="159" y="55"/>
                </a:cubicBezTo>
                <a:cubicBezTo>
                  <a:pt x="159" y="56"/>
                  <a:pt x="160" y="56"/>
                  <a:pt x="160" y="56"/>
                </a:cubicBezTo>
                <a:cubicBezTo>
                  <a:pt x="160" y="57"/>
                  <a:pt x="160" y="57"/>
                  <a:pt x="160" y="57"/>
                </a:cubicBezTo>
                <a:cubicBezTo>
                  <a:pt x="160" y="58"/>
                  <a:pt x="160" y="58"/>
                  <a:pt x="159" y="59"/>
                </a:cubicBezTo>
                <a:cubicBezTo>
                  <a:pt x="157" y="60"/>
                  <a:pt x="154" y="59"/>
                  <a:pt x="152" y="58"/>
                </a:cubicBezTo>
                <a:cubicBezTo>
                  <a:pt x="152" y="58"/>
                  <a:pt x="151" y="58"/>
                  <a:pt x="151" y="58"/>
                </a:cubicBezTo>
                <a:cubicBezTo>
                  <a:pt x="151" y="58"/>
                  <a:pt x="151" y="57"/>
                  <a:pt x="150" y="57"/>
                </a:cubicBezTo>
                <a:cubicBezTo>
                  <a:pt x="150" y="58"/>
                  <a:pt x="151" y="58"/>
                  <a:pt x="151" y="59"/>
                </a:cubicBezTo>
                <a:cubicBezTo>
                  <a:pt x="151" y="59"/>
                  <a:pt x="152" y="59"/>
                  <a:pt x="152" y="59"/>
                </a:cubicBezTo>
                <a:cubicBezTo>
                  <a:pt x="153" y="60"/>
                  <a:pt x="153" y="60"/>
                  <a:pt x="152" y="60"/>
                </a:cubicBezTo>
                <a:cubicBezTo>
                  <a:pt x="152" y="61"/>
                  <a:pt x="153" y="62"/>
                  <a:pt x="153" y="63"/>
                </a:cubicBezTo>
                <a:cubicBezTo>
                  <a:pt x="153" y="63"/>
                  <a:pt x="154" y="63"/>
                  <a:pt x="154" y="63"/>
                </a:cubicBezTo>
                <a:cubicBezTo>
                  <a:pt x="154" y="63"/>
                  <a:pt x="154" y="63"/>
                  <a:pt x="154" y="63"/>
                </a:cubicBezTo>
                <a:cubicBezTo>
                  <a:pt x="155" y="63"/>
                  <a:pt x="155" y="63"/>
                  <a:pt x="155" y="63"/>
                </a:cubicBezTo>
                <a:cubicBezTo>
                  <a:pt x="156" y="64"/>
                  <a:pt x="157" y="64"/>
                  <a:pt x="156" y="63"/>
                </a:cubicBezTo>
                <a:cubicBezTo>
                  <a:pt x="156" y="63"/>
                  <a:pt x="156" y="63"/>
                  <a:pt x="156" y="63"/>
                </a:cubicBezTo>
                <a:cubicBezTo>
                  <a:pt x="155" y="62"/>
                  <a:pt x="155" y="62"/>
                  <a:pt x="155" y="62"/>
                </a:cubicBezTo>
                <a:cubicBezTo>
                  <a:pt x="155" y="61"/>
                  <a:pt x="155" y="61"/>
                  <a:pt x="155" y="61"/>
                </a:cubicBezTo>
                <a:cubicBezTo>
                  <a:pt x="156" y="62"/>
                  <a:pt x="157" y="62"/>
                  <a:pt x="158" y="62"/>
                </a:cubicBezTo>
                <a:cubicBezTo>
                  <a:pt x="158" y="62"/>
                  <a:pt x="158" y="62"/>
                  <a:pt x="159" y="62"/>
                </a:cubicBezTo>
                <a:cubicBezTo>
                  <a:pt x="159" y="62"/>
                  <a:pt x="159" y="62"/>
                  <a:pt x="159" y="62"/>
                </a:cubicBezTo>
                <a:cubicBezTo>
                  <a:pt x="160" y="61"/>
                  <a:pt x="159" y="61"/>
                  <a:pt x="159" y="60"/>
                </a:cubicBezTo>
                <a:cubicBezTo>
                  <a:pt x="159" y="59"/>
                  <a:pt x="161" y="60"/>
                  <a:pt x="161" y="59"/>
                </a:cubicBezTo>
                <a:cubicBezTo>
                  <a:pt x="162" y="58"/>
                  <a:pt x="163" y="59"/>
                  <a:pt x="163" y="59"/>
                </a:cubicBezTo>
                <a:cubicBezTo>
                  <a:pt x="163" y="59"/>
                  <a:pt x="163" y="59"/>
                  <a:pt x="163" y="59"/>
                </a:cubicBezTo>
                <a:cubicBezTo>
                  <a:pt x="163" y="59"/>
                  <a:pt x="164" y="59"/>
                  <a:pt x="164" y="59"/>
                </a:cubicBezTo>
                <a:cubicBezTo>
                  <a:pt x="164" y="58"/>
                  <a:pt x="164" y="58"/>
                  <a:pt x="164" y="57"/>
                </a:cubicBezTo>
                <a:cubicBezTo>
                  <a:pt x="163" y="57"/>
                  <a:pt x="163" y="57"/>
                  <a:pt x="163" y="57"/>
                </a:cubicBezTo>
                <a:cubicBezTo>
                  <a:pt x="163" y="57"/>
                  <a:pt x="163" y="57"/>
                  <a:pt x="163" y="57"/>
                </a:cubicBezTo>
                <a:cubicBezTo>
                  <a:pt x="163" y="56"/>
                  <a:pt x="164" y="56"/>
                  <a:pt x="164" y="56"/>
                </a:cubicBezTo>
                <a:cubicBezTo>
                  <a:pt x="164" y="55"/>
                  <a:pt x="163" y="55"/>
                  <a:pt x="163" y="54"/>
                </a:cubicBezTo>
                <a:cubicBezTo>
                  <a:pt x="164" y="54"/>
                  <a:pt x="164" y="55"/>
                  <a:pt x="164" y="55"/>
                </a:cubicBezTo>
                <a:cubicBezTo>
                  <a:pt x="164" y="55"/>
                  <a:pt x="165" y="55"/>
                  <a:pt x="165" y="54"/>
                </a:cubicBezTo>
                <a:cubicBezTo>
                  <a:pt x="166" y="55"/>
                  <a:pt x="166" y="56"/>
                  <a:pt x="166" y="56"/>
                </a:cubicBezTo>
                <a:cubicBezTo>
                  <a:pt x="166" y="56"/>
                  <a:pt x="165" y="56"/>
                  <a:pt x="164" y="57"/>
                </a:cubicBezTo>
                <a:cubicBezTo>
                  <a:pt x="165" y="57"/>
                  <a:pt x="166" y="58"/>
                  <a:pt x="167" y="58"/>
                </a:cubicBezTo>
                <a:cubicBezTo>
                  <a:pt x="167" y="58"/>
                  <a:pt x="167" y="58"/>
                  <a:pt x="168" y="58"/>
                </a:cubicBezTo>
                <a:cubicBezTo>
                  <a:pt x="168" y="57"/>
                  <a:pt x="168" y="57"/>
                  <a:pt x="168" y="56"/>
                </a:cubicBezTo>
                <a:cubicBezTo>
                  <a:pt x="168" y="56"/>
                  <a:pt x="169" y="56"/>
                  <a:pt x="169" y="56"/>
                </a:cubicBezTo>
                <a:cubicBezTo>
                  <a:pt x="170" y="56"/>
                  <a:pt x="171" y="55"/>
                  <a:pt x="171" y="55"/>
                </a:cubicBezTo>
                <a:cubicBezTo>
                  <a:pt x="172" y="55"/>
                  <a:pt x="173" y="55"/>
                  <a:pt x="173" y="54"/>
                </a:cubicBezTo>
                <a:cubicBezTo>
                  <a:pt x="173" y="54"/>
                  <a:pt x="173" y="55"/>
                  <a:pt x="173" y="55"/>
                </a:cubicBezTo>
                <a:cubicBezTo>
                  <a:pt x="173" y="55"/>
                  <a:pt x="173" y="55"/>
                  <a:pt x="173" y="55"/>
                </a:cubicBezTo>
                <a:cubicBezTo>
                  <a:pt x="174" y="55"/>
                  <a:pt x="173" y="54"/>
                  <a:pt x="175" y="54"/>
                </a:cubicBezTo>
                <a:cubicBezTo>
                  <a:pt x="175" y="54"/>
                  <a:pt x="175" y="54"/>
                  <a:pt x="175" y="55"/>
                </a:cubicBezTo>
                <a:cubicBezTo>
                  <a:pt x="175" y="55"/>
                  <a:pt x="175" y="55"/>
                  <a:pt x="174" y="55"/>
                </a:cubicBezTo>
                <a:cubicBezTo>
                  <a:pt x="174" y="55"/>
                  <a:pt x="174" y="55"/>
                  <a:pt x="174" y="55"/>
                </a:cubicBezTo>
                <a:cubicBezTo>
                  <a:pt x="175" y="55"/>
                  <a:pt x="175" y="55"/>
                  <a:pt x="176" y="55"/>
                </a:cubicBezTo>
                <a:cubicBezTo>
                  <a:pt x="176" y="55"/>
                  <a:pt x="176" y="55"/>
                  <a:pt x="176" y="55"/>
                </a:cubicBezTo>
                <a:cubicBezTo>
                  <a:pt x="176" y="55"/>
                  <a:pt x="176" y="55"/>
                  <a:pt x="177" y="54"/>
                </a:cubicBezTo>
                <a:cubicBezTo>
                  <a:pt x="177" y="54"/>
                  <a:pt x="178" y="54"/>
                  <a:pt x="178" y="54"/>
                </a:cubicBezTo>
                <a:cubicBezTo>
                  <a:pt x="178" y="54"/>
                  <a:pt x="179" y="55"/>
                  <a:pt x="179" y="54"/>
                </a:cubicBezTo>
                <a:cubicBezTo>
                  <a:pt x="179" y="54"/>
                  <a:pt x="179" y="54"/>
                  <a:pt x="180" y="54"/>
                </a:cubicBezTo>
                <a:cubicBezTo>
                  <a:pt x="180" y="54"/>
                  <a:pt x="181" y="54"/>
                  <a:pt x="181" y="54"/>
                </a:cubicBezTo>
                <a:cubicBezTo>
                  <a:pt x="181" y="54"/>
                  <a:pt x="181" y="54"/>
                  <a:pt x="181" y="54"/>
                </a:cubicBezTo>
                <a:cubicBezTo>
                  <a:pt x="181" y="55"/>
                  <a:pt x="181" y="55"/>
                  <a:pt x="182" y="55"/>
                </a:cubicBezTo>
                <a:cubicBezTo>
                  <a:pt x="182" y="55"/>
                  <a:pt x="182" y="54"/>
                  <a:pt x="182" y="54"/>
                </a:cubicBezTo>
                <a:cubicBezTo>
                  <a:pt x="183" y="54"/>
                  <a:pt x="183" y="54"/>
                  <a:pt x="183" y="53"/>
                </a:cubicBezTo>
                <a:cubicBezTo>
                  <a:pt x="183" y="53"/>
                  <a:pt x="183" y="53"/>
                  <a:pt x="183" y="52"/>
                </a:cubicBezTo>
                <a:cubicBezTo>
                  <a:pt x="183" y="52"/>
                  <a:pt x="183" y="52"/>
                  <a:pt x="183" y="52"/>
                </a:cubicBezTo>
                <a:cubicBezTo>
                  <a:pt x="183" y="52"/>
                  <a:pt x="183" y="52"/>
                  <a:pt x="183" y="52"/>
                </a:cubicBezTo>
                <a:cubicBezTo>
                  <a:pt x="184" y="52"/>
                  <a:pt x="185" y="52"/>
                  <a:pt x="186" y="52"/>
                </a:cubicBezTo>
                <a:cubicBezTo>
                  <a:pt x="188" y="53"/>
                  <a:pt x="190" y="54"/>
                  <a:pt x="192" y="55"/>
                </a:cubicBezTo>
                <a:cubicBezTo>
                  <a:pt x="192" y="55"/>
                  <a:pt x="192" y="55"/>
                  <a:pt x="192" y="55"/>
                </a:cubicBezTo>
                <a:cubicBezTo>
                  <a:pt x="192" y="55"/>
                  <a:pt x="193" y="54"/>
                  <a:pt x="193" y="54"/>
                </a:cubicBezTo>
                <a:cubicBezTo>
                  <a:pt x="192" y="54"/>
                  <a:pt x="192" y="54"/>
                  <a:pt x="192" y="53"/>
                </a:cubicBezTo>
                <a:cubicBezTo>
                  <a:pt x="191" y="53"/>
                  <a:pt x="192" y="53"/>
                  <a:pt x="192" y="52"/>
                </a:cubicBezTo>
                <a:cubicBezTo>
                  <a:pt x="191" y="52"/>
                  <a:pt x="190" y="52"/>
                  <a:pt x="190" y="52"/>
                </a:cubicBezTo>
                <a:cubicBezTo>
                  <a:pt x="190" y="51"/>
                  <a:pt x="191" y="51"/>
                  <a:pt x="191" y="50"/>
                </a:cubicBezTo>
                <a:cubicBezTo>
                  <a:pt x="190" y="50"/>
                  <a:pt x="190" y="50"/>
                  <a:pt x="190" y="50"/>
                </a:cubicBezTo>
                <a:cubicBezTo>
                  <a:pt x="190" y="49"/>
                  <a:pt x="191" y="48"/>
                  <a:pt x="192" y="48"/>
                </a:cubicBezTo>
                <a:cubicBezTo>
                  <a:pt x="192" y="47"/>
                  <a:pt x="192" y="47"/>
                  <a:pt x="192" y="47"/>
                </a:cubicBezTo>
                <a:cubicBezTo>
                  <a:pt x="192" y="47"/>
                  <a:pt x="192" y="47"/>
                  <a:pt x="192" y="46"/>
                </a:cubicBezTo>
                <a:cubicBezTo>
                  <a:pt x="189" y="44"/>
                  <a:pt x="186" y="42"/>
                  <a:pt x="183" y="40"/>
                </a:cubicBezTo>
                <a:cubicBezTo>
                  <a:pt x="183" y="40"/>
                  <a:pt x="183" y="40"/>
                  <a:pt x="183" y="40"/>
                </a:cubicBezTo>
                <a:cubicBezTo>
                  <a:pt x="183" y="40"/>
                  <a:pt x="183" y="40"/>
                  <a:pt x="183" y="40"/>
                </a:cubicBezTo>
                <a:cubicBezTo>
                  <a:pt x="183" y="40"/>
                  <a:pt x="183" y="41"/>
                  <a:pt x="183" y="41"/>
                </a:cubicBezTo>
                <a:cubicBezTo>
                  <a:pt x="182" y="41"/>
                  <a:pt x="182" y="41"/>
                  <a:pt x="182" y="41"/>
                </a:cubicBezTo>
                <a:cubicBezTo>
                  <a:pt x="182" y="41"/>
                  <a:pt x="181" y="41"/>
                  <a:pt x="181" y="41"/>
                </a:cubicBezTo>
                <a:cubicBezTo>
                  <a:pt x="181" y="41"/>
                  <a:pt x="181" y="41"/>
                  <a:pt x="181" y="41"/>
                </a:cubicBezTo>
                <a:cubicBezTo>
                  <a:pt x="181" y="41"/>
                  <a:pt x="180" y="41"/>
                  <a:pt x="181" y="41"/>
                </a:cubicBezTo>
                <a:cubicBezTo>
                  <a:pt x="181" y="41"/>
                  <a:pt x="181" y="42"/>
                  <a:pt x="181" y="42"/>
                </a:cubicBezTo>
                <a:cubicBezTo>
                  <a:pt x="181" y="42"/>
                  <a:pt x="181" y="42"/>
                  <a:pt x="181" y="42"/>
                </a:cubicBezTo>
                <a:cubicBezTo>
                  <a:pt x="181" y="42"/>
                  <a:pt x="180" y="42"/>
                  <a:pt x="180" y="42"/>
                </a:cubicBezTo>
                <a:cubicBezTo>
                  <a:pt x="180" y="42"/>
                  <a:pt x="180" y="42"/>
                  <a:pt x="179" y="42"/>
                </a:cubicBezTo>
                <a:cubicBezTo>
                  <a:pt x="179" y="42"/>
                  <a:pt x="179" y="42"/>
                  <a:pt x="179" y="42"/>
                </a:cubicBezTo>
                <a:cubicBezTo>
                  <a:pt x="179" y="42"/>
                  <a:pt x="179" y="42"/>
                  <a:pt x="179" y="43"/>
                </a:cubicBezTo>
                <a:cubicBezTo>
                  <a:pt x="179" y="43"/>
                  <a:pt x="179" y="43"/>
                  <a:pt x="180" y="43"/>
                </a:cubicBezTo>
                <a:cubicBezTo>
                  <a:pt x="180" y="43"/>
                  <a:pt x="180" y="43"/>
                  <a:pt x="180" y="43"/>
                </a:cubicBezTo>
                <a:cubicBezTo>
                  <a:pt x="179" y="43"/>
                  <a:pt x="179" y="44"/>
                  <a:pt x="179" y="44"/>
                </a:cubicBezTo>
                <a:cubicBezTo>
                  <a:pt x="178" y="44"/>
                  <a:pt x="178" y="44"/>
                  <a:pt x="177" y="44"/>
                </a:cubicBezTo>
                <a:cubicBezTo>
                  <a:pt x="176" y="43"/>
                  <a:pt x="176" y="44"/>
                  <a:pt x="175" y="43"/>
                </a:cubicBezTo>
                <a:cubicBezTo>
                  <a:pt x="175" y="43"/>
                  <a:pt x="175" y="43"/>
                  <a:pt x="175" y="43"/>
                </a:cubicBezTo>
                <a:cubicBezTo>
                  <a:pt x="176" y="43"/>
                  <a:pt x="176" y="42"/>
                  <a:pt x="177" y="42"/>
                </a:cubicBezTo>
                <a:cubicBezTo>
                  <a:pt x="177" y="42"/>
                  <a:pt x="177" y="42"/>
                  <a:pt x="177" y="42"/>
                </a:cubicBezTo>
                <a:cubicBezTo>
                  <a:pt x="177" y="42"/>
                  <a:pt x="177" y="42"/>
                  <a:pt x="177" y="42"/>
                </a:cubicBezTo>
                <a:cubicBezTo>
                  <a:pt x="177" y="42"/>
                  <a:pt x="177" y="42"/>
                  <a:pt x="177" y="42"/>
                </a:cubicBezTo>
                <a:cubicBezTo>
                  <a:pt x="177" y="41"/>
                  <a:pt x="178" y="41"/>
                  <a:pt x="178" y="41"/>
                </a:cubicBezTo>
                <a:cubicBezTo>
                  <a:pt x="178" y="41"/>
                  <a:pt x="178" y="41"/>
                  <a:pt x="178" y="41"/>
                </a:cubicBezTo>
                <a:cubicBezTo>
                  <a:pt x="178" y="40"/>
                  <a:pt x="178" y="40"/>
                  <a:pt x="178" y="40"/>
                </a:cubicBezTo>
                <a:cubicBezTo>
                  <a:pt x="178" y="40"/>
                  <a:pt x="179" y="40"/>
                  <a:pt x="179" y="39"/>
                </a:cubicBezTo>
                <a:cubicBezTo>
                  <a:pt x="179" y="39"/>
                  <a:pt x="179" y="40"/>
                  <a:pt x="179" y="40"/>
                </a:cubicBezTo>
                <a:cubicBezTo>
                  <a:pt x="180" y="39"/>
                  <a:pt x="180" y="39"/>
                  <a:pt x="181" y="38"/>
                </a:cubicBezTo>
                <a:cubicBezTo>
                  <a:pt x="165" y="29"/>
                  <a:pt x="147" y="24"/>
                  <a:pt x="128" y="24"/>
                </a:cubicBezTo>
                <a:cubicBezTo>
                  <a:pt x="112" y="24"/>
                  <a:pt x="97" y="28"/>
                  <a:pt x="83" y="34"/>
                </a:cubicBezTo>
                <a:moveTo>
                  <a:pt x="84" y="39"/>
                </a:moveTo>
                <a:cubicBezTo>
                  <a:pt x="84" y="39"/>
                  <a:pt x="84" y="39"/>
                  <a:pt x="84" y="39"/>
                </a:cubicBezTo>
                <a:cubicBezTo>
                  <a:pt x="84" y="39"/>
                  <a:pt x="84" y="39"/>
                  <a:pt x="84" y="39"/>
                </a:cubicBezTo>
                <a:cubicBezTo>
                  <a:pt x="84" y="39"/>
                  <a:pt x="84" y="39"/>
                  <a:pt x="84" y="39"/>
                </a:cubicBezTo>
                <a:cubicBezTo>
                  <a:pt x="84" y="39"/>
                  <a:pt x="84" y="39"/>
                  <a:pt x="84" y="39"/>
                </a:cubicBezTo>
                <a:moveTo>
                  <a:pt x="174" y="99"/>
                </a:moveTo>
                <a:cubicBezTo>
                  <a:pt x="174" y="99"/>
                  <a:pt x="174" y="99"/>
                  <a:pt x="173" y="99"/>
                </a:cubicBezTo>
                <a:cubicBezTo>
                  <a:pt x="173" y="99"/>
                  <a:pt x="173" y="98"/>
                  <a:pt x="173" y="98"/>
                </a:cubicBezTo>
                <a:cubicBezTo>
                  <a:pt x="174" y="98"/>
                  <a:pt x="174" y="98"/>
                  <a:pt x="174" y="97"/>
                </a:cubicBezTo>
                <a:cubicBezTo>
                  <a:pt x="174" y="97"/>
                  <a:pt x="173" y="97"/>
                  <a:pt x="173" y="97"/>
                </a:cubicBezTo>
                <a:cubicBezTo>
                  <a:pt x="173" y="97"/>
                  <a:pt x="173" y="97"/>
                  <a:pt x="172" y="97"/>
                </a:cubicBezTo>
                <a:cubicBezTo>
                  <a:pt x="172" y="97"/>
                  <a:pt x="172" y="97"/>
                  <a:pt x="172" y="97"/>
                </a:cubicBezTo>
                <a:cubicBezTo>
                  <a:pt x="172" y="96"/>
                  <a:pt x="172" y="96"/>
                  <a:pt x="172" y="95"/>
                </a:cubicBezTo>
                <a:cubicBezTo>
                  <a:pt x="171" y="95"/>
                  <a:pt x="171" y="95"/>
                  <a:pt x="171" y="95"/>
                </a:cubicBezTo>
                <a:cubicBezTo>
                  <a:pt x="171" y="95"/>
                  <a:pt x="171" y="95"/>
                  <a:pt x="171" y="95"/>
                </a:cubicBezTo>
                <a:cubicBezTo>
                  <a:pt x="171" y="95"/>
                  <a:pt x="171" y="95"/>
                  <a:pt x="171" y="95"/>
                </a:cubicBezTo>
                <a:cubicBezTo>
                  <a:pt x="171" y="95"/>
                  <a:pt x="172" y="95"/>
                  <a:pt x="172" y="95"/>
                </a:cubicBezTo>
                <a:cubicBezTo>
                  <a:pt x="172" y="95"/>
                  <a:pt x="172" y="95"/>
                  <a:pt x="172" y="95"/>
                </a:cubicBezTo>
                <a:cubicBezTo>
                  <a:pt x="172" y="95"/>
                  <a:pt x="172" y="94"/>
                  <a:pt x="172" y="94"/>
                </a:cubicBezTo>
                <a:cubicBezTo>
                  <a:pt x="172" y="94"/>
                  <a:pt x="172" y="94"/>
                  <a:pt x="172" y="94"/>
                </a:cubicBezTo>
                <a:cubicBezTo>
                  <a:pt x="172" y="94"/>
                  <a:pt x="172" y="94"/>
                  <a:pt x="172" y="94"/>
                </a:cubicBezTo>
                <a:cubicBezTo>
                  <a:pt x="172" y="94"/>
                  <a:pt x="172" y="93"/>
                  <a:pt x="173" y="93"/>
                </a:cubicBezTo>
                <a:cubicBezTo>
                  <a:pt x="173" y="93"/>
                  <a:pt x="174" y="94"/>
                  <a:pt x="174" y="94"/>
                </a:cubicBezTo>
                <a:cubicBezTo>
                  <a:pt x="174" y="94"/>
                  <a:pt x="174" y="94"/>
                  <a:pt x="174" y="94"/>
                </a:cubicBezTo>
                <a:cubicBezTo>
                  <a:pt x="174" y="93"/>
                  <a:pt x="174" y="93"/>
                  <a:pt x="174" y="93"/>
                </a:cubicBezTo>
                <a:cubicBezTo>
                  <a:pt x="174" y="93"/>
                  <a:pt x="174" y="92"/>
                  <a:pt x="174" y="92"/>
                </a:cubicBezTo>
                <a:cubicBezTo>
                  <a:pt x="174" y="92"/>
                  <a:pt x="174" y="92"/>
                  <a:pt x="174" y="92"/>
                </a:cubicBezTo>
                <a:cubicBezTo>
                  <a:pt x="174" y="92"/>
                  <a:pt x="174" y="91"/>
                  <a:pt x="174" y="91"/>
                </a:cubicBezTo>
                <a:cubicBezTo>
                  <a:pt x="174" y="91"/>
                  <a:pt x="174" y="91"/>
                  <a:pt x="173" y="91"/>
                </a:cubicBezTo>
                <a:cubicBezTo>
                  <a:pt x="173" y="91"/>
                  <a:pt x="173" y="91"/>
                  <a:pt x="173" y="91"/>
                </a:cubicBezTo>
                <a:cubicBezTo>
                  <a:pt x="173" y="91"/>
                  <a:pt x="172" y="91"/>
                  <a:pt x="172" y="91"/>
                </a:cubicBezTo>
                <a:cubicBezTo>
                  <a:pt x="171" y="91"/>
                  <a:pt x="171" y="92"/>
                  <a:pt x="170" y="92"/>
                </a:cubicBezTo>
                <a:cubicBezTo>
                  <a:pt x="170" y="92"/>
                  <a:pt x="170" y="92"/>
                  <a:pt x="170" y="92"/>
                </a:cubicBezTo>
                <a:cubicBezTo>
                  <a:pt x="170" y="92"/>
                  <a:pt x="169" y="92"/>
                  <a:pt x="169" y="92"/>
                </a:cubicBezTo>
                <a:cubicBezTo>
                  <a:pt x="169" y="93"/>
                  <a:pt x="169" y="93"/>
                  <a:pt x="169" y="93"/>
                </a:cubicBezTo>
                <a:cubicBezTo>
                  <a:pt x="169" y="93"/>
                  <a:pt x="169" y="93"/>
                  <a:pt x="169" y="93"/>
                </a:cubicBezTo>
                <a:cubicBezTo>
                  <a:pt x="169" y="93"/>
                  <a:pt x="168" y="93"/>
                  <a:pt x="168" y="93"/>
                </a:cubicBezTo>
                <a:cubicBezTo>
                  <a:pt x="168" y="93"/>
                  <a:pt x="168" y="93"/>
                  <a:pt x="168" y="93"/>
                </a:cubicBezTo>
                <a:cubicBezTo>
                  <a:pt x="168" y="93"/>
                  <a:pt x="167" y="94"/>
                  <a:pt x="167" y="94"/>
                </a:cubicBezTo>
                <a:cubicBezTo>
                  <a:pt x="167" y="94"/>
                  <a:pt x="167" y="94"/>
                  <a:pt x="167" y="95"/>
                </a:cubicBezTo>
                <a:cubicBezTo>
                  <a:pt x="167" y="95"/>
                  <a:pt x="167" y="95"/>
                  <a:pt x="167" y="95"/>
                </a:cubicBezTo>
                <a:cubicBezTo>
                  <a:pt x="167" y="95"/>
                  <a:pt x="167" y="95"/>
                  <a:pt x="167" y="95"/>
                </a:cubicBezTo>
                <a:cubicBezTo>
                  <a:pt x="167" y="95"/>
                  <a:pt x="168" y="96"/>
                  <a:pt x="168" y="96"/>
                </a:cubicBezTo>
                <a:cubicBezTo>
                  <a:pt x="168" y="96"/>
                  <a:pt x="168" y="96"/>
                  <a:pt x="168" y="96"/>
                </a:cubicBezTo>
                <a:cubicBezTo>
                  <a:pt x="168" y="96"/>
                  <a:pt x="168" y="96"/>
                  <a:pt x="168" y="96"/>
                </a:cubicBezTo>
                <a:cubicBezTo>
                  <a:pt x="168" y="96"/>
                  <a:pt x="168" y="96"/>
                  <a:pt x="168" y="96"/>
                </a:cubicBezTo>
                <a:cubicBezTo>
                  <a:pt x="168" y="96"/>
                  <a:pt x="168" y="96"/>
                  <a:pt x="168" y="96"/>
                </a:cubicBezTo>
                <a:cubicBezTo>
                  <a:pt x="168" y="96"/>
                  <a:pt x="167" y="97"/>
                  <a:pt x="168" y="97"/>
                </a:cubicBezTo>
                <a:cubicBezTo>
                  <a:pt x="168" y="97"/>
                  <a:pt x="168" y="97"/>
                  <a:pt x="168" y="97"/>
                </a:cubicBezTo>
                <a:cubicBezTo>
                  <a:pt x="168" y="97"/>
                  <a:pt x="168" y="97"/>
                  <a:pt x="168" y="97"/>
                </a:cubicBezTo>
                <a:cubicBezTo>
                  <a:pt x="168" y="98"/>
                  <a:pt x="168" y="98"/>
                  <a:pt x="169" y="98"/>
                </a:cubicBezTo>
                <a:cubicBezTo>
                  <a:pt x="169" y="98"/>
                  <a:pt x="169" y="98"/>
                  <a:pt x="169" y="98"/>
                </a:cubicBezTo>
                <a:cubicBezTo>
                  <a:pt x="169" y="99"/>
                  <a:pt x="169" y="99"/>
                  <a:pt x="169" y="99"/>
                </a:cubicBezTo>
                <a:cubicBezTo>
                  <a:pt x="170" y="99"/>
                  <a:pt x="170" y="99"/>
                  <a:pt x="170" y="100"/>
                </a:cubicBezTo>
                <a:cubicBezTo>
                  <a:pt x="170" y="100"/>
                  <a:pt x="170" y="100"/>
                  <a:pt x="170" y="100"/>
                </a:cubicBezTo>
                <a:cubicBezTo>
                  <a:pt x="170" y="100"/>
                  <a:pt x="171" y="100"/>
                  <a:pt x="171" y="101"/>
                </a:cubicBezTo>
                <a:cubicBezTo>
                  <a:pt x="171" y="101"/>
                  <a:pt x="171" y="101"/>
                  <a:pt x="171" y="101"/>
                </a:cubicBezTo>
                <a:cubicBezTo>
                  <a:pt x="171" y="101"/>
                  <a:pt x="171" y="101"/>
                  <a:pt x="171" y="101"/>
                </a:cubicBezTo>
                <a:cubicBezTo>
                  <a:pt x="170" y="100"/>
                  <a:pt x="170" y="101"/>
                  <a:pt x="170" y="102"/>
                </a:cubicBezTo>
                <a:cubicBezTo>
                  <a:pt x="170" y="102"/>
                  <a:pt x="170" y="102"/>
                  <a:pt x="170" y="102"/>
                </a:cubicBezTo>
                <a:cubicBezTo>
                  <a:pt x="170" y="102"/>
                  <a:pt x="170" y="102"/>
                  <a:pt x="170" y="102"/>
                </a:cubicBezTo>
                <a:cubicBezTo>
                  <a:pt x="170" y="102"/>
                  <a:pt x="170" y="102"/>
                  <a:pt x="170" y="102"/>
                </a:cubicBezTo>
                <a:cubicBezTo>
                  <a:pt x="170" y="102"/>
                  <a:pt x="170" y="102"/>
                  <a:pt x="169" y="102"/>
                </a:cubicBezTo>
                <a:cubicBezTo>
                  <a:pt x="169" y="102"/>
                  <a:pt x="169" y="102"/>
                  <a:pt x="169" y="102"/>
                </a:cubicBezTo>
                <a:cubicBezTo>
                  <a:pt x="169" y="103"/>
                  <a:pt x="169" y="104"/>
                  <a:pt x="169" y="105"/>
                </a:cubicBezTo>
                <a:cubicBezTo>
                  <a:pt x="170" y="105"/>
                  <a:pt x="170" y="105"/>
                  <a:pt x="171" y="105"/>
                </a:cubicBezTo>
                <a:cubicBezTo>
                  <a:pt x="171" y="106"/>
                  <a:pt x="173" y="106"/>
                  <a:pt x="174" y="106"/>
                </a:cubicBezTo>
                <a:cubicBezTo>
                  <a:pt x="174" y="106"/>
                  <a:pt x="175" y="106"/>
                  <a:pt x="175" y="106"/>
                </a:cubicBezTo>
                <a:cubicBezTo>
                  <a:pt x="175" y="105"/>
                  <a:pt x="175" y="104"/>
                  <a:pt x="175" y="104"/>
                </a:cubicBezTo>
                <a:cubicBezTo>
                  <a:pt x="175" y="104"/>
                  <a:pt x="175" y="104"/>
                  <a:pt x="175" y="103"/>
                </a:cubicBezTo>
                <a:cubicBezTo>
                  <a:pt x="175" y="103"/>
                  <a:pt x="175" y="103"/>
                  <a:pt x="175" y="103"/>
                </a:cubicBezTo>
                <a:cubicBezTo>
                  <a:pt x="175" y="102"/>
                  <a:pt x="175" y="102"/>
                  <a:pt x="175" y="102"/>
                </a:cubicBezTo>
                <a:cubicBezTo>
                  <a:pt x="175" y="102"/>
                  <a:pt x="174" y="102"/>
                  <a:pt x="174" y="102"/>
                </a:cubicBezTo>
                <a:cubicBezTo>
                  <a:pt x="174" y="102"/>
                  <a:pt x="174" y="102"/>
                  <a:pt x="174" y="102"/>
                </a:cubicBezTo>
                <a:cubicBezTo>
                  <a:pt x="174" y="102"/>
                  <a:pt x="174" y="102"/>
                  <a:pt x="174" y="102"/>
                </a:cubicBezTo>
                <a:cubicBezTo>
                  <a:pt x="175" y="102"/>
                  <a:pt x="175" y="102"/>
                  <a:pt x="175" y="102"/>
                </a:cubicBezTo>
                <a:cubicBezTo>
                  <a:pt x="175" y="102"/>
                  <a:pt x="175" y="102"/>
                  <a:pt x="175" y="102"/>
                </a:cubicBezTo>
                <a:cubicBezTo>
                  <a:pt x="175" y="102"/>
                  <a:pt x="175" y="102"/>
                  <a:pt x="175" y="102"/>
                </a:cubicBezTo>
                <a:cubicBezTo>
                  <a:pt x="175" y="101"/>
                  <a:pt x="175" y="101"/>
                  <a:pt x="175" y="101"/>
                </a:cubicBezTo>
                <a:cubicBezTo>
                  <a:pt x="175" y="101"/>
                  <a:pt x="175" y="101"/>
                  <a:pt x="175" y="101"/>
                </a:cubicBezTo>
                <a:cubicBezTo>
                  <a:pt x="174" y="101"/>
                  <a:pt x="174" y="101"/>
                  <a:pt x="174" y="101"/>
                </a:cubicBezTo>
                <a:cubicBezTo>
                  <a:pt x="174" y="101"/>
                  <a:pt x="174" y="100"/>
                  <a:pt x="174" y="100"/>
                </a:cubicBezTo>
                <a:cubicBezTo>
                  <a:pt x="174" y="100"/>
                  <a:pt x="174" y="100"/>
                  <a:pt x="174" y="100"/>
                </a:cubicBezTo>
                <a:cubicBezTo>
                  <a:pt x="174"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5" y="100"/>
                  <a:pt x="175" y="100"/>
                  <a:pt x="175" y="100"/>
                </a:cubicBezTo>
                <a:cubicBezTo>
                  <a:pt x="176" y="100"/>
                  <a:pt x="176" y="100"/>
                  <a:pt x="176" y="100"/>
                </a:cubicBezTo>
                <a:cubicBezTo>
                  <a:pt x="176" y="100"/>
                  <a:pt x="176" y="100"/>
                  <a:pt x="176" y="100"/>
                </a:cubicBezTo>
                <a:cubicBezTo>
                  <a:pt x="176" y="100"/>
                  <a:pt x="176" y="100"/>
                  <a:pt x="176" y="100"/>
                </a:cubicBezTo>
                <a:cubicBezTo>
                  <a:pt x="176" y="100"/>
                  <a:pt x="176" y="100"/>
                  <a:pt x="176" y="100"/>
                </a:cubicBezTo>
                <a:cubicBezTo>
                  <a:pt x="176" y="99"/>
                  <a:pt x="176" y="99"/>
                  <a:pt x="175" y="99"/>
                </a:cubicBezTo>
                <a:cubicBezTo>
                  <a:pt x="175" y="99"/>
                  <a:pt x="175" y="98"/>
                  <a:pt x="175" y="98"/>
                </a:cubicBezTo>
                <a:cubicBezTo>
                  <a:pt x="175" y="98"/>
                  <a:pt x="174" y="98"/>
                  <a:pt x="174" y="98"/>
                </a:cubicBezTo>
                <a:cubicBezTo>
                  <a:pt x="174" y="99"/>
                  <a:pt x="174" y="99"/>
                  <a:pt x="174" y="100"/>
                </a:cubicBezTo>
                <a:cubicBezTo>
                  <a:pt x="174" y="99"/>
                  <a:pt x="174" y="99"/>
                  <a:pt x="174" y="99"/>
                </a:cubicBezTo>
                <a:cubicBezTo>
                  <a:pt x="174" y="99"/>
                  <a:pt x="174" y="99"/>
                  <a:pt x="174" y="99"/>
                </a:cubicBezTo>
                <a:cubicBezTo>
                  <a:pt x="174" y="99"/>
                  <a:pt x="174" y="99"/>
                  <a:pt x="174" y="99"/>
                </a:cubicBezTo>
                <a:moveTo>
                  <a:pt x="143" y="99"/>
                </a:moveTo>
                <a:cubicBezTo>
                  <a:pt x="143" y="99"/>
                  <a:pt x="143" y="99"/>
                  <a:pt x="143" y="99"/>
                </a:cubicBezTo>
                <a:cubicBezTo>
                  <a:pt x="143" y="99"/>
                  <a:pt x="143" y="99"/>
                  <a:pt x="143" y="99"/>
                </a:cubicBezTo>
                <a:cubicBezTo>
                  <a:pt x="143" y="99"/>
                  <a:pt x="143" y="99"/>
                  <a:pt x="143" y="99"/>
                </a:cubicBezTo>
                <a:cubicBezTo>
                  <a:pt x="143" y="99"/>
                  <a:pt x="143" y="99"/>
                  <a:pt x="143" y="99"/>
                </a:cubicBezTo>
                <a:cubicBezTo>
                  <a:pt x="143" y="99"/>
                  <a:pt x="143" y="99"/>
                  <a:pt x="143" y="99"/>
                </a:cubicBezTo>
                <a:moveTo>
                  <a:pt x="177" y="44"/>
                </a:moveTo>
                <a:cubicBezTo>
                  <a:pt x="178" y="44"/>
                  <a:pt x="178" y="44"/>
                  <a:pt x="178" y="44"/>
                </a:cubicBezTo>
                <a:cubicBezTo>
                  <a:pt x="178" y="46"/>
                  <a:pt x="177" y="45"/>
                  <a:pt x="177" y="47"/>
                </a:cubicBezTo>
                <a:cubicBezTo>
                  <a:pt x="177" y="48"/>
                  <a:pt x="177" y="49"/>
                  <a:pt x="178" y="49"/>
                </a:cubicBezTo>
                <a:cubicBezTo>
                  <a:pt x="178" y="49"/>
                  <a:pt x="179" y="49"/>
                  <a:pt x="179" y="50"/>
                </a:cubicBezTo>
                <a:cubicBezTo>
                  <a:pt x="178" y="50"/>
                  <a:pt x="178" y="50"/>
                  <a:pt x="177" y="50"/>
                </a:cubicBezTo>
                <a:cubicBezTo>
                  <a:pt x="177" y="50"/>
                  <a:pt x="177" y="50"/>
                  <a:pt x="176" y="50"/>
                </a:cubicBezTo>
                <a:cubicBezTo>
                  <a:pt x="176" y="50"/>
                  <a:pt x="176" y="50"/>
                  <a:pt x="176" y="50"/>
                </a:cubicBezTo>
                <a:cubicBezTo>
                  <a:pt x="175" y="50"/>
                  <a:pt x="175" y="50"/>
                  <a:pt x="175" y="50"/>
                </a:cubicBezTo>
                <a:cubicBezTo>
                  <a:pt x="175" y="49"/>
                  <a:pt x="175" y="49"/>
                  <a:pt x="175" y="49"/>
                </a:cubicBezTo>
                <a:cubicBezTo>
                  <a:pt x="175" y="49"/>
                  <a:pt x="175" y="49"/>
                  <a:pt x="176" y="49"/>
                </a:cubicBezTo>
                <a:cubicBezTo>
                  <a:pt x="175" y="49"/>
                  <a:pt x="174" y="48"/>
                  <a:pt x="174" y="48"/>
                </a:cubicBezTo>
                <a:cubicBezTo>
                  <a:pt x="173" y="48"/>
                  <a:pt x="173" y="48"/>
                  <a:pt x="172" y="48"/>
                </a:cubicBezTo>
                <a:cubicBezTo>
                  <a:pt x="172" y="48"/>
                  <a:pt x="172" y="48"/>
                  <a:pt x="172" y="48"/>
                </a:cubicBezTo>
                <a:cubicBezTo>
                  <a:pt x="172" y="47"/>
                  <a:pt x="172" y="47"/>
                  <a:pt x="172" y="47"/>
                </a:cubicBezTo>
                <a:cubicBezTo>
                  <a:pt x="173" y="47"/>
                  <a:pt x="173" y="47"/>
                  <a:pt x="173" y="47"/>
                </a:cubicBezTo>
                <a:cubicBezTo>
                  <a:pt x="174" y="47"/>
                  <a:pt x="174" y="46"/>
                  <a:pt x="174" y="46"/>
                </a:cubicBezTo>
                <a:cubicBezTo>
                  <a:pt x="174" y="46"/>
                  <a:pt x="174" y="46"/>
                  <a:pt x="173" y="45"/>
                </a:cubicBezTo>
                <a:cubicBezTo>
                  <a:pt x="173" y="45"/>
                  <a:pt x="174" y="45"/>
                  <a:pt x="174" y="45"/>
                </a:cubicBezTo>
                <a:cubicBezTo>
                  <a:pt x="174" y="45"/>
                  <a:pt x="174" y="45"/>
                  <a:pt x="174" y="45"/>
                </a:cubicBezTo>
                <a:cubicBezTo>
                  <a:pt x="175" y="44"/>
                  <a:pt x="175" y="44"/>
                  <a:pt x="175" y="44"/>
                </a:cubicBezTo>
                <a:cubicBezTo>
                  <a:pt x="176" y="44"/>
                  <a:pt x="177" y="44"/>
                  <a:pt x="177" y="44"/>
                </a:cubicBezTo>
                <a:moveTo>
                  <a:pt x="143" y="29"/>
                </a:moveTo>
                <a:cubicBezTo>
                  <a:pt x="142" y="29"/>
                  <a:pt x="142" y="29"/>
                  <a:pt x="142" y="30"/>
                </a:cubicBezTo>
                <a:cubicBezTo>
                  <a:pt x="141" y="30"/>
                  <a:pt x="141" y="30"/>
                  <a:pt x="141" y="30"/>
                </a:cubicBezTo>
                <a:cubicBezTo>
                  <a:pt x="140" y="30"/>
                  <a:pt x="140" y="30"/>
                  <a:pt x="140" y="30"/>
                </a:cubicBezTo>
                <a:cubicBezTo>
                  <a:pt x="139" y="30"/>
                  <a:pt x="138" y="30"/>
                  <a:pt x="137" y="30"/>
                </a:cubicBezTo>
                <a:cubicBezTo>
                  <a:pt x="137" y="30"/>
                  <a:pt x="137" y="30"/>
                  <a:pt x="137" y="30"/>
                </a:cubicBezTo>
                <a:cubicBezTo>
                  <a:pt x="137" y="29"/>
                  <a:pt x="137" y="29"/>
                  <a:pt x="138" y="28"/>
                </a:cubicBezTo>
                <a:cubicBezTo>
                  <a:pt x="138" y="28"/>
                  <a:pt x="138" y="28"/>
                  <a:pt x="138" y="28"/>
                </a:cubicBezTo>
                <a:cubicBezTo>
                  <a:pt x="136" y="28"/>
                  <a:pt x="134" y="29"/>
                  <a:pt x="133" y="28"/>
                </a:cubicBezTo>
                <a:cubicBezTo>
                  <a:pt x="133" y="28"/>
                  <a:pt x="133" y="28"/>
                  <a:pt x="133" y="28"/>
                </a:cubicBezTo>
                <a:cubicBezTo>
                  <a:pt x="134" y="28"/>
                  <a:pt x="134" y="28"/>
                  <a:pt x="134" y="27"/>
                </a:cubicBezTo>
                <a:cubicBezTo>
                  <a:pt x="135" y="27"/>
                  <a:pt x="135" y="27"/>
                  <a:pt x="135" y="26"/>
                </a:cubicBezTo>
                <a:cubicBezTo>
                  <a:pt x="135" y="26"/>
                  <a:pt x="136" y="27"/>
                  <a:pt x="136" y="27"/>
                </a:cubicBezTo>
                <a:cubicBezTo>
                  <a:pt x="137" y="28"/>
                  <a:pt x="137" y="27"/>
                  <a:pt x="138" y="28"/>
                </a:cubicBezTo>
                <a:cubicBezTo>
                  <a:pt x="138" y="28"/>
                  <a:pt x="138" y="27"/>
                  <a:pt x="138" y="27"/>
                </a:cubicBezTo>
                <a:cubicBezTo>
                  <a:pt x="139" y="27"/>
                  <a:pt x="139" y="27"/>
                  <a:pt x="139" y="26"/>
                </a:cubicBezTo>
                <a:cubicBezTo>
                  <a:pt x="139" y="27"/>
                  <a:pt x="139" y="27"/>
                  <a:pt x="139" y="28"/>
                </a:cubicBezTo>
                <a:cubicBezTo>
                  <a:pt x="139" y="28"/>
                  <a:pt x="139" y="28"/>
                  <a:pt x="139" y="28"/>
                </a:cubicBezTo>
                <a:cubicBezTo>
                  <a:pt x="140" y="27"/>
                  <a:pt x="140" y="27"/>
                  <a:pt x="141" y="27"/>
                </a:cubicBezTo>
                <a:cubicBezTo>
                  <a:pt x="141" y="27"/>
                  <a:pt x="141" y="27"/>
                  <a:pt x="141" y="27"/>
                </a:cubicBezTo>
                <a:cubicBezTo>
                  <a:pt x="141" y="27"/>
                  <a:pt x="141" y="27"/>
                  <a:pt x="141" y="27"/>
                </a:cubicBezTo>
                <a:cubicBezTo>
                  <a:pt x="142" y="27"/>
                  <a:pt x="142" y="27"/>
                  <a:pt x="143" y="27"/>
                </a:cubicBezTo>
                <a:cubicBezTo>
                  <a:pt x="143" y="27"/>
                  <a:pt x="143" y="28"/>
                  <a:pt x="144" y="28"/>
                </a:cubicBezTo>
                <a:cubicBezTo>
                  <a:pt x="144" y="28"/>
                  <a:pt x="144" y="28"/>
                  <a:pt x="144" y="28"/>
                </a:cubicBezTo>
                <a:cubicBezTo>
                  <a:pt x="144" y="28"/>
                  <a:pt x="144" y="28"/>
                  <a:pt x="144" y="28"/>
                </a:cubicBezTo>
                <a:lnTo>
                  <a:pt x="143" y="29"/>
                </a:lnTo>
                <a:close/>
                <a:moveTo>
                  <a:pt x="134" y="30"/>
                </a:moveTo>
                <a:cubicBezTo>
                  <a:pt x="135" y="30"/>
                  <a:pt x="135" y="30"/>
                  <a:pt x="135" y="30"/>
                </a:cubicBezTo>
                <a:cubicBezTo>
                  <a:pt x="136" y="30"/>
                  <a:pt x="136" y="31"/>
                  <a:pt x="136" y="31"/>
                </a:cubicBezTo>
                <a:cubicBezTo>
                  <a:pt x="136" y="31"/>
                  <a:pt x="136" y="31"/>
                  <a:pt x="136" y="31"/>
                </a:cubicBezTo>
                <a:cubicBezTo>
                  <a:pt x="135" y="31"/>
                  <a:pt x="135" y="32"/>
                  <a:pt x="135" y="32"/>
                </a:cubicBezTo>
                <a:cubicBezTo>
                  <a:pt x="134" y="32"/>
                  <a:pt x="134" y="33"/>
                  <a:pt x="134" y="33"/>
                </a:cubicBezTo>
                <a:cubicBezTo>
                  <a:pt x="134" y="34"/>
                  <a:pt x="134" y="34"/>
                  <a:pt x="134" y="34"/>
                </a:cubicBezTo>
                <a:cubicBezTo>
                  <a:pt x="133" y="34"/>
                  <a:pt x="133" y="34"/>
                  <a:pt x="133" y="34"/>
                </a:cubicBezTo>
                <a:cubicBezTo>
                  <a:pt x="132" y="35"/>
                  <a:pt x="132" y="35"/>
                  <a:pt x="132" y="36"/>
                </a:cubicBezTo>
                <a:cubicBezTo>
                  <a:pt x="132" y="36"/>
                  <a:pt x="132" y="36"/>
                  <a:pt x="132" y="36"/>
                </a:cubicBezTo>
                <a:cubicBezTo>
                  <a:pt x="131" y="36"/>
                  <a:pt x="129" y="35"/>
                  <a:pt x="129" y="35"/>
                </a:cubicBezTo>
                <a:cubicBezTo>
                  <a:pt x="129" y="35"/>
                  <a:pt x="129" y="35"/>
                  <a:pt x="129" y="35"/>
                </a:cubicBezTo>
                <a:cubicBezTo>
                  <a:pt x="129" y="34"/>
                  <a:pt x="129" y="34"/>
                  <a:pt x="129" y="34"/>
                </a:cubicBezTo>
                <a:cubicBezTo>
                  <a:pt x="130" y="34"/>
                  <a:pt x="131" y="34"/>
                  <a:pt x="132" y="34"/>
                </a:cubicBezTo>
                <a:cubicBezTo>
                  <a:pt x="131" y="34"/>
                  <a:pt x="131" y="33"/>
                  <a:pt x="131" y="33"/>
                </a:cubicBezTo>
                <a:cubicBezTo>
                  <a:pt x="130" y="33"/>
                  <a:pt x="130" y="34"/>
                  <a:pt x="129" y="34"/>
                </a:cubicBezTo>
                <a:cubicBezTo>
                  <a:pt x="128" y="34"/>
                  <a:pt x="128" y="33"/>
                  <a:pt x="128" y="33"/>
                </a:cubicBezTo>
                <a:cubicBezTo>
                  <a:pt x="128" y="33"/>
                  <a:pt x="128" y="33"/>
                  <a:pt x="128" y="33"/>
                </a:cubicBezTo>
                <a:cubicBezTo>
                  <a:pt x="129" y="33"/>
                  <a:pt x="131" y="33"/>
                  <a:pt x="131" y="32"/>
                </a:cubicBezTo>
                <a:cubicBezTo>
                  <a:pt x="131" y="32"/>
                  <a:pt x="131" y="32"/>
                  <a:pt x="131" y="32"/>
                </a:cubicBezTo>
                <a:cubicBezTo>
                  <a:pt x="131" y="32"/>
                  <a:pt x="130" y="31"/>
                  <a:pt x="130" y="31"/>
                </a:cubicBezTo>
                <a:cubicBezTo>
                  <a:pt x="129" y="31"/>
                  <a:pt x="129" y="32"/>
                  <a:pt x="128" y="32"/>
                </a:cubicBezTo>
                <a:cubicBezTo>
                  <a:pt x="127" y="33"/>
                  <a:pt x="126" y="31"/>
                  <a:pt x="126" y="31"/>
                </a:cubicBezTo>
                <a:cubicBezTo>
                  <a:pt x="126" y="31"/>
                  <a:pt x="126" y="31"/>
                  <a:pt x="127" y="30"/>
                </a:cubicBezTo>
                <a:cubicBezTo>
                  <a:pt x="127" y="30"/>
                  <a:pt x="126" y="30"/>
                  <a:pt x="126" y="30"/>
                </a:cubicBezTo>
                <a:cubicBezTo>
                  <a:pt x="126" y="30"/>
                  <a:pt x="126" y="30"/>
                  <a:pt x="125" y="30"/>
                </a:cubicBezTo>
                <a:cubicBezTo>
                  <a:pt x="125" y="30"/>
                  <a:pt x="125" y="29"/>
                  <a:pt x="125" y="29"/>
                </a:cubicBezTo>
                <a:cubicBezTo>
                  <a:pt x="125" y="29"/>
                  <a:pt x="125" y="29"/>
                  <a:pt x="126" y="29"/>
                </a:cubicBezTo>
                <a:cubicBezTo>
                  <a:pt x="126" y="29"/>
                  <a:pt x="126" y="29"/>
                  <a:pt x="127" y="29"/>
                </a:cubicBezTo>
                <a:cubicBezTo>
                  <a:pt x="127" y="29"/>
                  <a:pt x="127" y="28"/>
                  <a:pt x="128" y="28"/>
                </a:cubicBezTo>
                <a:cubicBezTo>
                  <a:pt x="128" y="29"/>
                  <a:pt x="128" y="29"/>
                  <a:pt x="128" y="29"/>
                </a:cubicBezTo>
                <a:cubicBezTo>
                  <a:pt x="128" y="29"/>
                  <a:pt x="128" y="30"/>
                  <a:pt x="129" y="30"/>
                </a:cubicBezTo>
                <a:cubicBezTo>
                  <a:pt x="129" y="30"/>
                  <a:pt x="129" y="30"/>
                  <a:pt x="129" y="30"/>
                </a:cubicBezTo>
                <a:cubicBezTo>
                  <a:pt x="129" y="29"/>
                  <a:pt x="129" y="29"/>
                  <a:pt x="129" y="29"/>
                </a:cubicBezTo>
                <a:cubicBezTo>
                  <a:pt x="129" y="28"/>
                  <a:pt x="129" y="28"/>
                  <a:pt x="129" y="29"/>
                </a:cubicBezTo>
                <a:cubicBezTo>
                  <a:pt x="130" y="29"/>
                  <a:pt x="130" y="30"/>
                  <a:pt x="131" y="30"/>
                </a:cubicBezTo>
                <a:cubicBezTo>
                  <a:pt x="131" y="30"/>
                  <a:pt x="131" y="30"/>
                  <a:pt x="131" y="30"/>
                </a:cubicBezTo>
                <a:cubicBezTo>
                  <a:pt x="131" y="30"/>
                  <a:pt x="130" y="29"/>
                  <a:pt x="131" y="28"/>
                </a:cubicBezTo>
                <a:cubicBezTo>
                  <a:pt x="131" y="28"/>
                  <a:pt x="131" y="28"/>
                  <a:pt x="131" y="28"/>
                </a:cubicBezTo>
                <a:cubicBezTo>
                  <a:pt x="131" y="28"/>
                  <a:pt x="132" y="28"/>
                  <a:pt x="132" y="28"/>
                </a:cubicBezTo>
                <a:cubicBezTo>
                  <a:pt x="133" y="28"/>
                  <a:pt x="133" y="28"/>
                  <a:pt x="133" y="28"/>
                </a:cubicBezTo>
                <a:cubicBezTo>
                  <a:pt x="133" y="28"/>
                  <a:pt x="133" y="28"/>
                  <a:pt x="133" y="28"/>
                </a:cubicBezTo>
                <a:cubicBezTo>
                  <a:pt x="133" y="29"/>
                  <a:pt x="133" y="29"/>
                  <a:pt x="133" y="29"/>
                </a:cubicBezTo>
                <a:cubicBezTo>
                  <a:pt x="133" y="30"/>
                  <a:pt x="133" y="30"/>
                  <a:pt x="133" y="30"/>
                </a:cubicBezTo>
                <a:cubicBezTo>
                  <a:pt x="133" y="29"/>
                  <a:pt x="133" y="29"/>
                  <a:pt x="134" y="29"/>
                </a:cubicBezTo>
                <a:cubicBezTo>
                  <a:pt x="134" y="29"/>
                  <a:pt x="134" y="30"/>
                  <a:pt x="134" y="30"/>
                </a:cubicBezTo>
                <a:moveTo>
                  <a:pt x="112" y="85"/>
                </a:moveTo>
                <a:cubicBezTo>
                  <a:pt x="112" y="85"/>
                  <a:pt x="112" y="85"/>
                  <a:pt x="112" y="85"/>
                </a:cubicBezTo>
                <a:cubicBezTo>
                  <a:pt x="113" y="85"/>
                  <a:pt x="114" y="85"/>
                  <a:pt x="114" y="85"/>
                </a:cubicBezTo>
                <a:cubicBezTo>
                  <a:pt x="114" y="85"/>
                  <a:pt x="114" y="85"/>
                  <a:pt x="114" y="85"/>
                </a:cubicBezTo>
                <a:cubicBezTo>
                  <a:pt x="114" y="85"/>
                  <a:pt x="114" y="85"/>
                  <a:pt x="114" y="85"/>
                </a:cubicBezTo>
                <a:cubicBezTo>
                  <a:pt x="113" y="85"/>
                  <a:pt x="113" y="85"/>
                  <a:pt x="113" y="85"/>
                </a:cubicBezTo>
                <a:cubicBezTo>
                  <a:pt x="113" y="85"/>
                  <a:pt x="113" y="86"/>
                  <a:pt x="112" y="86"/>
                </a:cubicBezTo>
                <a:cubicBezTo>
                  <a:pt x="112" y="86"/>
                  <a:pt x="112" y="86"/>
                  <a:pt x="112" y="86"/>
                </a:cubicBezTo>
                <a:cubicBezTo>
                  <a:pt x="111" y="86"/>
                  <a:pt x="111" y="86"/>
                  <a:pt x="111" y="86"/>
                </a:cubicBezTo>
                <a:cubicBezTo>
                  <a:pt x="111" y="86"/>
                  <a:pt x="111" y="86"/>
                  <a:pt x="111" y="86"/>
                </a:cubicBezTo>
                <a:cubicBezTo>
                  <a:pt x="110" y="86"/>
                  <a:pt x="110" y="86"/>
                  <a:pt x="110" y="86"/>
                </a:cubicBezTo>
                <a:cubicBezTo>
                  <a:pt x="110" y="86"/>
                  <a:pt x="110" y="86"/>
                  <a:pt x="110" y="86"/>
                </a:cubicBezTo>
                <a:cubicBezTo>
                  <a:pt x="109" y="86"/>
                  <a:pt x="109" y="86"/>
                  <a:pt x="108" y="86"/>
                </a:cubicBezTo>
                <a:cubicBezTo>
                  <a:pt x="108" y="87"/>
                  <a:pt x="108" y="86"/>
                  <a:pt x="107" y="86"/>
                </a:cubicBezTo>
                <a:cubicBezTo>
                  <a:pt x="107" y="86"/>
                  <a:pt x="107" y="86"/>
                  <a:pt x="107" y="86"/>
                </a:cubicBezTo>
                <a:cubicBezTo>
                  <a:pt x="106" y="86"/>
                  <a:pt x="106" y="87"/>
                  <a:pt x="106" y="87"/>
                </a:cubicBezTo>
                <a:cubicBezTo>
                  <a:pt x="106" y="87"/>
                  <a:pt x="106" y="87"/>
                  <a:pt x="106" y="87"/>
                </a:cubicBezTo>
                <a:cubicBezTo>
                  <a:pt x="106" y="87"/>
                  <a:pt x="105" y="87"/>
                  <a:pt x="105" y="87"/>
                </a:cubicBezTo>
                <a:cubicBezTo>
                  <a:pt x="105" y="87"/>
                  <a:pt x="105" y="87"/>
                  <a:pt x="105" y="86"/>
                </a:cubicBezTo>
                <a:cubicBezTo>
                  <a:pt x="106" y="86"/>
                  <a:pt x="107" y="86"/>
                  <a:pt x="107" y="85"/>
                </a:cubicBezTo>
                <a:cubicBezTo>
                  <a:pt x="107" y="85"/>
                  <a:pt x="107" y="85"/>
                  <a:pt x="107" y="85"/>
                </a:cubicBezTo>
                <a:cubicBezTo>
                  <a:pt x="108" y="85"/>
                  <a:pt x="108" y="85"/>
                  <a:pt x="108" y="85"/>
                </a:cubicBezTo>
                <a:cubicBezTo>
                  <a:pt x="108" y="85"/>
                  <a:pt x="109" y="84"/>
                  <a:pt x="109" y="84"/>
                </a:cubicBezTo>
                <a:cubicBezTo>
                  <a:pt x="109" y="84"/>
                  <a:pt x="108" y="85"/>
                  <a:pt x="108" y="85"/>
                </a:cubicBezTo>
                <a:cubicBezTo>
                  <a:pt x="108" y="85"/>
                  <a:pt x="108" y="85"/>
                  <a:pt x="108" y="85"/>
                </a:cubicBezTo>
                <a:cubicBezTo>
                  <a:pt x="108" y="85"/>
                  <a:pt x="108" y="85"/>
                  <a:pt x="108" y="85"/>
                </a:cubicBezTo>
                <a:cubicBezTo>
                  <a:pt x="108" y="84"/>
                  <a:pt x="107" y="84"/>
                  <a:pt x="107" y="84"/>
                </a:cubicBezTo>
                <a:cubicBezTo>
                  <a:pt x="107" y="84"/>
                  <a:pt x="107" y="84"/>
                  <a:pt x="106" y="84"/>
                </a:cubicBezTo>
                <a:cubicBezTo>
                  <a:pt x="106" y="84"/>
                  <a:pt x="106" y="84"/>
                  <a:pt x="106" y="84"/>
                </a:cubicBezTo>
                <a:cubicBezTo>
                  <a:pt x="106" y="84"/>
                  <a:pt x="106" y="84"/>
                  <a:pt x="106" y="84"/>
                </a:cubicBezTo>
                <a:cubicBezTo>
                  <a:pt x="106" y="84"/>
                  <a:pt x="107" y="84"/>
                  <a:pt x="107" y="83"/>
                </a:cubicBezTo>
                <a:cubicBezTo>
                  <a:pt x="107" y="83"/>
                  <a:pt x="107" y="83"/>
                  <a:pt x="107" y="82"/>
                </a:cubicBezTo>
                <a:cubicBezTo>
                  <a:pt x="107" y="82"/>
                  <a:pt x="107" y="82"/>
                  <a:pt x="107" y="82"/>
                </a:cubicBezTo>
                <a:cubicBezTo>
                  <a:pt x="107" y="82"/>
                  <a:pt x="107" y="82"/>
                  <a:pt x="107" y="82"/>
                </a:cubicBezTo>
                <a:cubicBezTo>
                  <a:pt x="107" y="82"/>
                  <a:pt x="107" y="82"/>
                  <a:pt x="107" y="82"/>
                </a:cubicBezTo>
                <a:cubicBezTo>
                  <a:pt x="107" y="82"/>
                  <a:pt x="108" y="82"/>
                  <a:pt x="109" y="82"/>
                </a:cubicBezTo>
                <a:cubicBezTo>
                  <a:pt x="109" y="82"/>
                  <a:pt x="109" y="82"/>
                  <a:pt x="109" y="82"/>
                </a:cubicBezTo>
                <a:cubicBezTo>
                  <a:pt x="108" y="81"/>
                  <a:pt x="109" y="81"/>
                  <a:pt x="109" y="80"/>
                </a:cubicBezTo>
                <a:cubicBezTo>
                  <a:pt x="109" y="80"/>
                  <a:pt x="109" y="80"/>
                  <a:pt x="109" y="80"/>
                </a:cubicBezTo>
                <a:cubicBezTo>
                  <a:pt x="108" y="80"/>
                  <a:pt x="108" y="80"/>
                  <a:pt x="108" y="80"/>
                </a:cubicBezTo>
                <a:cubicBezTo>
                  <a:pt x="108" y="80"/>
                  <a:pt x="108" y="80"/>
                  <a:pt x="108" y="80"/>
                </a:cubicBezTo>
                <a:cubicBezTo>
                  <a:pt x="108" y="80"/>
                  <a:pt x="108" y="79"/>
                  <a:pt x="108" y="79"/>
                </a:cubicBezTo>
                <a:cubicBezTo>
                  <a:pt x="108" y="79"/>
                  <a:pt x="108" y="79"/>
                  <a:pt x="107" y="79"/>
                </a:cubicBezTo>
                <a:cubicBezTo>
                  <a:pt x="107" y="79"/>
                  <a:pt x="107" y="79"/>
                  <a:pt x="107" y="79"/>
                </a:cubicBezTo>
                <a:cubicBezTo>
                  <a:pt x="107" y="79"/>
                  <a:pt x="107" y="79"/>
                  <a:pt x="107" y="79"/>
                </a:cubicBezTo>
                <a:cubicBezTo>
                  <a:pt x="106" y="79"/>
                  <a:pt x="106" y="79"/>
                  <a:pt x="106" y="79"/>
                </a:cubicBezTo>
                <a:cubicBezTo>
                  <a:pt x="106" y="79"/>
                  <a:pt x="107" y="78"/>
                  <a:pt x="107" y="78"/>
                </a:cubicBezTo>
                <a:cubicBezTo>
                  <a:pt x="106" y="78"/>
                  <a:pt x="106" y="78"/>
                  <a:pt x="106" y="78"/>
                </a:cubicBezTo>
                <a:cubicBezTo>
                  <a:pt x="106" y="78"/>
                  <a:pt x="107" y="78"/>
                  <a:pt x="107" y="77"/>
                </a:cubicBezTo>
                <a:cubicBezTo>
                  <a:pt x="107" y="77"/>
                  <a:pt x="107" y="77"/>
                  <a:pt x="107" y="77"/>
                </a:cubicBezTo>
                <a:cubicBezTo>
                  <a:pt x="106" y="77"/>
                  <a:pt x="106" y="77"/>
                  <a:pt x="106" y="77"/>
                </a:cubicBezTo>
                <a:cubicBezTo>
                  <a:pt x="106" y="77"/>
                  <a:pt x="106" y="77"/>
                  <a:pt x="106" y="78"/>
                </a:cubicBezTo>
                <a:cubicBezTo>
                  <a:pt x="106" y="78"/>
                  <a:pt x="106" y="78"/>
                  <a:pt x="106" y="78"/>
                </a:cubicBezTo>
                <a:cubicBezTo>
                  <a:pt x="105" y="77"/>
                  <a:pt x="106" y="77"/>
                  <a:pt x="106" y="76"/>
                </a:cubicBezTo>
                <a:cubicBezTo>
                  <a:pt x="106" y="76"/>
                  <a:pt x="106" y="76"/>
                  <a:pt x="106" y="76"/>
                </a:cubicBezTo>
                <a:cubicBezTo>
                  <a:pt x="106" y="76"/>
                  <a:pt x="106" y="76"/>
                  <a:pt x="106" y="76"/>
                </a:cubicBezTo>
                <a:cubicBezTo>
                  <a:pt x="105" y="76"/>
                  <a:pt x="105" y="76"/>
                  <a:pt x="105" y="77"/>
                </a:cubicBezTo>
                <a:cubicBezTo>
                  <a:pt x="105" y="77"/>
                  <a:pt x="105" y="77"/>
                  <a:pt x="105" y="76"/>
                </a:cubicBezTo>
                <a:cubicBezTo>
                  <a:pt x="105" y="76"/>
                  <a:pt x="105" y="76"/>
                  <a:pt x="105" y="76"/>
                </a:cubicBezTo>
                <a:cubicBezTo>
                  <a:pt x="105" y="75"/>
                  <a:pt x="105" y="75"/>
                  <a:pt x="105" y="75"/>
                </a:cubicBezTo>
                <a:cubicBezTo>
                  <a:pt x="105" y="75"/>
                  <a:pt x="106" y="75"/>
                  <a:pt x="106" y="75"/>
                </a:cubicBezTo>
                <a:cubicBezTo>
                  <a:pt x="106" y="75"/>
                  <a:pt x="105" y="75"/>
                  <a:pt x="105" y="75"/>
                </a:cubicBezTo>
                <a:cubicBezTo>
                  <a:pt x="105" y="74"/>
                  <a:pt x="105" y="74"/>
                  <a:pt x="106" y="74"/>
                </a:cubicBezTo>
                <a:cubicBezTo>
                  <a:pt x="106" y="74"/>
                  <a:pt x="106" y="74"/>
                  <a:pt x="106" y="74"/>
                </a:cubicBezTo>
                <a:cubicBezTo>
                  <a:pt x="106" y="74"/>
                  <a:pt x="106" y="74"/>
                  <a:pt x="106" y="74"/>
                </a:cubicBezTo>
                <a:cubicBezTo>
                  <a:pt x="106" y="74"/>
                  <a:pt x="106" y="74"/>
                  <a:pt x="106" y="74"/>
                </a:cubicBezTo>
                <a:cubicBezTo>
                  <a:pt x="106" y="73"/>
                  <a:pt x="106" y="73"/>
                  <a:pt x="106" y="73"/>
                </a:cubicBezTo>
                <a:cubicBezTo>
                  <a:pt x="106" y="73"/>
                  <a:pt x="106" y="73"/>
                  <a:pt x="106" y="73"/>
                </a:cubicBezTo>
                <a:cubicBezTo>
                  <a:pt x="106" y="73"/>
                  <a:pt x="107" y="73"/>
                  <a:pt x="107" y="73"/>
                </a:cubicBezTo>
                <a:cubicBezTo>
                  <a:pt x="107" y="73"/>
                  <a:pt x="108" y="73"/>
                  <a:pt x="108" y="73"/>
                </a:cubicBezTo>
                <a:cubicBezTo>
                  <a:pt x="108" y="73"/>
                  <a:pt x="109" y="73"/>
                  <a:pt x="108" y="73"/>
                </a:cubicBezTo>
                <a:cubicBezTo>
                  <a:pt x="108" y="74"/>
                  <a:pt x="107" y="74"/>
                  <a:pt x="107" y="75"/>
                </a:cubicBezTo>
                <a:cubicBezTo>
                  <a:pt x="107" y="75"/>
                  <a:pt x="107" y="75"/>
                  <a:pt x="107" y="75"/>
                </a:cubicBezTo>
                <a:cubicBezTo>
                  <a:pt x="108" y="75"/>
                  <a:pt x="109" y="74"/>
                  <a:pt x="110" y="75"/>
                </a:cubicBezTo>
                <a:cubicBezTo>
                  <a:pt x="110" y="75"/>
                  <a:pt x="110" y="75"/>
                  <a:pt x="110" y="75"/>
                </a:cubicBezTo>
                <a:cubicBezTo>
                  <a:pt x="109" y="76"/>
                  <a:pt x="109" y="77"/>
                  <a:pt x="108" y="77"/>
                </a:cubicBezTo>
                <a:cubicBezTo>
                  <a:pt x="108" y="77"/>
                  <a:pt x="108" y="77"/>
                  <a:pt x="108" y="77"/>
                </a:cubicBezTo>
                <a:cubicBezTo>
                  <a:pt x="109" y="77"/>
                  <a:pt x="109" y="77"/>
                  <a:pt x="109" y="77"/>
                </a:cubicBezTo>
                <a:cubicBezTo>
                  <a:pt x="109" y="77"/>
                  <a:pt x="109" y="77"/>
                  <a:pt x="109" y="77"/>
                </a:cubicBezTo>
                <a:cubicBezTo>
                  <a:pt x="109" y="77"/>
                  <a:pt x="108" y="77"/>
                  <a:pt x="108" y="77"/>
                </a:cubicBezTo>
                <a:cubicBezTo>
                  <a:pt x="108" y="77"/>
                  <a:pt x="108" y="77"/>
                  <a:pt x="108" y="77"/>
                </a:cubicBezTo>
                <a:cubicBezTo>
                  <a:pt x="108" y="78"/>
                  <a:pt x="108" y="77"/>
                  <a:pt x="109" y="77"/>
                </a:cubicBezTo>
                <a:cubicBezTo>
                  <a:pt x="109" y="77"/>
                  <a:pt x="110" y="78"/>
                  <a:pt x="110" y="78"/>
                </a:cubicBezTo>
                <a:cubicBezTo>
                  <a:pt x="110" y="79"/>
                  <a:pt x="110" y="79"/>
                  <a:pt x="110" y="79"/>
                </a:cubicBezTo>
                <a:cubicBezTo>
                  <a:pt x="111" y="80"/>
                  <a:pt x="111" y="79"/>
                  <a:pt x="111" y="80"/>
                </a:cubicBezTo>
                <a:cubicBezTo>
                  <a:pt x="111" y="80"/>
                  <a:pt x="111" y="80"/>
                  <a:pt x="112" y="80"/>
                </a:cubicBezTo>
                <a:cubicBezTo>
                  <a:pt x="112" y="81"/>
                  <a:pt x="112" y="81"/>
                  <a:pt x="112" y="81"/>
                </a:cubicBezTo>
                <a:cubicBezTo>
                  <a:pt x="112" y="82"/>
                  <a:pt x="113" y="82"/>
                  <a:pt x="112" y="82"/>
                </a:cubicBezTo>
                <a:cubicBezTo>
                  <a:pt x="112" y="82"/>
                  <a:pt x="112" y="83"/>
                  <a:pt x="112" y="83"/>
                </a:cubicBezTo>
                <a:cubicBezTo>
                  <a:pt x="113" y="82"/>
                  <a:pt x="114" y="82"/>
                  <a:pt x="114" y="83"/>
                </a:cubicBezTo>
                <a:cubicBezTo>
                  <a:pt x="114" y="83"/>
                  <a:pt x="114" y="83"/>
                  <a:pt x="114" y="83"/>
                </a:cubicBezTo>
                <a:cubicBezTo>
                  <a:pt x="114" y="84"/>
                  <a:pt x="113" y="84"/>
                  <a:pt x="112" y="85"/>
                </a:cubicBezTo>
                <a:moveTo>
                  <a:pt x="106" y="78"/>
                </a:moveTo>
                <a:cubicBezTo>
                  <a:pt x="106" y="78"/>
                  <a:pt x="106" y="78"/>
                  <a:pt x="106" y="78"/>
                </a:cubicBezTo>
                <a:cubicBezTo>
                  <a:pt x="106" y="78"/>
                  <a:pt x="106" y="78"/>
                  <a:pt x="105" y="78"/>
                </a:cubicBezTo>
                <a:cubicBezTo>
                  <a:pt x="105" y="78"/>
                  <a:pt x="105" y="78"/>
                  <a:pt x="105" y="78"/>
                </a:cubicBezTo>
                <a:cubicBezTo>
                  <a:pt x="105" y="78"/>
                  <a:pt x="105" y="78"/>
                  <a:pt x="105" y="78"/>
                </a:cubicBezTo>
                <a:cubicBezTo>
                  <a:pt x="105" y="78"/>
                  <a:pt x="105" y="78"/>
                  <a:pt x="106" y="78"/>
                </a:cubicBezTo>
                <a:moveTo>
                  <a:pt x="105" y="80"/>
                </a:moveTo>
                <a:cubicBezTo>
                  <a:pt x="105" y="80"/>
                  <a:pt x="105" y="81"/>
                  <a:pt x="104" y="81"/>
                </a:cubicBezTo>
                <a:cubicBezTo>
                  <a:pt x="105" y="81"/>
                  <a:pt x="105" y="82"/>
                  <a:pt x="105" y="82"/>
                </a:cubicBezTo>
                <a:cubicBezTo>
                  <a:pt x="105" y="83"/>
                  <a:pt x="105" y="83"/>
                  <a:pt x="105" y="83"/>
                </a:cubicBezTo>
                <a:cubicBezTo>
                  <a:pt x="104" y="83"/>
                  <a:pt x="104" y="83"/>
                  <a:pt x="104" y="83"/>
                </a:cubicBezTo>
                <a:cubicBezTo>
                  <a:pt x="104" y="83"/>
                  <a:pt x="104" y="83"/>
                  <a:pt x="104" y="84"/>
                </a:cubicBezTo>
                <a:cubicBezTo>
                  <a:pt x="104" y="84"/>
                  <a:pt x="103" y="84"/>
                  <a:pt x="103" y="84"/>
                </a:cubicBezTo>
                <a:cubicBezTo>
                  <a:pt x="103" y="84"/>
                  <a:pt x="102" y="84"/>
                  <a:pt x="102" y="84"/>
                </a:cubicBezTo>
                <a:cubicBezTo>
                  <a:pt x="102" y="84"/>
                  <a:pt x="102" y="84"/>
                  <a:pt x="102" y="84"/>
                </a:cubicBezTo>
                <a:cubicBezTo>
                  <a:pt x="101" y="84"/>
                  <a:pt x="101" y="85"/>
                  <a:pt x="101" y="85"/>
                </a:cubicBezTo>
                <a:cubicBezTo>
                  <a:pt x="101" y="84"/>
                  <a:pt x="101" y="84"/>
                  <a:pt x="101"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4"/>
                  <a:pt x="100" y="84"/>
                  <a:pt x="100" y="84"/>
                </a:cubicBezTo>
                <a:cubicBezTo>
                  <a:pt x="100" y="83"/>
                  <a:pt x="100" y="83"/>
                  <a:pt x="100" y="83"/>
                </a:cubicBezTo>
                <a:cubicBezTo>
                  <a:pt x="100" y="83"/>
                  <a:pt x="100" y="83"/>
                  <a:pt x="101" y="83"/>
                </a:cubicBezTo>
                <a:cubicBezTo>
                  <a:pt x="101" y="83"/>
                  <a:pt x="101" y="83"/>
                  <a:pt x="101" y="83"/>
                </a:cubicBezTo>
                <a:cubicBezTo>
                  <a:pt x="101" y="83"/>
                  <a:pt x="101" y="83"/>
                  <a:pt x="101" y="83"/>
                </a:cubicBezTo>
                <a:cubicBezTo>
                  <a:pt x="101" y="83"/>
                  <a:pt x="101" y="83"/>
                  <a:pt x="101" y="83"/>
                </a:cubicBezTo>
                <a:cubicBezTo>
                  <a:pt x="101" y="83"/>
                  <a:pt x="101" y="83"/>
                  <a:pt x="101" y="83"/>
                </a:cubicBezTo>
                <a:cubicBezTo>
                  <a:pt x="101" y="83"/>
                  <a:pt x="101" y="82"/>
                  <a:pt x="101" y="82"/>
                </a:cubicBezTo>
                <a:cubicBezTo>
                  <a:pt x="101" y="82"/>
                  <a:pt x="101" y="82"/>
                  <a:pt x="101" y="82"/>
                </a:cubicBezTo>
                <a:cubicBezTo>
                  <a:pt x="101" y="82"/>
                  <a:pt x="101" y="82"/>
                  <a:pt x="102" y="82"/>
                </a:cubicBezTo>
                <a:cubicBezTo>
                  <a:pt x="102" y="82"/>
                  <a:pt x="102" y="82"/>
                  <a:pt x="102" y="82"/>
                </a:cubicBezTo>
                <a:cubicBezTo>
                  <a:pt x="101" y="82"/>
                  <a:pt x="100" y="82"/>
                  <a:pt x="100" y="81"/>
                </a:cubicBezTo>
                <a:cubicBezTo>
                  <a:pt x="100" y="81"/>
                  <a:pt x="100" y="81"/>
                  <a:pt x="100" y="81"/>
                </a:cubicBezTo>
                <a:cubicBezTo>
                  <a:pt x="100" y="81"/>
                  <a:pt x="100" y="81"/>
                  <a:pt x="100" y="81"/>
                </a:cubicBezTo>
                <a:cubicBezTo>
                  <a:pt x="100" y="81"/>
                  <a:pt x="100" y="81"/>
                  <a:pt x="101" y="81"/>
                </a:cubicBezTo>
                <a:cubicBezTo>
                  <a:pt x="100" y="81"/>
                  <a:pt x="101" y="81"/>
                  <a:pt x="101" y="81"/>
                </a:cubicBezTo>
                <a:cubicBezTo>
                  <a:pt x="101" y="81"/>
                  <a:pt x="101" y="81"/>
                  <a:pt x="101" y="81"/>
                </a:cubicBezTo>
                <a:cubicBezTo>
                  <a:pt x="100" y="81"/>
                  <a:pt x="100" y="81"/>
                  <a:pt x="100" y="81"/>
                </a:cubicBezTo>
                <a:cubicBezTo>
                  <a:pt x="100" y="81"/>
                  <a:pt x="100" y="81"/>
                  <a:pt x="100" y="81"/>
                </a:cubicBezTo>
                <a:cubicBezTo>
                  <a:pt x="100" y="80"/>
                  <a:pt x="100" y="80"/>
                  <a:pt x="100" y="80"/>
                </a:cubicBezTo>
                <a:cubicBezTo>
                  <a:pt x="101" y="80"/>
                  <a:pt x="101" y="80"/>
                  <a:pt x="102" y="80"/>
                </a:cubicBezTo>
                <a:cubicBezTo>
                  <a:pt x="102" y="80"/>
                  <a:pt x="102" y="80"/>
                  <a:pt x="102" y="80"/>
                </a:cubicBezTo>
                <a:cubicBezTo>
                  <a:pt x="102" y="80"/>
                  <a:pt x="102" y="80"/>
                  <a:pt x="102" y="79"/>
                </a:cubicBezTo>
                <a:cubicBezTo>
                  <a:pt x="102" y="79"/>
                  <a:pt x="102" y="79"/>
                  <a:pt x="102" y="79"/>
                </a:cubicBezTo>
                <a:cubicBezTo>
                  <a:pt x="102" y="79"/>
                  <a:pt x="102" y="79"/>
                  <a:pt x="102" y="79"/>
                </a:cubicBezTo>
                <a:cubicBezTo>
                  <a:pt x="102" y="79"/>
                  <a:pt x="102" y="79"/>
                  <a:pt x="102" y="79"/>
                </a:cubicBezTo>
                <a:cubicBezTo>
                  <a:pt x="102" y="79"/>
                  <a:pt x="102" y="79"/>
                  <a:pt x="103" y="78"/>
                </a:cubicBezTo>
                <a:cubicBezTo>
                  <a:pt x="103" y="79"/>
                  <a:pt x="103" y="79"/>
                  <a:pt x="103" y="79"/>
                </a:cubicBezTo>
                <a:cubicBezTo>
                  <a:pt x="104" y="79"/>
                  <a:pt x="105" y="78"/>
                  <a:pt x="105" y="79"/>
                </a:cubicBezTo>
                <a:cubicBezTo>
                  <a:pt x="105" y="79"/>
                  <a:pt x="105" y="80"/>
                  <a:pt x="105" y="80"/>
                </a:cubicBezTo>
                <a:moveTo>
                  <a:pt x="100" y="113"/>
                </a:moveTo>
                <a:cubicBezTo>
                  <a:pt x="101" y="112"/>
                  <a:pt x="101" y="112"/>
                  <a:pt x="101" y="112"/>
                </a:cubicBezTo>
                <a:cubicBezTo>
                  <a:pt x="101" y="112"/>
                  <a:pt x="101" y="111"/>
                  <a:pt x="101" y="111"/>
                </a:cubicBezTo>
                <a:cubicBezTo>
                  <a:pt x="101" y="111"/>
                  <a:pt x="102" y="110"/>
                  <a:pt x="102" y="110"/>
                </a:cubicBezTo>
                <a:cubicBezTo>
                  <a:pt x="103" y="110"/>
                  <a:pt x="104" y="110"/>
                  <a:pt x="104" y="109"/>
                </a:cubicBezTo>
                <a:cubicBezTo>
                  <a:pt x="104" y="109"/>
                  <a:pt x="105" y="107"/>
                  <a:pt x="105" y="107"/>
                </a:cubicBezTo>
                <a:cubicBezTo>
                  <a:pt x="105" y="107"/>
                  <a:pt x="105" y="107"/>
                  <a:pt x="105" y="107"/>
                </a:cubicBezTo>
                <a:cubicBezTo>
                  <a:pt x="106" y="107"/>
                  <a:pt x="106" y="108"/>
                  <a:pt x="107" y="108"/>
                </a:cubicBezTo>
                <a:cubicBezTo>
                  <a:pt x="107" y="108"/>
                  <a:pt x="108" y="107"/>
                  <a:pt x="109" y="107"/>
                </a:cubicBezTo>
                <a:cubicBezTo>
                  <a:pt x="109" y="108"/>
                  <a:pt x="109" y="108"/>
                  <a:pt x="110" y="108"/>
                </a:cubicBezTo>
                <a:cubicBezTo>
                  <a:pt x="110" y="108"/>
                  <a:pt x="110" y="107"/>
                  <a:pt x="111" y="107"/>
                </a:cubicBezTo>
                <a:cubicBezTo>
                  <a:pt x="111" y="107"/>
                  <a:pt x="111" y="107"/>
                  <a:pt x="112" y="107"/>
                </a:cubicBezTo>
                <a:cubicBezTo>
                  <a:pt x="112" y="107"/>
                  <a:pt x="112" y="107"/>
                  <a:pt x="112" y="107"/>
                </a:cubicBezTo>
                <a:cubicBezTo>
                  <a:pt x="112" y="107"/>
                  <a:pt x="112" y="106"/>
                  <a:pt x="113" y="106"/>
                </a:cubicBezTo>
                <a:cubicBezTo>
                  <a:pt x="113" y="106"/>
                  <a:pt x="114" y="106"/>
                  <a:pt x="115" y="106"/>
                </a:cubicBezTo>
                <a:cubicBezTo>
                  <a:pt x="115" y="106"/>
                  <a:pt x="115" y="106"/>
                  <a:pt x="115" y="106"/>
                </a:cubicBezTo>
                <a:cubicBezTo>
                  <a:pt x="115" y="106"/>
                  <a:pt x="116" y="106"/>
                  <a:pt x="116" y="106"/>
                </a:cubicBezTo>
                <a:cubicBezTo>
                  <a:pt x="116" y="106"/>
                  <a:pt x="116" y="106"/>
                  <a:pt x="116" y="105"/>
                </a:cubicBezTo>
                <a:cubicBezTo>
                  <a:pt x="117" y="105"/>
                  <a:pt x="118" y="106"/>
                  <a:pt x="118" y="106"/>
                </a:cubicBezTo>
                <a:cubicBezTo>
                  <a:pt x="119" y="106"/>
                  <a:pt x="119" y="105"/>
                  <a:pt x="119" y="105"/>
                </a:cubicBezTo>
                <a:cubicBezTo>
                  <a:pt x="120" y="105"/>
                  <a:pt x="120" y="105"/>
                  <a:pt x="120" y="105"/>
                </a:cubicBezTo>
                <a:cubicBezTo>
                  <a:pt x="120" y="105"/>
                  <a:pt x="120" y="105"/>
                  <a:pt x="121" y="105"/>
                </a:cubicBezTo>
                <a:cubicBezTo>
                  <a:pt x="121" y="105"/>
                  <a:pt x="121" y="106"/>
                  <a:pt x="121" y="106"/>
                </a:cubicBezTo>
                <a:cubicBezTo>
                  <a:pt x="122" y="106"/>
                  <a:pt x="123" y="105"/>
                  <a:pt x="123" y="105"/>
                </a:cubicBezTo>
                <a:cubicBezTo>
                  <a:pt x="123" y="105"/>
                  <a:pt x="123" y="105"/>
                  <a:pt x="123" y="105"/>
                </a:cubicBezTo>
                <a:cubicBezTo>
                  <a:pt x="123" y="105"/>
                  <a:pt x="124" y="105"/>
                  <a:pt x="124" y="105"/>
                </a:cubicBezTo>
                <a:cubicBezTo>
                  <a:pt x="124" y="105"/>
                  <a:pt x="124" y="105"/>
                  <a:pt x="124" y="106"/>
                </a:cubicBezTo>
                <a:cubicBezTo>
                  <a:pt x="124" y="106"/>
                  <a:pt x="124" y="106"/>
                  <a:pt x="124" y="106"/>
                </a:cubicBezTo>
                <a:cubicBezTo>
                  <a:pt x="124" y="105"/>
                  <a:pt x="125" y="105"/>
                  <a:pt x="125" y="105"/>
                </a:cubicBezTo>
                <a:cubicBezTo>
                  <a:pt x="125" y="106"/>
                  <a:pt x="123" y="106"/>
                  <a:pt x="125" y="107"/>
                </a:cubicBezTo>
                <a:cubicBezTo>
                  <a:pt x="125" y="107"/>
                  <a:pt x="125" y="107"/>
                  <a:pt x="125" y="108"/>
                </a:cubicBezTo>
                <a:cubicBezTo>
                  <a:pt x="125" y="108"/>
                  <a:pt x="124" y="109"/>
                  <a:pt x="124" y="109"/>
                </a:cubicBezTo>
                <a:cubicBezTo>
                  <a:pt x="124" y="109"/>
                  <a:pt x="124" y="110"/>
                  <a:pt x="124" y="110"/>
                </a:cubicBezTo>
                <a:cubicBezTo>
                  <a:pt x="125" y="110"/>
                  <a:pt x="125" y="110"/>
                  <a:pt x="125" y="110"/>
                </a:cubicBezTo>
                <a:cubicBezTo>
                  <a:pt x="125" y="110"/>
                  <a:pt x="125" y="110"/>
                  <a:pt x="125" y="110"/>
                </a:cubicBezTo>
                <a:cubicBezTo>
                  <a:pt x="126" y="110"/>
                  <a:pt x="126" y="111"/>
                  <a:pt x="127" y="111"/>
                </a:cubicBezTo>
                <a:cubicBezTo>
                  <a:pt x="127" y="111"/>
                  <a:pt x="127" y="111"/>
                  <a:pt x="128" y="111"/>
                </a:cubicBezTo>
                <a:cubicBezTo>
                  <a:pt x="128" y="111"/>
                  <a:pt x="128" y="111"/>
                  <a:pt x="129" y="111"/>
                </a:cubicBezTo>
                <a:cubicBezTo>
                  <a:pt x="129" y="111"/>
                  <a:pt x="129" y="111"/>
                  <a:pt x="129" y="111"/>
                </a:cubicBezTo>
                <a:cubicBezTo>
                  <a:pt x="129" y="111"/>
                  <a:pt x="129" y="111"/>
                  <a:pt x="129" y="111"/>
                </a:cubicBezTo>
                <a:cubicBezTo>
                  <a:pt x="130" y="112"/>
                  <a:pt x="130" y="113"/>
                  <a:pt x="130" y="113"/>
                </a:cubicBezTo>
                <a:cubicBezTo>
                  <a:pt x="131" y="113"/>
                  <a:pt x="132" y="113"/>
                  <a:pt x="133" y="113"/>
                </a:cubicBezTo>
                <a:cubicBezTo>
                  <a:pt x="133" y="113"/>
                  <a:pt x="134" y="114"/>
                  <a:pt x="134" y="114"/>
                </a:cubicBezTo>
                <a:cubicBezTo>
                  <a:pt x="134" y="114"/>
                  <a:pt x="135" y="114"/>
                  <a:pt x="135" y="114"/>
                </a:cubicBezTo>
                <a:cubicBezTo>
                  <a:pt x="136" y="113"/>
                  <a:pt x="135" y="113"/>
                  <a:pt x="135" y="112"/>
                </a:cubicBezTo>
                <a:cubicBezTo>
                  <a:pt x="136" y="111"/>
                  <a:pt x="137" y="111"/>
                  <a:pt x="139" y="111"/>
                </a:cubicBezTo>
                <a:cubicBezTo>
                  <a:pt x="139" y="111"/>
                  <a:pt x="139" y="112"/>
                  <a:pt x="139" y="112"/>
                </a:cubicBezTo>
                <a:cubicBezTo>
                  <a:pt x="139" y="112"/>
                  <a:pt x="140" y="112"/>
                  <a:pt x="140" y="112"/>
                </a:cubicBezTo>
                <a:cubicBezTo>
                  <a:pt x="141" y="112"/>
                  <a:pt x="141" y="112"/>
                  <a:pt x="141" y="112"/>
                </a:cubicBezTo>
                <a:cubicBezTo>
                  <a:pt x="141" y="112"/>
                  <a:pt x="141" y="112"/>
                  <a:pt x="141" y="113"/>
                </a:cubicBezTo>
                <a:cubicBezTo>
                  <a:pt x="143" y="113"/>
                  <a:pt x="143" y="113"/>
                  <a:pt x="143" y="113"/>
                </a:cubicBezTo>
                <a:cubicBezTo>
                  <a:pt x="143" y="113"/>
                  <a:pt x="144" y="113"/>
                  <a:pt x="144" y="113"/>
                </a:cubicBezTo>
                <a:cubicBezTo>
                  <a:pt x="144" y="113"/>
                  <a:pt x="145" y="113"/>
                  <a:pt x="145" y="113"/>
                </a:cubicBezTo>
                <a:cubicBezTo>
                  <a:pt x="145" y="113"/>
                  <a:pt x="145" y="113"/>
                  <a:pt x="145" y="113"/>
                </a:cubicBezTo>
                <a:cubicBezTo>
                  <a:pt x="146" y="113"/>
                  <a:pt x="146" y="114"/>
                  <a:pt x="146" y="113"/>
                </a:cubicBezTo>
                <a:cubicBezTo>
                  <a:pt x="146" y="113"/>
                  <a:pt x="146" y="113"/>
                  <a:pt x="147" y="113"/>
                </a:cubicBezTo>
                <a:cubicBezTo>
                  <a:pt x="147" y="113"/>
                  <a:pt x="148" y="112"/>
                  <a:pt x="149" y="113"/>
                </a:cubicBezTo>
                <a:cubicBezTo>
                  <a:pt x="149" y="113"/>
                  <a:pt x="149" y="113"/>
                  <a:pt x="149" y="113"/>
                </a:cubicBezTo>
                <a:cubicBezTo>
                  <a:pt x="150" y="113"/>
                  <a:pt x="150" y="113"/>
                  <a:pt x="151" y="113"/>
                </a:cubicBezTo>
                <a:cubicBezTo>
                  <a:pt x="151" y="113"/>
                  <a:pt x="151" y="113"/>
                  <a:pt x="152" y="113"/>
                </a:cubicBezTo>
                <a:cubicBezTo>
                  <a:pt x="152" y="114"/>
                  <a:pt x="152" y="114"/>
                  <a:pt x="153" y="115"/>
                </a:cubicBezTo>
                <a:cubicBezTo>
                  <a:pt x="152" y="116"/>
                  <a:pt x="152" y="117"/>
                  <a:pt x="152" y="117"/>
                </a:cubicBezTo>
                <a:cubicBezTo>
                  <a:pt x="152" y="117"/>
                  <a:pt x="152" y="117"/>
                  <a:pt x="152" y="117"/>
                </a:cubicBezTo>
                <a:cubicBezTo>
                  <a:pt x="151" y="117"/>
                  <a:pt x="150" y="116"/>
                  <a:pt x="150" y="115"/>
                </a:cubicBezTo>
                <a:cubicBezTo>
                  <a:pt x="150" y="115"/>
                  <a:pt x="150" y="115"/>
                  <a:pt x="150" y="115"/>
                </a:cubicBezTo>
                <a:cubicBezTo>
                  <a:pt x="150" y="116"/>
                  <a:pt x="151" y="116"/>
                  <a:pt x="151" y="117"/>
                </a:cubicBezTo>
                <a:cubicBezTo>
                  <a:pt x="151" y="118"/>
                  <a:pt x="151" y="118"/>
                  <a:pt x="152" y="119"/>
                </a:cubicBezTo>
                <a:cubicBezTo>
                  <a:pt x="152" y="120"/>
                  <a:pt x="153" y="121"/>
                  <a:pt x="153" y="121"/>
                </a:cubicBezTo>
                <a:cubicBezTo>
                  <a:pt x="153" y="122"/>
                  <a:pt x="153" y="122"/>
                  <a:pt x="154" y="122"/>
                </a:cubicBezTo>
                <a:cubicBezTo>
                  <a:pt x="154" y="122"/>
                  <a:pt x="154" y="122"/>
                  <a:pt x="153" y="122"/>
                </a:cubicBezTo>
                <a:cubicBezTo>
                  <a:pt x="154" y="123"/>
                  <a:pt x="154" y="123"/>
                  <a:pt x="154" y="123"/>
                </a:cubicBezTo>
                <a:cubicBezTo>
                  <a:pt x="154" y="123"/>
                  <a:pt x="154" y="124"/>
                  <a:pt x="154" y="124"/>
                </a:cubicBezTo>
                <a:cubicBezTo>
                  <a:pt x="155" y="124"/>
                  <a:pt x="155" y="125"/>
                  <a:pt x="155" y="125"/>
                </a:cubicBezTo>
                <a:cubicBezTo>
                  <a:pt x="156" y="126"/>
                  <a:pt x="155" y="128"/>
                  <a:pt x="156" y="128"/>
                </a:cubicBezTo>
                <a:cubicBezTo>
                  <a:pt x="156" y="129"/>
                  <a:pt x="157" y="129"/>
                  <a:pt x="157" y="129"/>
                </a:cubicBezTo>
                <a:cubicBezTo>
                  <a:pt x="158" y="130"/>
                  <a:pt x="158" y="132"/>
                  <a:pt x="159" y="133"/>
                </a:cubicBezTo>
                <a:cubicBezTo>
                  <a:pt x="159" y="133"/>
                  <a:pt x="159" y="133"/>
                  <a:pt x="159" y="133"/>
                </a:cubicBezTo>
                <a:cubicBezTo>
                  <a:pt x="159" y="133"/>
                  <a:pt x="159" y="132"/>
                  <a:pt x="159" y="132"/>
                </a:cubicBezTo>
                <a:cubicBezTo>
                  <a:pt x="159" y="132"/>
                  <a:pt x="159" y="133"/>
                  <a:pt x="159" y="133"/>
                </a:cubicBezTo>
                <a:cubicBezTo>
                  <a:pt x="159" y="133"/>
                  <a:pt x="160" y="133"/>
                  <a:pt x="160" y="133"/>
                </a:cubicBezTo>
                <a:cubicBezTo>
                  <a:pt x="160" y="133"/>
                  <a:pt x="160" y="134"/>
                  <a:pt x="161" y="134"/>
                </a:cubicBezTo>
                <a:cubicBezTo>
                  <a:pt x="161" y="134"/>
                  <a:pt x="161" y="134"/>
                  <a:pt x="161" y="134"/>
                </a:cubicBezTo>
                <a:cubicBezTo>
                  <a:pt x="161" y="134"/>
                  <a:pt x="161" y="135"/>
                  <a:pt x="162" y="135"/>
                </a:cubicBezTo>
                <a:cubicBezTo>
                  <a:pt x="162" y="135"/>
                  <a:pt x="163" y="136"/>
                  <a:pt x="163" y="136"/>
                </a:cubicBezTo>
                <a:cubicBezTo>
                  <a:pt x="163" y="136"/>
                  <a:pt x="162" y="137"/>
                  <a:pt x="162" y="137"/>
                </a:cubicBezTo>
                <a:cubicBezTo>
                  <a:pt x="162" y="137"/>
                  <a:pt x="162" y="137"/>
                  <a:pt x="162" y="137"/>
                </a:cubicBezTo>
                <a:cubicBezTo>
                  <a:pt x="162" y="137"/>
                  <a:pt x="162" y="137"/>
                  <a:pt x="162" y="137"/>
                </a:cubicBezTo>
                <a:cubicBezTo>
                  <a:pt x="162" y="137"/>
                  <a:pt x="162" y="137"/>
                  <a:pt x="163" y="137"/>
                </a:cubicBezTo>
                <a:cubicBezTo>
                  <a:pt x="163" y="137"/>
                  <a:pt x="163" y="138"/>
                  <a:pt x="164" y="138"/>
                </a:cubicBezTo>
                <a:cubicBezTo>
                  <a:pt x="164" y="138"/>
                  <a:pt x="164" y="138"/>
                  <a:pt x="164" y="138"/>
                </a:cubicBezTo>
                <a:cubicBezTo>
                  <a:pt x="165" y="138"/>
                  <a:pt x="165" y="138"/>
                  <a:pt x="166" y="138"/>
                </a:cubicBezTo>
                <a:cubicBezTo>
                  <a:pt x="166" y="138"/>
                  <a:pt x="166" y="138"/>
                  <a:pt x="166" y="138"/>
                </a:cubicBezTo>
                <a:cubicBezTo>
                  <a:pt x="167" y="138"/>
                  <a:pt x="167" y="138"/>
                  <a:pt x="167" y="137"/>
                </a:cubicBezTo>
                <a:cubicBezTo>
                  <a:pt x="167" y="137"/>
                  <a:pt x="167" y="137"/>
                  <a:pt x="167" y="137"/>
                </a:cubicBezTo>
                <a:cubicBezTo>
                  <a:pt x="168" y="137"/>
                  <a:pt x="168" y="137"/>
                  <a:pt x="168" y="138"/>
                </a:cubicBezTo>
                <a:cubicBezTo>
                  <a:pt x="168" y="137"/>
                  <a:pt x="169" y="137"/>
                  <a:pt x="169" y="137"/>
                </a:cubicBezTo>
                <a:cubicBezTo>
                  <a:pt x="169" y="137"/>
                  <a:pt x="169" y="137"/>
                  <a:pt x="170" y="137"/>
                </a:cubicBezTo>
                <a:cubicBezTo>
                  <a:pt x="170" y="137"/>
                  <a:pt x="171" y="137"/>
                  <a:pt x="171" y="136"/>
                </a:cubicBezTo>
                <a:cubicBezTo>
                  <a:pt x="171" y="137"/>
                  <a:pt x="172" y="137"/>
                  <a:pt x="172" y="137"/>
                </a:cubicBezTo>
                <a:cubicBezTo>
                  <a:pt x="172" y="137"/>
                  <a:pt x="172" y="137"/>
                  <a:pt x="172" y="137"/>
                </a:cubicBezTo>
                <a:cubicBezTo>
                  <a:pt x="172" y="137"/>
                  <a:pt x="172" y="137"/>
                  <a:pt x="172" y="137"/>
                </a:cubicBezTo>
                <a:cubicBezTo>
                  <a:pt x="172" y="138"/>
                  <a:pt x="172" y="138"/>
                  <a:pt x="172" y="138"/>
                </a:cubicBezTo>
                <a:cubicBezTo>
                  <a:pt x="172" y="138"/>
                  <a:pt x="171" y="138"/>
                  <a:pt x="171" y="139"/>
                </a:cubicBezTo>
                <a:cubicBezTo>
                  <a:pt x="171" y="139"/>
                  <a:pt x="171" y="139"/>
                  <a:pt x="171" y="140"/>
                </a:cubicBezTo>
                <a:cubicBezTo>
                  <a:pt x="171" y="140"/>
                  <a:pt x="171" y="140"/>
                  <a:pt x="171" y="141"/>
                </a:cubicBezTo>
                <a:cubicBezTo>
                  <a:pt x="170" y="141"/>
                  <a:pt x="170" y="141"/>
                  <a:pt x="170" y="141"/>
                </a:cubicBezTo>
                <a:cubicBezTo>
                  <a:pt x="170" y="141"/>
                  <a:pt x="170" y="141"/>
                  <a:pt x="170" y="142"/>
                </a:cubicBezTo>
                <a:cubicBezTo>
                  <a:pt x="170" y="142"/>
                  <a:pt x="170" y="142"/>
                  <a:pt x="169" y="143"/>
                </a:cubicBezTo>
                <a:cubicBezTo>
                  <a:pt x="169" y="143"/>
                  <a:pt x="169" y="143"/>
                  <a:pt x="169" y="144"/>
                </a:cubicBezTo>
                <a:cubicBezTo>
                  <a:pt x="169" y="145"/>
                  <a:pt x="168" y="145"/>
                  <a:pt x="167" y="146"/>
                </a:cubicBezTo>
                <a:cubicBezTo>
                  <a:pt x="167" y="147"/>
                  <a:pt x="166" y="147"/>
                  <a:pt x="166" y="148"/>
                </a:cubicBezTo>
                <a:cubicBezTo>
                  <a:pt x="165" y="148"/>
                  <a:pt x="164" y="149"/>
                  <a:pt x="163" y="150"/>
                </a:cubicBezTo>
                <a:cubicBezTo>
                  <a:pt x="162" y="151"/>
                  <a:pt x="161" y="151"/>
                  <a:pt x="161" y="152"/>
                </a:cubicBezTo>
                <a:cubicBezTo>
                  <a:pt x="161" y="153"/>
                  <a:pt x="161" y="153"/>
                  <a:pt x="161" y="153"/>
                </a:cubicBezTo>
                <a:cubicBezTo>
                  <a:pt x="160" y="153"/>
                  <a:pt x="160" y="153"/>
                  <a:pt x="160" y="153"/>
                </a:cubicBezTo>
                <a:cubicBezTo>
                  <a:pt x="160" y="154"/>
                  <a:pt x="159" y="154"/>
                  <a:pt x="159" y="154"/>
                </a:cubicBezTo>
                <a:cubicBezTo>
                  <a:pt x="159" y="155"/>
                  <a:pt x="158" y="155"/>
                  <a:pt x="158" y="155"/>
                </a:cubicBezTo>
                <a:cubicBezTo>
                  <a:pt x="158" y="156"/>
                  <a:pt x="158" y="156"/>
                  <a:pt x="158" y="156"/>
                </a:cubicBezTo>
                <a:cubicBezTo>
                  <a:pt x="158" y="156"/>
                  <a:pt x="158" y="156"/>
                  <a:pt x="158" y="156"/>
                </a:cubicBezTo>
                <a:cubicBezTo>
                  <a:pt x="158" y="156"/>
                  <a:pt x="157" y="158"/>
                  <a:pt x="157" y="158"/>
                </a:cubicBezTo>
                <a:cubicBezTo>
                  <a:pt x="158" y="158"/>
                  <a:pt x="158" y="159"/>
                  <a:pt x="158" y="159"/>
                </a:cubicBezTo>
                <a:cubicBezTo>
                  <a:pt x="158" y="159"/>
                  <a:pt x="158" y="159"/>
                  <a:pt x="158" y="160"/>
                </a:cubicBezTo>
                <a:cubicBezTo>
                  <a:pt x="158" y="160"/>
                  <a:pt x="158" y="160"/>
                  <a:pt x="158" y="160"/>
                </a:cubicBezTo>
                <a:cubicBezTo>
                  <a:pt x="158" y="161"/>
                  <a:pt x="158" y="162"/>
                  <a:pt x="158" y="162"/>
                </a:cubicBezTo>
                <a:cubicBezTo>
                  <a:pt x="159" y="163"/>
                  <a:pt x="159" y="163"/>
                  <a:pt x="159" y="163"/>
                </a:cubicBezTo>
                <a:cubicBezTo>
                  <a:pt x="159" y="163"/>
                  <a:pt x="159" y="164"/>
                  <a:pt x="159" y="164"/>
                </a:cubicBezTo>
                <a:cubicBezTo>
                  <a:pt x="159" y="164"/>
                  <a:pt x="159" y="165"/>
                  <a:pt x="159" y="165"/>
                </a:cubicBezTo>
                <a:cubicBezTo>
                  <a:pt x="159" y="166"/>
                  <a:pt x="159" y="166"/>
                  <a:pt x="159" y="166"/>
                </a:cubicBezTo>
                <a:cubicBezTo>
                  <a:pt x="159" y="166"/>
                  <a:pt x="159" y="167"/>
                  <a:pt x="159" y="168"/>
                </a:cubicBezTo>
                <a:cubicBezTo>
                  <a:pt x="160" y="168"/>
                  <a:pt x="160" y="168"/>
                  <a:pt x="160" y="168"/>
                </a:cubicBezTo>
                <a:cubicBezTo>
                  <a:pt x="160" y="168"/>
                  <a:pt x="160" y="168"/>
                  <a:pt x="160" y="168"/>
                </a:cubicBezTo>
                <a:cubicBezTo>
                  <a:pt x="160" y="168"/>
                  <a:pt x="160" y="168"/>
                  <a:pt x="159" y="168"/>
                </a:cubicBezTo>
                <a:cubicBezTo>
                  <a:pt x="159" y="168"/>
                  <a:pt x="159" y="169"/>
                  <a:pt x="159" y="169"/>
                </a:cubicBezTo>
                <a:cubicBezTo>
                  <a:pt x="159" y="169"/>
                  <a:pt x="159" y="170"/>
                  <a:pt x="158" y="170"/>
                </a:cubicBezTo>
                <a:cubicBezTo>
                  <a:pt x="157" y="171"/>
                  <a:pt x="156" y="171"/>
                  <a:pt x="156" y="171"/>
                </a:cubicBezTo>
                <a:cubicBezTo>
                  <a:pt x="155" y="172"/>
                  <a:pt x="155" y="173"/>
                  <a:pt x="154" y="173"/>
                </a:cubicBezTo>
                <a:cubicBezTo>
                  <a:pt x="153" y="173"/>
                  <a:pt x="153" y="174"/>
                  <a:pt x="153" y="174"/>
                </a:cubicBezTo>
                <a:cubicBezTo>
                  <a:pt x="153" y="175"/>
                  <a:pt x="153" y="175"/>
                  <a:pt x="153" y="175"/>
                </a:cubicBezTo>
                <a:cubicBezTo>
                  <a:pt x="153" y="175"/>
                  <a:pt x="153" y="175"/>
                  <a:pt x="153" y="175"/>
                </a:cubicBezTo>
                <a:cubicBezTo>
                  <a:pt x="153" y="176"/>
                  <a:pt x="153" y="176"/>
                  <a:pt x="153" y="177"/>
                </a:cubicBezTo>
                <a:cubicBezTo>
                  <a:pt x="153" y="177"/>
                  <a:pt x="153" y="177"/>
                  <a:pt x="153" y="177"/>
                </a:cubicBezTo>
                <a:cubicBezTo>
                  <a:pt x="153" y="177"/>
                  <a:pt x="154" y="178"/>
                  <a:pt x="153" y="178"/>
                </a:cubicBezTo>
                <a:cubicBezTo>
                  <a:pt x="153" y="179"/>
                  <a:pt x="153" y="179"/>
                  <a:pt x="153" y="179"/>
                </a:cubicBezTo>
                <a:cubicBezTo>
                  <a:pt x="153" y="179"/>
                  <a:pt x="153" y="179"/>
                  <a:pt x="153" y="179"/>
                </a:cubicBezTo>
                <a:cubicBezTo>
                  <a:pt x="153" y="179"/>
                  <a:pt x="153" y="179"/>
                  <a:pt x="153" y="179"/>
                </a:cubicBezTo>
                <a:cubicBezTo>
                  <a:pt x="153" y="180"/>
                  <a:pt x="152" y="180"/>
                  <a:pt x="151" y="181"/>
                </a:cubicBezTo>
                <a:cubicBezTo>
                  <a:pt x="150" y="181"/>
                  <a:pt x="150" y="181"/>
                  <a:pt x="150" y="182"/>
                </a:cubicBezTo>
                <a:cubicBezTo>
                  <a:pt x="150" y="182"/>
                  <a:pt x="150" y="182"/>
                  <a:pt x="150" y="182"/>
                </a:cubicBezTo>
                <a:cubicBezTo>
                  <a:pt x="150" y="182"/>
                  <a:pt x="150" y="182"/>
                  <a:pt x="150" y="182"/>
                </a:cubicBezTo>
                <a:cubicBezTo>
                  <a:pt x="151" y="183"/>
                  <a:pt x="150" y="184"/>
                  <a:pt x="150" y="184"/>
                </a:cubicBezTo>
                <a:cubicBezTo>
                  <a:pt x="150" y="184"/>
                  <a:pt x="150" y="184"/>
                  <a:pt x="150" y="184"/>
                </a:cubicBezTo>
                <a:cubicBezTo>
                  <a:pt x="150" y="184"/>
                  <a:pt x="150" y="185"/>
                  <a:pt x="150" y="185"/>
                </a:cubicBezTo>
                <a:cubicBezTo>
                  <a:pt x="150" y="185"/>
                  <a:pt x="149" y="186"/>
                  <a:pt x="149" y="186"/>
                </a:cubicBezTo>
                <a:cubicBezTo>
                  <a:pt x="147" y="188"/>
                  <a:pt x="146" y="189"/>
                  <a:pt x="144" y="191"/>
                </a:cubicBezTo>
                <a:cubicBezTo>
                  <a:pt x="144" y="191"/>
                  <a:pt x="144" y="191"/>
                  <a:pt x="144" y="191"/>
                </a:cubicBezTo>
                <a:cubicBezTo>
                  <a:pt x="143" y="192"/>
                  <a:pt x="142" y="192"/>
                  <a:pt x="142" y="192"/>
                </a:cubicBezTo>
                <a:cubicBezTo>
                  <a:pt x="142" y="192"/>
                  <a:pt x="142" y="192"/>
                  <a:pt x="142" y="192"/>
                </a:cubicBezTo>
                <a:cubicBezTo>
                  <a:pt x="142" y="192"/>
                  <a:pt x="141" y="192"/>
                  <a:pt x="141" y="192"/>
                </a:cubicBezTo>
                <a:cubicBezTo>
                  <a:pt x="141" y="192"/>
                  <a:pt x="141" y="192"/>
                  <a:pt x="141" y="192"/>
                </a:cubicBezTo>
                <a:cubicBezTo>
                  <a:pt x="140" y="192"/>
                  <a:pt x="140" y="192"/>
                  <a:pt x="139" y="192"/>
                </a:cubicBezTo>
                <a:cubicBezTo>
                  <a:pt x="139" y="192"/>
                  <a:pt x="139" y="192"/>
                  <a:pt x="139" y="192"/>
                </a:cubicBezTo>
                <a:cubicBezTo>
                  <a:pt x="139" y="192"/>
                  <a:pt x="138" y="192"/>
                  <a:pt x="138" y="192"/>
                </a:cubicBezTo>
                <a:cubicBezTo>
                  <a:pt x="138" y="192"/>
                  <a:pt x="137" y="192"/>
                  <a:pt x="137" y="192"/>
                </a:cubicBezTo>
                <a:cubicBezTo>
                  <a:pt x="137" y="193"/>
                  <a:pt x="136" y="192"/>
                  <a:pt x="136" y="192"/>
                </a:cubicBezTo>
                <a:cubicBezTo>
                  <a:pt x="136" y="193"/>
                  <a:pt x="135" y="193"/>
                  <a:pt x="135" y="193"/>
                </a:cubicBezTo>
                <a:cubicBezTo>
                  <a:pt x="135" y="193"/>
                  <a:pt x="135" y="193"/>
                  <a:pt x="135" y="193"/>
                </a:cubicBezTo>
                <a:cubicBezTo>
                  <a:pt x="134" y="193"/>
                  <a:pt x="134" y="192"/>
                  <a:pt x="134" y="192"/>
                </a:cubicBezTo>
                <a:cubicBezTo>
                  <a:pt x="134" y="192"/>
                  <a:pt x="134" y="192"/>
                  <a:pt x="134" y="192"/>
                </a:cubicBezTo>
                <a:cubicBezTo>
                  <a:pt x="134" y="192"/>
                  <a:pt x="134" y="192"/>
                  <a:pt x="134" y="192"/>
                </a:cubicBezTo>
                <a:cubicBezTo>
                  <a:pt x="134" y="192"/>
                  <a:pt x="134" y="192"/>
                  <a:pt x="134" y="192"/>
                </a:cubicBezTo>
                <a:cubicBezTo>
                  <a:pt x="134" y="192"/>
                  <a:pt x="134" y="192"/>
                  <a:pt x="134" y="192"/>
                </a:cubicBezTo>
                <a:cubicBezTo>
                  <a:pt x="134" y="192"/>
                  <a:pt x="133" y="192"/>
                  <a:pt x="133" y="192"/>
                </a:cubicBezTo>
                <a:cubicBezTo>
                  <a:pt x="133" y="192"/>
                  <a:pt x="133" y="192"/>
                  <a:pt x="133" y="192"/>
                </a:cubicBezTo>
                <a:cubicBezTo>
                  <a:pt x="133" y="192"/>
                  <a:pt x="133" y="192"/>
                  <a:pt x="134" y="192"/>
                </a:cubicBezTo>
                <a:cubicBezTo>
                  <a:pt x="133" y="191"/>
                  <a:pt x="133" y="191"/>
                  <a:pt x="133" y="190"/>
                </a:cubicBezTo>
                <a:cubicBezTo>
                  <a:pt x="133" y="190"/>
                  <a:pt x="133" y="190"/>
                  <a:pt x="133" y="190"/>
                </a:cubicBezTo>
                <a:cubicBezTo>
                  <a:pt x="134" y="189"/>
                  <a:pt x="133" y="188"/>
                  <a:pt x="132" y="188"/>
                </a:cubicBezTo>
                <a:cubicBezTo>
                  <a:pt x="132" y="187"/>
                  <a:pt x="132" y="186"/>
                  <a:pt x="131" y="185"/>
                </a:cubicBezTo>
                <a:cubicBezTo>
                  <a:pt x="131" y="185"/>
                  <a:pt x="130" y="184"/>
                  <a:pt x="130" y="184"/>
                </a:cubicBezTo>
                <a:cubicBezTo>
                  <a:pt x="130" y="183"/>
                  <a:pt x="130" y="183"/>
                  <a:pt x="130" y="182"/>
                </a:cubicBezTo>
                <a:cubicBezTo>
                  <a:pt x="130" y="182"/>
                  <a:pt x="130" y="182"/>
                  <a:pt x="130" y="182"/>
                </a:cubicBezTo>
                <a:cubicBezTo>
                  <a:pt x="130" y="182"/>
                  <a:pt x="129" y="181"/>
                  <a:pt x="129" y="181"/>
                </a:cubicBezTo>
                <a:cubicBezTo>
                  <a:pt x="129" y="181"/>
                  <a:pt x="129" y="181"/>
                  <a:pt x="129" y="180"/>
                </a:cubicBezTo>
                <a:cubicBezTo>
                  <a:pt x="129" y="180"/>
                  <a:pt x="129" y="180"/>
                  <a:pt x="129" y="180"/>
                </a:cubicBezTo>
                <a:cubicBezTo>
                  <a:pt x="129" y="179"/>
                  <a:pt x="129" y="179"/>
                  <a:pt x="129" y="178"/>
                </a:cubicBezTo>
                <a:cubicBezTo>
                  <a:pt x="129" y="177"/>
                  <a:pt x="128" y="176"/>
                  <a:pt x="128" y="176"/>
                </a:cubicBezTo>
                <a:cubicBezTo>
                  <a:pt x="128" y="175"/>
                  <a:pt x="127" y="174"/>
                  <a:pt x="127" y="173"/>
                </a:cubicBezTo>
                <a:cubicBezTo>
                  <a:pt x="126" y="173"/>
                  <a:pt x="126" y="172"/>
                  <a:pt x="126" y="172"/>
                </a:cubicBezTo>
                <a:cubicBezTo>
                  <a:pt x="126" y="171"/>
                  <a:pt x="126" y="170"/>
                  <a:pt x="126" y="169"/>
                </a:cubicBezTo>
                <a:cubicBezTo>
                  <a:pt x="126" y="169"/>
                  <a:pt x="126" y="167"/>
                  <a:pt x="127" y="166"/>
                </a:cubicBezTo>
                <a:cubicBezTo>
                  <a:pt x="127" y="166"/>
                  <a:pt x="127" y="166"/>
                  <a:pt x="127" y="166"/>
                </a:cubicBezTo>
                <a:cubicBezTo>
                  <a:pt x="127" y="166"/>
                  <a:pt x="127" y="166"/>
                  <a:pt x="127" y="166"/>
                </a:cubicBezTo>
                <a:cubicBezTo>
                  <a:pt x="127" y="165"/>
                  <a:pt x="127" y="165"/>
                  <a:pt x="128" y="165"/>
                </a:cubicBezTo>
                <a:cubicBezTo>
                  <a:pt x="128" y="165"/>
                  <a:pt x="128" y="164"/>
                  <a:pt x="128" y="164"/>
                </a:cubicBezTo>
                <a:cubicBezTo>
                  <a:pt x="128" y="164"/>
                  <a:pt x="128" y="163"/>
                  <a:pt x="128" y="163"/>
                </a:cubicBezTo>
                <a:cubicBezTo>
                  <a:pt x="128" y="162"/>
                  <a:pt x="127" y="161"/>
                  <a:pt x="128" y="161"/>
                </a:cubicBezTo>
                <a:cubicBezTo>
                  <a:pt x="128" y="160"/>
                  <a:pt x="127" y="160"/>
                  <a:pt x="127" y="159"/>
                </a:cubicBezTo>
                <a:cubicBezTo>
                  <a:pt x="127" y="159"/>
                  <a:pt x="127" y="159"/>
                  <a:pt x="127" y="159"/>
                </a:cubicBezTo>
                <a:cubicBezTo>
                  <a:pt x="127" y="158"/>
                  <a:pt x="127" y="158"/>
                  <a:pt x="126" y="158"/>
                </a:cubicBezTo>
                <a:cubicBezTo>
                  <a:pt x="126" y="157"/>
                  <a:pt x="126" y="157"/>
                  <a:pt x="126" y="157"/>
                </a:cubicBezTo>
                <a:cubicBezTo>
                  <a:pt x="126" y="157"/>
                  <a:pt x="126" y="156"/>
                  <a:pt x="126" y="156"/>
                </a:cubicBezTo>
                <a:cubicBezTo>
                  <a:pt x="125" y="155"/>
                  <a:pt x="125" y="155"/>
                  <a:pt x="124" y="155"/>
                </a:cubicBezTo>
                <a:cubicBezTo>
                  <a:pt x="124" y="154"/>
                  <a:pt x="124" y="154"/>
                  <a:pt x="124" y="154"/>
                </a:cubicBezTo>
                <a:cubicBezTo>
                  <a:pt x="124" y="154"/>
                  <a:pt x="124" y="154"/>
                  <a:pt x="124" y="154"/>
                </a:cubicBezTo>
                <a:cubicBezTo>
                  <a:pt x="124" y="153"/>
                  <a:pt x="123" y="153"/>
                  <a:pt x="123" y="153"/>
                </a:cubicBezTo>
                <a:cubicBezTo>
                  <a:pt x="123" y="153"/>
                  <a:pt x="123" y="153"/>
                  <a:pt x="123" y="153"/>
                </a:cubicBezTo>
                <a:cubicBezTo>
                  <a:pt x="123" y="153"/>
                  <a:pt x="123" y="153"/>
                  <a:pt x="123" y="153"/>
                </a:cubicBezTo>
                <a:cubicBezTo>
                  <a:pt x="123" y="153"/>
                  <a:pt x="123" y="152"/>
                  <a:pt x="123" y="152"/>
                </a:cubicBezTo>
                <a:cubicBezTo>
                  <a:pt x="123" y="152"/>
                  <a:pt x="123" y="152"/>
                  <a:pt x="123" y="152"/>
                </a:cubicBezTo>
                <a:cubicBezTo>
                  <a:pt x="122" y="152"/>
                  <a:pt x="122" y="152"/>
                  <a:pt x="122" y="152"/>
                </a:cubicBezTo>
                <a:cubicBezTo>
                  <a:pt x="123" y="151"/>
                  <a:pt x="123" y="151"/>
                  <a:pt x="123" y="150"/>
                </a:cubicBezTo>
                <a:cubicBezTo>
                  <a:pt x="123" y="150"/>
                  <a:pt x="123" y="150"/>
                  <a:pt x="123" y="150"/>
                </a:cubicBezTo>
                <a:cubicBezTo>
                  <a:pt x="123" y="150"/>
                  <a:pt x="123" y="150"/>
                  <a:pt x="123" y="150"/>
                </a:cubicBezTo>
                <a:cubicBezTo>
                  <a:pt x="123" y="150"/>
                  <a:pt x="123" y="150"/>
                  <a:pt x="123" y="150"/>
                </a:cubicBezTo>
                <a:cubicBezTo>
                  <a:pt x="123" y="150"/>
                  <a:pt x="123" y="150"/>
                  <a:pt x="123" y="149"/>
                </a:cubicBezTo>
                <a:cubicBezTo>
                  <a:pt x="123" y="149"/>
                  <a:pt x="123" y="149"/>
                  <a:pt x="123" y="149"/>
                </a:cubicBezTo>
                <a:cubicBezTo>
                  <a:pt x="123" y="149"/>
                  <a:pt x="123" y="149"/>
                  <a:pt x="123" y="149"/>
                </a:cubicBezTo>
                <a:cubicBezTo>
                  <a:pt x="123" y="149"/>
                  <a:pt x="123" y="148"/>
                  <a:pt x="124" y="148"/>
                </a:cubicBezTo>
                <a:cubicBezTo>
                  <a:pt x="124" y="148"/>
                  <a:pt x="123" y="148"/>
                  <a:pt x="123" y="148"/>
                </a:cubicBezTo>
                <a:cubicBezTo>
                  <a:pt x="123" y="148"/>
                  <a:pt x="124" y="147"/>
                  <a:pt x="124" y="147"/>
                </a:cubicBezTo>
                <a:cubicBezTo>
                  <a:pt x="124" y="147"/>
                  <a:pt x="123" y="147"/>
                  <a:pt x="123" y="146"/>
                </a:cubicBezTo>
                <a:cubicBezTo>
                  <a:pt x="123" y="146"/>
                  <a:pt x="123" y="146"/>
                  <a:pt x="123" y="146"/>
                </a:cubicBezTo>
                <a:cubicBezTo>
                  <a:pt x="123" y="146"/>
                  <a:pt x="123" y="146"/>
                  <a:pt x="123" y="146"/>
                </a:cubicBezTo>
                <a:cubicBezTo>
                  <a:pt x="123" y="146"/>
                  <a:pt x="123" y="146"/>
                  <a:pt x="123" y="146"/>
                </a:cubicBezTo>
                <a:cubicBezTo>
                  <a:pt x="122" y="146"/>
                  <a:pt x="123" y="146"/>
                  <a:pt x="122" y="145"/>
                </a:cubicBezTo>
                <a:cubicBezTo>
                  <a:pt x="122" y="145"/>
                  <a:pt x="122" y="145"/>
                  <a:pt x="122" y="145"/>
                </a:cubicBezTo>
                <a:cubicBezTo>
                  <a:pt x="122" y="145"/>
                  <a:pt x="122" y="145"/>
                  <a:pt x="122" y="145"/>
                </a:cubicBezTo>
                <a:cubicBezTo>
                  <a:pt x="121" y="145"/>
                  <a:pt x="121" y="145"/>
                  <a:pt x="120" y="145"/>
                </a:cubicBezTo>
                <a:cubicBezTo>
                  <a:pt x="120" y="146"/>
                  <a:pt x="118" y="145"/>
                  <a:pt x="118" y="144"/>
                </a:cubicBezTo>
                <a:cubicBezTo>
                  <a:pt x="118" y="144"/>
                  <a:pt x="118" y="144"/>
                  <a:pt x="118" y="144"/>
                </a:cubicBezTo>
                <a:cubicBezTo>
                  <a:pt x="118" y="144"/>
                  <a:pt x="118" y="144"/>
                  <a:pt x="118" y="144"/>
                </a:cubicBezTo>
                <a:cubicBezTo>
                  <a:pt x="118" y="144"/>
                  <a:pt x="118" y="144"/>
                  <a:pt x="118" y="144"/>
                </a:cubicBezTo>
                <a:cubicBezTo>
                  <a:pt x="118" y="144"/>
                  <a:pt x="118" y="144"/>
                  <a:pt x="118" y="144"/>
                </a:cubicBezTo>
                <a:cubicBezTo>
                  <a:pt x="118" y="143"/>
                  <a:pt x="117" y="143"/>
                  <a:pt x="116" y="143"/>
                </a:cubicBezTo>
                <a:cubicBezTo>
                  <a:pt x="116" y="143"/>
                  <a:pt x="116" y="143"/>
                  <a:pt x="116" y="143"/>
                </a:cubicBezTo>
                <a:cubicBezTo>
                  <a:pt x="115" y="143"/>
                  <a:pt x="114" y="143"/>
                  <a:pt x="114" y="143"/>
                </a:cubicBezTo>
                <a:cubicBezTo>
                  <a:pt x="113" y="143"/>
                  <a:pt x="113" y="144"/>
                  <a:pt x="113" y="144"/>
                </a:cubicBezTo>
                <a:cubicBezTo>
                  <a:pt x="113" y="144"/>
                  <a:pt x="112" y="144"/>
                  <a:pt x="112" y="144"/>
                </a:cubicBezTo>
                <a:cubicBezTo>
                  <a:pt x="111" y="144"/>
                  <a:pt x="110" y="145"/>
                  <a:pt x="110" y="145"/>
                </a:cubicBezTo>
                <a:cubicBezTo>
                  <a:pt x="109" y="145"/>
                  <a:pt x="109" y="144"/>
                  <a:pt x="108" y="144"/>
                </a:cubicBezTo>
                <a:cubicBezTo>
                  <a:pt x="108" y="144"/>
                  <a:pt x="108" y="144"/>
                  <a:pt x="108" y="145"/>
                </a:cubicBezTo>
                <a:cubicBezTo>
                  <a:pt x="108" y="145"/>
                  <a:pt x="108" y="144"/>
                  <a:pt x="107" y="144"/>
                </a:cubicBezTo>
                <a:cubicBezTo>
                  <a:pt x="107" y="144"/>
                  <a:pt x="106" y="144"/>
                  <a:pt x="106" y="144"/>
                </a:cubicBezTo>
                <a:cubicBezTo>
                  <a:pt x="105" y="145"/>
                  <a:pt x="105" y="145"/>
                  <a:pt x="105" y="145"/>
                </a:cubicBezTo>
                <a:cubicBezTo>
                  <a:pt x="104" y="145"/>
                  <a:pt x="104" y="145"/>
                  <a:pt x="103" y="145"/>
                </a:cubicBezTo>
                <a:cubicBezTo>
                  <a:pt x="103" y="146"/>
                  <a:pt x="102" y="145"/>
                  <a:pt x="102" y="145"/>
                </a:cubicBezTo>
                <a:cubicBezTo>
                  <a:pt x="101" y="144"/>
                  <a:pt x="101" y="144"/>
                  <a:pt x="100" y="143"/>
                </a:cubicBezTo>
                <a:cubicBezTo>
                  <a:pt x="100" y="143"/>
                  <a:pt x="99" y="143"/>
                  <a:pt x="99" y="143"/>
                </a:cubicBezTo>
                <a:cubicBezTo>
                  <a:pt x="98" y="143"/>
                  <a:pt x="98" y="142"/>
                  <a:pt x="98" y="142"/>
                </a:cubicBezTo>
                <a:cubicBezTo>
                  <a:pt x="98" y="142"/>
                  <a:pt x="98" y="142"/>
                  <a:pt x="98" y="142"/>
                </a:cubicBezTo>
                <a:cubicBezTo>
                  <a:pt x="97" y="141"/>
                  <a:pt x="97" y="141"/>
                  <a:pt x="97" y="141"/>
                </a:cubicBezTo>
                <a:cubicBezTo>
                  <a:pt x="97" y="141"/>
                  <a:pt x="97" y="141"/>
                  <a:pt x="97" y="141"/>
                </a:cubicBezTo>
                <a:cubicBezTo>
                  <a:pt x="97" y="141"/>
                  <a:pt x="97" y="141"/>
                  <a:pt x="97" y="141"/>
                </a:cubicBezTo>
                <a:cubicBezTo>
                  <a:pt x="97" y="140"/>
                  <a:pt x="97" y="140"/>
                  <a:pt x="97" y="140"/>
                </a:cubicBezTo>
                <a:cubicBezTo>
                  <a:pt x="97" y="140"/>
                  <a:pt x="97" y="140"/>
                  <a:pt x="97" y="140"/>
                </a:cubicBezTo>
                <a:cubicBezTo>
                  <a:pt x="97" y="140"/>
                  <a:pt x="97" y="140"/>
                  <a:pt x="97" y="140"/>
                </a:cubicBezTo>
                <a:cubicBezTo>
                  <a:pt x="97" y="140"/>
                  <a:pt x="96" y="140"/>
                  <a:pt x="96" y="139"/>
                </a:cubicBezTo>
                <a:cubicBezTo>
                  <a:pt x="96" y="139"/>
                  <a:pt x="96" y="139"/>
                  <a:pt x="96" y="139"/>
                </a:cubicBezTo>
                <a:cubicBezTo>
                  <a:pt x="96" y="139"/>
                  <a:pt x="95" y="139"/>
                  <a:pt x="95" y="138"/>
                </a:cubicBezTo>
                <a:cubicBezTo>
                  <a:pt x="95" y="138"/>
                  <a:pt x="95" y="138"/>
                  <a:pt x="95" y="138"/>
                </a:cubicBezTo>
                <a:cubicBezTo>
                  <a:pt x="95" y="138"/>
                  <a:pt x="95" y="138"/>
                  <a:pt x="94" y="138"/>
                </a:cubicBezTo>
                <a:cubicBezTo>
                  <a:pt x="94" y="138"/>
                  <a:pt x="94" y="138"/>
                  <a:pt x="94" y="138"/>
                </a:cubicBezTo>
                <a:cubicBezTo>
                  <a:pt x="94" y="137"/>
                  <a:pt x="94" y="137"/>
                  <a:pt x="94" y="137"/>
                </a:cubicBezTo>
                <a:cubicBezTo>
                  <a:pt x="94" y="137"/>
                  <a:pt x="94" y="137"/>
                  <a:pt x="94" y="137"/>
                </a:cubicBezTo>
                <a:cubicBezTo>
                  <a:pt x="94" y="136"/>
                  <a:pt x="94" y="137"/>
                  <a:pt x="93" y="137"/>
                </a:cubicBezTo>
                <a:cubicBezTo>
                  <a:pt x="93" y="137"/>
                  <a:pt x="93" y="136"/>
                  <a:pt x="93" y="136"/>
                </a:cubicBezTo>
                <a:cubicBezTo>
                  <a:pt x="93" y="136"/>
                  <a:pt x="93" y="136"/>
                  <a:pt x="93" y="136"/>
                </a:cubicBezTo>
                <a:cubicBezTo>
                  <a:pt x="93" y="136"/>
                  <a:pt x="93" y="136"/>
                  <a:pt x="92" y="136"/>
                </a:cubicBezTo>
                <a:cubicBezTo>
                  <a:pt x="92" y="135"/>
                  <a:pt x="92" y="135"/>
                  <a:pt x="92" y="135"/>
                </a:cubicBezTo>
                <a:cubicBezTo>
                  <a:pt x="93" y="135"/>
                  <a:pt x="93" y="135"/>
                  <a:pt x="93" y="135"/>
                </a:cubicBezTo>
                <a:cubicBezTo>
                  <a:pt x="93" y="135"/>
                  <a:pt x="93" y="134"/>
                  <a:pt x="93" y="134"/>
                </a:cubicBezTo>
                <a:cubicBezTo>
                  <a:pt x="92" y="134"/>
                  <a:pt x="92" y="133"/>
                  <a:pt x="92" y="133"/>
                </a:cubicBezTo>
                <a:cubicBezTo>
                  <a:pt x="92" y="133"/>
                  <a:pt x="92" y="133"/>
                  <a:pt x="92" y="133"/>
                </a:cubicBezTo>
                <a:cubicBezTo>
                  <a:pt x="92" y="133"/>
                  <a:pt x="93" y="132"/>
                  <a:pt x="93" y="132"/>
                </a:cubicBezTo>
                <a:cubicBezTo>
                  <a:pt x="93" y="131"/>
                  <a:pt x="93" y="131"/>
                  <a:pt x="93" y="131"/>
                </a:cubicBezTo>
                <a:cubicBezTo>
                  <a:pt x="93" y="130"/>
                  <a:pt x="94" y="128"/>
                  <a:pt x="93" y="128"/>
                </a:cubicBezTo>
                <a:cubicBezTo>
                  <a:pt x="93" y="127"/>
                  <a:pt x="93" y="126"/>
                  <a:pt x="92" y="126"/>
                </a:cubicBezTo>
                <a:cubicBezTo>
                  <a:pt x="92" y="126"/>
                  <a:pt x="92" y="126"/>
                  <a:pt x="92" y="126"/>
                </a:cubicBezTo>
                <a:cubicBezTo>
                  <a:pt x="92" y="125"/>
                  <a:pt x="92" y="125"/>
                  <a:pt x="92" y="124"/>
                </a:cubicBezTo>
                <a:cubicBezTo>
                  <a:pt x="93" y="124"/>
                  <a:pt x="93" y="124"/>
                  <a:pt x="93" y="124"/>
                </a:cubicBezTo>
                <a:cubicBezTo>
                  <a:pt x="93" y="123"/>
                  <a:pt x="93" y="123"/>
                  <a:pt x="94" y="122"/>
                </a:cubicBezTo>
                <a:cubicBezTo>
                  <a:pt x="94" y="122"/>
                  <a:pt x="94" y="121"/>
                  <a:pt x="95" y="121"/>
                </a:cubicBezTo>
                <a:cubicBezTo>
                  <a:pt x="95" y="121"/>
                  <a:pt x="95" y="121"/>
                  <a:pt x="95" y="121"/>
                </a:cubicBezTo>
                <a:cubicBezTo>
                  <a:pt x="95" y="120"/>
                  <a:pt x="95" y="120"/>
                  <a:pt x="95" y="119"/>
                </a:cubicBezTo>
                <a:cubicBezTo>
                  <a:pt x="95" y="119"/>
                  <a:pt x="96" y="119"/>
                  <a:pt x="96" y="119"/>
                </a:cubicBezTo>
                <a:cubicBezTo>
                  <a:pt x="96" y="118"/>
                  <a:pt x="96" y="117"/>
                  <a:pt x="97" y="117"/>
                </a:cubicBezTo>
                <a:cubicBezTo>
                  <a:pt x="97" y="117"/>
                  <a:pt x="98" y="117"/>
                  <a:pt x="98" y="117"/>
                </a:cubicBezTo>
                <a:cubicBezTo>
                  <a:pt x="99" y="117"/>
                  <a:pt x="100" y="115"/>
                  <a:pt x="100" y="115"/>
                </a:cubicBezTo>
                <a:cubicBezTo>
                  <a:pt x="101" y="114"/>
                  <a:pt x="100" y="114"/>
                  <a:pt x="100" y="113"/>
                </a:cubicBezTo>
                <a:moveTo>
                  <a:pt x="95" y="62"/>
                </a:moveTo>
                <a:cubicBezTo>
                  <a:pt x="95" y="62"/>
                  <a:pt x="95" y="62"/>
                  <a:pt x="95" y="62"/>
                </a:cubicBezTo>
                <a:cubicBezTo>
                  <a:pt x="95" y="63"/>
                  <a:pt x="95" y="63"/>
                  <a:pt x="94" y="63"/>
                </a:cubicBezTo>
                <a:cubicBezTo>
                  <a:pt x="94" y="63"/>
                  <a:pt x="93" y="63"/>
                  <a:pt x="93" y="64"/>
                </a:cubicBezTo>
                <a:cubicBezTo>
                  <a:pt x="92" y="64"/>
                  <a:pt x="92" y="64"/>
                  <a:pt x="92" y="64"/>
                </a:cubicBezTo>
                <a:cubicBezTo>
                  <a:pt x="91" y="64"/>
                  <a:pt x="91" y="65"/>
                  <a:pt x="90" y="65"/>
                </a:cubicBezTo>
                <a:cubicBezTo>
                  <a:pt x="90" y="64"/>
                  <a:pt x="89" y="64"/>
                  <a:pt x="89" y="64"/>
                </a:cubicBezTo>
                <a:cubicBezTo>
                  <a:pt x="89" y="64"/>
                  <a:pt x="88" y="64"/>
                  <a:pt x="88" y="64"/>
                </a:cubicBezTo>
                <a:cubicBezTo>
                  <a:pt x="88" y="64"/>
                  <a:pt x="86" y="64"/>
                  <a:pt x="86" y="64"/>
                </a:cubicBezTo>
                <a:cubicBezTo>
                  <a:pt x="86" y="63"/>
                  <a:pt x="87" y="63"/>
                  <a:pt x="87" y="63"/>
                </a:cubicBezTo>
                <a:cubicBezTo>
                  <a:pt x="86" y="63"/>
                  <a:pt x="86" y="62"/>
                  <a:pt x="86" y="62"/>
                </a:cubicBezTo>
                <a:cubicBezTo>
                  <a:pt x="86" y="62"/>
                  <a:pt x="85" y="62"/>
                  <a:pt x="85" y="62"/>
                </a:cubicBezTo>
                <a:cubicBezTo>
                  <a:pt x="84" y="62"/>
                  <a:pt x="84" y="62"/>
                  <a:pt x="84" y="62"/>
                </a:cubicBezTo>
                <a:cubicBezTo>
                  <a:pt x="84" y="62"/>
                  <a:pt x="84" y="62"/>
                  <a:pt x="84" y="62"/>
                </a:cubicBezTo>
                <a:cubicBezTo>
                  <a:pt x="85" y="62"/>
                  <a:pt x="86" y="62"/>
                  <a:pt x="87" y="61"/>
                </a:cubicBezTo>
                <a:cubicBezTo>
                  <a:pt x="87" y="61"/>
                  <a:pt x="87" y="61"/>
                  <a:pt x="87" y="61"/>
                </a:cubicBezTo>
                <a:cubicBezTo>
                  <a:pt x="87" y="61"/>
                  <a:pt x="87" y="61"/>
                  <a:pt x="87" y="61"/>
                </a:cubicBezTo>
                <a:cubicBezTo>
                  <a:pt x="86" y="61"/>
                  <a:pt x="86" y="61"/>
                  <a:pt x="86" y="60"/>
                </a:cubicBezTo>
                <a:cubicBezTo>
                  <a:pt x="85" y="60"/>
                  <a:pt x="84" y="61"/>
                  <a:pt x="84" y="60"/>
                </a:cubicBezTo>
                <a:cubicBezTo>
                  <a:pt x="84" y="60"/>
                  <a:pt x="84" y="60"/>
                  <a:pt x="84" y="60"/>
                </a:cubicBezTo>
                <a:cubicBezTo>
                  <a:pt x="84" y="60"/>
                  <a:pt x="85" y="60"/>
                  <a:pt x="85" y="60"/>
                </a:cubicBezTo>
                <a:cubicBezTo>
                  <a:pt x="85" y="60"/>
                  <a:pt x="85" y="60"/>
                  <a:pt x="85" y="60"/>
                </a:cubicBezTo>
                <a:cubicBezTo>
                  <a:pt x="85" y="60"/>
                  <a:pt x="85" y="60"/>
                  <a:pt x="84" y="60"/>
                </a:cubicBezTo>
                <a:cubicBezTo>
                  <a:pt x="85" y="59"/>
                  <a:pt x="85" y="60"/>
                  <a:pt x="86" y="59"/>
                </a:cubicBezTo>
                <a:cubicBezTo>
                  <a:pt x="86" y="59"/>
                  <a:pt x="86" y="59"/>
                  <a:pt x="86" y="59"/>
                </a:cubicBezTo>
                <a:cubicBezTo>
                  <a:pt x="86" y="59"/>
                  <a:pt x="86" y="59"/>
                  <a:pt x="85" y="59"/>
                </a:cubicBezTo>
                <a:cubicBezTo>
                  <a:pt x="85" y="59"/>
                  <a:pt x="85" y="59"/>
                  <a:pt x="85" y="59"/>
                </a:cubicBezTo>
                <a:cubicBezTo>
                  <a:pt x="85" y="59"/>
                  <a:pt x="86" y="59"/>
                  <a:pt x="86" y="59"/>
                </a:cubicBezTo>
                <a:cubicBezTo>
                  <a:pt x="86" y="59"/>
                  <a:pt x="87" y="59"/>
                  <a:pt x="87" y="60"/>
                </a:cubicBezTo>
                <a:cubicBezTo>
                  <a:pt x="87" y="60"/>
                  <a:pt x="87" y="60"/>
                  <a:pt x="87" y="60"/>
                </a:cubicBezTo>
                <a:cubicBezTo>
                  <a:pt x="87" y="61"/>
                  <a:pt x="87" y="61"/>
                  <a:pt x="87" y="61"/>
                </a:cubicBezTo>
                <a:cubicBezTo>
                  <a:pt x="88" y="61"/>
                  <a:pt x="88" y="61"/>
                  <a:pt x="88" y="61"/>
                </a:cubicBezTo>
                <a:cubicBezTo>
                  <a:pt x="88" y="60"/>
                  <a:pt x="88" y="60"/>
                  <a:pt x="88" y="60"/>
                </a:cubicBezTo>
                <a:cubicBezTo>
                  <a:pt x="88" y="60"/>
                  <a:pt x="88" y="60"/>
                  <a:pt x="88" y="59"/>
                </a:cubicBezTo>
                <a:cubicBezTo>
                  <a:pt x="89" y="59"/>
                  <a:pt x="89" y="59"/>
                  <a:pt x="89" y="59"/>
                </a:cubicBezTo>
                <a:cubicBezTo>
                  <a:pt x="89" y="59"/>
                  <a:pt x="89" y="59"/>
                  <a:pt x="89" y="59"/>
                </a:cubicBezTo>
                <a:cubicBezTo>
                  <a:pt x="89" y="60"/>
                  <a:pt x="89" y="60"/>
                  <a:pt x="89" y="60"/>
                </a:cubicBezTo>
                <a:cubicBezTo>
                  <a:pt x="90" y="60"/>
                  <a:pt x="90" y="60"/>
                  <a:pt x="90" y="60"/>
                </a:cubicBezTo>
                <a:cubicBezTo>
                  <a:pt x="90" y="60"/>
                  <a:pt x="90" y="60"/>
                  <a:pt x="90" y="60"/>
                </a:cubicBezTo>
                <a:cubicBezTo>
                  <a:pt x="90" y="60"/>
                  <a:pt x="90" y="60"/>
                  <a:pt x="90" y="60"/>
                </a:cubicBezTo>
                <a:cubicBezTo>
                  <a:pt x="90" y="59"/>
                  <a:pt x="90" y="59"/>
                  <a:pt x="90" y="59"/>
                </a:cubicBezTo>
                <a:cubicBezTo>
                  <a:pt x="90" y="60"/>
                  <a:pt x="91" y="60"/>
                  <a:pt x="91" y="60"/>
                </a:cubicBezTo>
                <a:cubicBezTo>
                  <a:pt x="91" y="60"/>
                  <a:pt x="91" y="60"/>
                  <a:pt x="91" y="59"/>
                </a:cubicBezTo>
                <a:cubicBezTo>
                  <a:pt x="92" y="59"/>
                  <a:pt x="92" y="60"/>
                  <a:pt x="93" y="59"/>
                </a:cubicBezTo>
                <a:cubicBezTo>
                  <a:pt x="93" y="59"/>
                  <a:pt x="93" y="59"/>
                  <a:pt x="93" y="59"/>
                </a:cubicBezTo>
                <a:cubicBezTo>
                  <a:pt x="93" y="59"/>
                  <a:pt x="93" y="59"/>
                  <a:pt x="94" y="59"/>
                </a:cubicBezTo>
                <a:cubicBezTo>
                  <a:pt x="94" y="59"/>
                  <a:pt x="94" y="59"/>
                  <a:pt x="95" y="59"/>
                </a:cubicBezTo>
                <a:cubicBezTo>
                  <a:pt x="95" y="59"/>
                  <a:pt x="95" y="60"/>
                  <a:pt x="95" y="60"/>
                </a:cubicBezTo>
                <a:cubicBezTo>
                  <a:pt x="95" y="60"/>
                  <a:pt x="95" y="60"/>
                  <a:pt x="95" y="60"/>
                </a:cubicBezTo>
                <a:cubicBezTo>
                  <a:pt x="95" y="60"/>
                  <a:pt x="95" y="60"/>
                  <a:pt x="95" y="60"/>
                </a:cubicBezTo>
                <a:cubicBezTo>
                  <a:pt x="95" y="60"/>
                  <a:pt x="96" y="60"/>
                  <a:pt x="96" y="60"/>
                </a:cubicBezTo>
                <a:cubicBezTo>
                  <a:pt x="96" y="61"/>
                  <a:pt x="96" y="62"/>
                  <a:pt x="96" y="62"/>
                </a:cubicBezTo>
                <a:cubicBezTo>
                  <a:pt x="96" y="62"/>
                  <a:pt x="96" y="62"/>
                  <a:pt x="95" y="62"/>
                </a:cubicBezTo>
                <a:moveTo>
                  <a:pt x="122" y="146"/>
                </a:moveTo>
                <a:cubicBezTo>
                  <a:pt x="122" y="147"/>
                  <a:pt x="122" y="147"/>
                  <a:pt x="122" y="147"/>
                </a:cubicBezTo>
                <a:cubicBezTo>
                  <a:pt x="122" y="147"/>
                  <a:pt x="122" y="147"/>
                  <a:pt x="122" y="147"/>
                </a:cubicBezTo>
                <a:cubicBezTo>
                  <a:pt x="122" y="147"/>
                  <a:pt x="122" y="147"/>
                  <a:pt x="122" y="147"/>
                </a:cubicBezTo>
                <a:cubicBezTo>
                  <a:pt x="122" y="147"/>
                  <a:pt x="122" y="146"/>
                  <a:pt x="122" y="146"/>
                </a:cubicBezTo>
                <a:cubicBezTo>
                  <a:pt x="122" y="146"/>
                  <a:pt x="122" y="146"/>
                  <a:pt x="122" y="146"/>
                </a:cubicBezTo>
                <a:moveTo>
                  <a:pt x="163" y="176"/>
                </a:moveTo>
                <a:cubicBezTo>
                  <a:pt x="163" y="176"/>
                  <a:pt x="163" y="176"/>
                  <a:pt x="163" y="176"/>
                </a:cubicBezTo>
                <a:cubicBezTo>
                  <a:pt x="163" y="176"/>
                  <a:pt x="164" y="174"/>
                  <a:pt x="164" y="174"/>
                </a:cubicBezTo>
                <a:cubicBezTo>
                  <a:pt x="164" y="173"/>
                  <a:pt x="164" y="173"/>
                  <a:pt x="164" y="173"/>
                </a:cubicBezTo>
                <a:cubicBezTo>
                  <a:pt x="164" y="173"/>
                  <a:pt x="164" y="173"/>
                  <a:pt x="164" y="173"/>
                </a:cubicBezTo>
                <a:cubicBezTo>
                  <a:pt x="164" y="172"/>
                  <a:pt x="163" y="172"/>
                  <a:pt x="163" y="171"/>
                </a:cubicBezTo>
                <a:cubicBezTo>
                  <a:pt x="164" y="171"/>
                  <a:pt x="164" y="170"/>
                  <a:pt x="164" y="170"/>
                </a:cubicBezTo>
                <a:cubicBezTo>
                  <a:pt x="164" y="170"/>
                  <a:pt x="164" y="170"/>
                  <a:pt x="164" y="170"/>
                </a:cubicBezTo>
                <a:cubicBezTo>
                  <a:pt x="165" y="170"/>
                  <a:pt x="165" y="169"/>
                  <a:pt x="165" y="169"/>
                </a:cubicBezTo>
                <a:cubicBezTo>
                  <a:pt x="165" y="169"/>
                  <a:pt x="165" y="170"/>
                  <a:pt x="165" y="169"/>
                </a:cubicBezTo>
                <a:cubicBezTo>
                  <a:pt x="165" y="169"/>
                  <a:pt x="165" y="169"/>
                  <a:pt x="165" y="169"/>
                </a:cubicBezTo>
                <a:cubicBezTo>
                  <a:pt x="166" y="169"/>
                  <a:pt x="166" y="169"/>
                  <a:pt x="166" y="169"/>
                </a:cubicBezTo>
                <a:cubicBezTo>
                  <a:pt x="166" y="169"/>
                  <a:pt x="166" y="169"/>
                  <a:pt x="166" y="169"/>
                </a:cubicBezTo>
                <a:cubicBezTo>
                  <a:pt x="166" y="169"/>
                  <a:pt x="167" y="169"/>
                  <a:pt x="167" y="169"/>
                </a:cubicBezTo>
                <a:cubicBezTo>
                  <a:pt x="167" y="169"/>
                  <a:pt x="167" y="169"/>
                  <a:pt x="167" y="169"/>
                </a:cubicBezTo>
                <a:cubicBezTo>
                  <a:pt x="167" y="169"/>
                  <a:pt x="167" y="169"/>
                  <a:pt x="167" y="169"/>
                </a:cubicBezTo>
                <a:cubicBezTo>
                  <a:pt x="167" y="168"/>
                  <a:pt x="167" y="168"/>
                  <a:pt x="167" y="168"/>
                </a:cubicBezTo>
                <a:cubicBezTo>
                  <a:pt x="167" y="168"/>
                  <a:pt x="167" y="168"/>
                  <a:pt x="167" y="168"/>
                </a:cubicBezTo>
                <a:cubicBezTo>
                  <a:pt x="167" y="168"/>
                  <a:pt x="167" y="168"/>
                  <a:pt x="167" y="168"/>
                </a:cubicBezTo>
                <a:cubicBezTo>
                  <a:pt x="167" y="168"/>
                  <a:pt x="167" y="168"/>
                  <a:pt x="168" y="168"/>
                </a:cubicBezTo>
                <a:cubicBezTo>
                  <a:pt x="168" y="168"/>
                  <a:pt x="168" y="168"/>
                  <a:pt x="168" y="168"/>
                </a:cubicBezTo>
                <a:cubicBezTo>
                  <a:pt x="168" y="168"/>
                  <a:pt x="168" y="168"/>
                  <a:pt x="168" y="167"/>
                </a:cubicBezTo>
                <a:cubicBezTo>
                  <a:pt x="168" y="167"/>
                  <a:pt x="168" y="167"/>
                  <a:pt x="168" y="167"/>
                </a:cubicBezTo>
                <a:cubicBezTo>
                  <a:pt x="168" y="167"/>
                  <a:pt x="168" y="167"/>
                  <a:pt x="168" y="167"/>
                </a:cubicBezTo>
                <a:cubicBezTo>
                  <a:pt x="168" y="167"/>
                  <a:pt x="168" y="167"/>
                  <a:pt x="168" y="167"/>
                </a:cubicBezTo>
                <a:cubicBezTo>
                  <a:pt x="168" y="167"/>
                  <a:pt x="168" y="167"/>
                  <a:pt x="168" y="166"/>
                </a:cubicBezTo>
                <a:cubicBezTo>
                  <a:pt x="168" y="166"/>
                  <a:pt x="168" y="166"/>
                  <a:pt x="168" y="166"/>
                </a:cubicBezTo>
                <a:cubicBezTo>
                  <a:pt x="168" y="167"/>
                  <a:pt x="168" y="167"/>
                  <a:pt x="168" y="167"/>
                </a:cubicBezTo>
                <a:cubicBezTo>
                  <a:pt x="169" y="167"/>
                  <a:pt x="169" y="167"/>
                  <a:pt x="169" y="166"/>
                </a:cubicBezTo>
                <a:cubicBezTo>
                  <a:pt x="169" y="166"/>
                  <a:pt x="169" y="166"/>
                  <a:pt x="169" y="165"/>
                </a:cubicBezTo>
                <a:cubicBezTo>
                  <a:pt x="169" y="165"/>
                  <a:pt x="169" y="165"/>
                  <a:pt x="170" y="165"/>
                </a:cubicBezTo>
                <a:cubicBezTo>
                  <a:pt x="170" y="165"/>
                  <a:pt x="170" y="165"/>
                  <a:pt x="170" y="166"/>
                </a:cubicBezTo>
                <a:cubicBezTo>
                  <a:pt x="171" y="166"/>
                  <a:pt x="170" y="167"/>
                  <a:pt x="171" y="168"/>
                </a:cubicBezTo>
                <a:cubicBezTo>
                  <a:pt x="171" y="168"/>
                  <a:pt x="171" y="168"/>
                  <a:pt x="171" y="169"/>
                </a:cubicBezTo>
                <a:cubicBezTo>
                  <a:pt x="171" y="169"/>
                  <a:pt x="171" y="169"/>
                  <a:pt x="171" y="169"/>
                </a:cubicBezTo>
                <a:cubicBezTo>
                  <a:pt x="170" y="169"/>
                  <a:pt x="170" y="169"/>
                  <a:pt x="170" y="169"/>
                </a:cubicBezTo>
                <a:cubicBezTo>
                  <a:pt x="170" y="169"/>
                  <a:pt x="170" y="169"/>
                  <a:pt x="170" y="169"/>
                </a:cubicBezTo>
                <a:cubicBezTo>
                  <a:pt x="170" y="169"/>
                  <a:pt x="170" y="169"/>
                  <a:pt x="170" y="169"/>
                </a:cubicBezTo>
                <a:cubicBezTo>
                  <a:pt x="170" y="169"/>
                  <a:pt x="170" y="170"/>
                  <a:pt x="170" y="170"/>
                </a:cubicBezTo>
                <a:cubicBezTo>
                  <a:pt x="170" y="170"/>
                  <a:pt x="170" y="170"/>
                  <a:pt x="170" y="171"/>
                </a:cubicBezTo>
                <a:cubicBezTo>
                  <a:pt x="170" y="171"/>
                  <a:pt x="170" y="172"/>
                  <a:pt x="170" y="172"/>
                </a:cubicBezTo>
                <a:cubicBezTo>
                  <a:pt x="169" y="174"/>
                  <a:pt x="168" y="176"/>
                  <a:pt x="168" y="178"/>
                </a:cubicBezTo>
                <a:cubicBezTo>
                  <a:pt x="168" y="179"/>
                  <a:pt x="167" y="180"/>
                  <a:pt x="167" y="181"/>
                </a:cubicBezTo>
                <a:cubicBezTo>
                  <a:pt x="167" y="181"/>
                  <a:pt x="166" y="181"/>
                  <a:pt x="166" y="181"/>
                </a:cubicBezTo>
                <a:cubicBezTo>
                  <a:pt x="165" y="181"/>
                  <a:pt x="165" y="181"/>
                  <a:pt x="165" y="181"/>
                </a:cubicBezTo>
                <a:cubicBezTo>
                  <a:pt x="164" y="181"/>
                  <a:pt x="164" y="181"/>
                  <a:pt x="163" y="180"/>
                </a:cubicBezTo>
                <a:cubicBezTo>
                  <a:pt x="163" y="180"/>
                  <a:pt x="163" y="180"/>
                  <a:pt x="163" y="180"/>
                </a:cubicBezTo>
                <a:cubicBezTo>
                  <a:pt x="163" y="180"/>
                  <a:pt x="163" y="179"/>
                  <a:pt x="163" y="179"/>
                </a:cubicBezTo>
                <a:cubicBezTo>
                  <a:pt x="163" y="179"/>
                  <a:pt x="163" y="179"/>
                  <a:pt x="163" y="178"/>
                </a:cubicBezTo>
                <a:cubicBezTo>
                  <a:pt x="163" y="178"/>
                  <a:pt x="163" y="178"/>
                  <a:pt x="163" y="177"/>
                </a:cubicBezTo>
                <a:cubicBezTo>
                  <a:pt x="162" y="177"/>
                  <a:pt x="163" y="176"/>
                  <a:pt x="163" y="176"/>
                </a:cubicBezTo>
                <a:moveTo>
                  <a:pt x="152" y="108"/>
                </a:moveTo>
                <a:cubicBezTo>
                  <a:pt x="151" y="108"/>
                  <a:pt x="151" y="108"/>
                  <a:pt x="151" y="108"/>
                </a:cubicBezTo>
                <a:cubicBezTo>
                  <a:pt x="151" y="108"/>
                  <a:pt x="151" y="108"/>
                  <a:pt x="150" y="108"/>
                </a:cubicBezTo>
                <a:cubicBezTo>
                  <a:pt x="150" y="108"/>
                  <a:pt x="150" y="108"/>
                  <a:pt x="150" y="108"/>
                </a:cubicBezTo>
                <a:cubicBezTo>
                  <a:pt x="150" y="108"/>
                  <a:pt x="150" y="108"/>
                  <a:pt x="150" y="108"/>
                </a:cubicBezTo>
                <a:cubicBezTo>
                  <a:pt x="150" y="108"/>
                  <a:pt x="150" y="108"/>
                  <a:pt x="150" y="108"/>
                </a:cubicBezTo>
                <a:cubicBezTo>
                  <a:pt x="150" y="108"/>
                  <a:pt x="150" y="107"/>
                  <a:pt x="150" y="107"/>
                </a:cubicBezTo>
                <a:cubicBezTo>
                  <a:pt x="151" y="107"/>
                  <a:pt x="151" y="107"/>
                  <a:pt x="151" y="107"/>
                </a:cubicBezTo>
                <a:cubicBezTo>
                  <a:pt x="151" y="107"/>
                  <a:pt x="152" y="107"/>
                  <a:pt x="152" y="107"/>
                </a:cubicBezTo>
                <a:cubicBezTo>
                  <a:pt x="152" y="107"/>
                  <a:pt x="152" y="107"/>
                  <a:pt x="152" y="108"/>
                </a:cubicBezTo>
                <a:cubicBezTo>
                  <a:pt x="152" y="108"/>
                  <a:pt x="152" y="108"/>
                  <a:pt x="152" y="108"/>
                </a:cubicBezTo>
                <a:moveTo>
                  <a:pt x="141" y="108"/>
                </a:moveTo>
                <a:cubicBezTo>
                  <a:pt x="141" y="108"/>
                  <a:pt x="141" y="108"/>
                  <a:pt x="141" y="108"/>
                </a:cubicBezTo>
                <a:cubicBezTo>
                  <a:pt x="140" y="108"/>
                  <a:pt x="140" y="108"/>
                  <a:pt x="139" y="108"/>
                </a:cubicBezTo>
                <a:cubicBezTo>
                  <a:pt x="139" y="107"/>
                  <a:pt x="139"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0" y="107"/>
                  <a:pt x="140" y="107"/>
                  <a:pt x="140" y="107"/>
                </a:cubicBezTo>
                <a:cubicBezTo>
                  <a:pt x="141" y="107"/>
                  <a:pt x="141" y="107"/>
                  <a:pt x="141" y="107"/>
                </a:cubicBezTo>
                <a:cubicBezTo>
                  <a:pt x="141" y="108"/>
                  <a:pt x="142" y="108"/>
                  <a:pt x="142" y="108"/>
                </a:cubicBezTo>
                <a:cubicBezTo>
                  <a:pt x="142" y="108"/>
                  <a:pt x="142" y="108"/>
                  <a:pt x="142" y="108"/>
                </a:cubicBezTo>
                <a:cubicBezTo>
                  <a:pt x="142" y="108"/>
                  <a:pt x="142" y="108"/>
                  <a:pt x="142" y="108"/>
                </a:cubicBezTo>
                <a:cubicBezTo>
                  <a:pt x="142" y="108"/>
                  <a:pt x="142" y="108"/>
                  <a:pt x="142" y="108"/>
                </a:cubicBezTo>
                <a:cubicBezTo>
                  <a:pt x="142" y="108"/>
                  <a:pt x="143" y="108"/>
                  <a:pt x="143" y="108"/>
                </a:cubicBezTo>
                <a:cubicBezTo>
                  <a:pt x="143" y="108"/>
                  <a:pt x="143" y="108"/>
                  <a:pt x="143" y="108"/>
                </a:cubicBezTo>
                <a:cubicBezTo>
                  <a:pt x="142" y="108"/>
                  <a:pt x="141" y="108"/>
                  <a:pt x="141" y="108"/>
                </a:cubicBezTo>
                <a:moveTo>
                  <a:pt x="130" y="105"/>
                </a:moveTo>
                <a:cubicBezTo>
                  <a:pt x="130" y="105"/>
                  <a:pt x="130" y="106"/>
                  <a:pt x="129" y="106"/>
                </a:cubicBezTo>
                <a:cubicBezTo>
                  <a:pt x="129" y="105"/>
                  <a:pt x="128" y="105"/>
                  <a:pt x="127" y="105"/>
                </a:cubicBezTo>
                <a:cubicBezTo>
                  <a:pt x="127" y="105"/>
                  <a:pt x="127" y="105"/>
                  <a:pt x="127" y="104"/>
                </a:cubicBezTo>
                <a:cubicBezTo>
                  <a:pt x="127" y="104"/>
                  <a:pt x="127" y="104"/>
                  <a:pt x="128" y="104"/>
                </a:cubicBezTo>
                <a:cubicBezTo>
                  <a:pt x="128" y="104"/>
                  <a:pt x="129" y="104"/>
                  <a:pt x="129" y="104"/>
                </a:cubicBezTo>
                <a:cubicBezTo>
                  <a:pt x="130" y="104"/>
                  <a:pt x="130" y="104"/>
                  <a:pt x="130" y="104"/>
                </a:cubicBezTo>
                <a:cubicBezTo>
                  <a:pt x="130" y="104"/>
                  <a:pt x="130" y="104"/>
                  <a:pt x="130" y="104"/>
                </a:cubicBezTo>
                <a:cubicBezTo>
                  <a:pt x="130" y="104"/>
                  <a:pt x="130" y="105"/>
                  <a:pt x="130" y="105"/>
                </a:cubicBezTo>
                <a:cubicBezTo>
                  <a:pt x="130" y="105"/>
                  <a:pt x="130" y="105"/>
                  <a:pt x="130" y="105"/>
                </a:cubicBezTo>
                <a:moveTo>
                  <a:pt x="123" y="102"/>
                </a:moveTo>
                <a:cubicBezTo>
                  <a:pt x="123" y="102"/>
                  <a:pt x="123" y="102"/>
                  <a:pt x="123" y="102"/>
                </a:cubicBezTo>
                <a:cubicBezTo>
                  <a:pt x="123" y="102"/>
                  <a:pt x="123" y="102"/>
                  <a:pt x="123" y="102"/>
                </a:cubicBezTo>
                <a:cubicBezTo>
                  <a:pt x="122" y="102"/>
                  <a:pt x="122" y="103"/>
                  <a:pt x="122" y="103"/>
                </a:cubicBezTo>
                <a:cubicBezTo>
                  <a:pt x="121" y="102"/>
                  <a:pt x="122" y="102"/>
                  <a:pt x="122" y="101"/>
                </a:cubicBezTo>
                <a:cubicBezTo>
                  <a:pt x="122" y="101"/>
                  <a:pt x="122" y="100"/>
                  <a:pt x="122" y="100"/>
                </a:cubicBezTo>
                <a:cubicBezTo>
                  <a:pt x="122" y="100"/>
                  <a:pt x="122" y="100"/>
                  <a:pt x="122" y="100"/>
                </a:cubicBezTo>
                <a:cubicBezTo>
                  <a:pt x="122" y="100"/>
                  <a:pt x="122" y="100"/>
                  <a:pt x="123" y="100"/>
                </a:cubicBezTo>
                <a:cubicBezTo>
                  <a:pt x="123" y="100"/>
                  <a:pt x="124" y="100"/>
                  <a:pt x="123" y="101"/>
                </a:cubicBezTo>
                <a:cubicBezTo>
                  <a:pt x="123" y="101"/>
                  <a:pt x="123" y="101"/>
                  <a:pt x="123" y="101"/>
                </a:cubicBezTo>
                <a:cubicBezTo>
                  <a:pt x="123" y="101"/>
                  <a:pt x="123" y="101"/>
                  <a:pt x="123" y="102"/>
                </a:cubicBezTo>
                <a:moveTo>
                  <a:pt x="123" y="99"/>
                </a:moveTo>
                <a:cubicBezTo>
                  <a:pt x="123" y="99"/>
                  <a:pt x="123" y="99"/>
                  <a:pt x="123"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9"/>
                  <a:pt x="122" y="99"/>
                  <a:pt x="122" y="99"/>
                </a:cubicBezTo>
                <a:cubicBezTo>
                  <a:pt x="122" y="98"/>
                  <a:pt x="122" y="98"/>
                  <a:pt x="122" y="98"/>
                </a:cubicBezTo>
                <a:cubicBezTo>
                  <a:pt x="122" y="98"/>
                  <a:pt x="122" y="98"/>
                  <a:pt x="122" y="98"/>
                </a:cubicBezTo>
                <a:cubicBezTo>
                  <a:pt x="122" y="98"/>
                  <a:pt x="122" y="98"/>
                  <a:pt x="122" y="98"/>
                </a:cubicBezTo>
                <a:cubicBezTo>
                  <a:pt x="122" y="98"/>
                  <a:pt x="122" y="98"/>
                  <a:pt x="122" y="98"/>
                </a:cubicBezTo>
                <a:cubicBezTo>
                  <a:pt x="122" y="98"/>
                  <a:pt x="123" y="97"/>
                  <a:pt x="123" y="97"/>
                </a:cubicBezTo>
                <a:cubicBezTo>
                  <a:pt x="123" y="97"/>
                  <a:pt x="123" y="97"/>
                  <a:pt x="123" y="97"/>
                </a:cubicBezTo>
                <a:cubicBezTo>
                  <a:pt x="123" y="97"/>
                  <a:pt x="123" y="97"/>
                  <a:pt x="123" y="97"/>
                </a:cubicBezTo>
                <a:cubicBezTo>
                  <a:pt x="123" y="97"/>
                  <a:pt x="123" y="97"/>
                  <a:pt x="123" y="97"/>
                </a:cubicBezTo>
                <a:cubicBezTo>
                  <a:pt x="123" y="98"/>
                  <a:pt x="123" y="99"/>
                  <a:pt x="123" y="99"/>
                </a:cubicBezTo>
                <a:cubicBezTo>
                  <a:pt x="123" y="99"/>
                  <a:pt x="123" y="99"/>
                  <a:pt x="123" y="99"/>
                </a:cubicBezTo>
                <a:moveTo>
                  <a:pt x="87" y="43"/>
                </a:moveTo>
                <a:cubicBezTo>
                  <a:pt x="87" y="43"/>
                  <a:pt x="87" y="43"/>
                  <a:pt x="87" y="43"/>
                </a:cubicBezTo>
                <a:cubicBezTo>
                  <a:pt x="87" y="43"/>
                  <a:pt x="87" y="43"/>
                  <a:pt x="87" y="43"/>
                </a:cubicBezTo>
                <a:cubicBezTo>
                  <a:pt x="87" y="43"/>
                  <a:pt x="86" y="43"/>
                  <a:pt x="86" y="43"/>
                </a:cubicBezTo>
                <a:cubicBezTo>
                  <a:pt x="86" y="43"/>
                  <a:pt x="85" y="43"/>
                  <a:pt x="84" y="43"/>
                </a:cubicBezTo>
                <a:cubicBezTo>
                  <a:pt x="84" y="43"/>
                  <a:pt x="84" y="43"/>
                  <a:pt x="84" y="42"/>
                </a:cubicBezTo>
                <a:cubicBezTo>
                  <a:pt x="84" y="42"/>
                  <a:pt x="85" y="42"/>
                  <a:pt x="85" y="42"/>
                </a:cubicBezTo>
                <a:cubicBezTo>
                  <a:pt x="86" y="42"/>
                  <a:pt x="86" y="42"/>
                  <a:pt x="87" y="42"/>
                </a:cubicBezTo>
                <a:cubicBezTo>
                  <a:pt x="87" y="42"/>
                  <a:pt x="87" y="42"/>
                  <a:pt x="87" y="42"/>
                </a:cubicBezTo>
                <a:cubicBezTo>
                  <a:pt x="87" y="42"/>
                  <a:pt x="87" y="42"/>
                  <a:pt x="87" y="42"/>
                </a:cubicBezTo>
                <a:cubicBezTo>
                  <a:pt x="87" y="42"/>
                  <a:pt x="87" y="42"/>
                  <a:pt x="87" y="42"/>
                </a:cubicBezTo>
                <a:cubicBezTo>
                  <a:pt x="87" y="42"/>
                  <a:pt x="86" y="42"/>
                  <a:pt x="86" y="43"/>
                </a:cubicBezTo>
                <a:cubicBezTo>
                  <a:pt x="87" y="43"/>
                  <a:pt x="87" y="43"/>
                  <a:pt x="87" y="43"/>
                </a:cubicBezTo>
                <a:cubicBezTo>
                  <a:pt x="87" y="43"/>
                  <a:pt x="87" y="43"/>
                  <a:pt x="87" y="43"/>
                </a:cubicBezTo>
                <a:moveTo>
                  <a:pt x="85" y="42"/>
                </a:moveTo>
                <a:cubicBezTo>
                  <a:pt x="85" y="42"/>
                  <a:pt x="85" y="42"/>
                  <a:pt x="85" y="42"/>
                </a:cubicBezTo>
                <a:cubicBezTo>
                  <a:pt x="85" y="42"/>
                  <a:pt x="84" y="42"/>
                  <a:pt x="84" y="42"/>
                </a:cubicBezTo>
                <a:cubicBezTo>
                  <a:pt x="84" y="42"/>
                  <a:pt x="84" y="42"/>
                  <a:pt x="84" y="42"/>
                </a:cubicBezTo>
                <a:cubicBezTo>
                  <a:pt x="84" y="42"/>
                  <a:pt x="84" y="42"/>
                  <a:pt x="84" y="42"/>
                </a:cubicBezTo>
                <a:cubicBezTo>
                  <a:pt x="84" y="42"/>
                  <a:pt x="84" y="42"/>
                  <a:pt x="84" y="42"/>
                </a:cubicBezTo>
                <a:cubicBezTo>
                  <a:pt x="84" y="42"/>
                  <a:pt x="85" y="42"/>
                  <a:pt x="85" y="42"/>
                </a:cubicBezTo>
                <a:cubicBezTo>
                  <a:pt x="85" y="42"/>
                  <a:pt x="86" y="41"/>
                  <a:pt x="86" y="41"/>
                </a:cubicBezTo>
                <a:cubicBezTo>
                  <a:pt x="86" y="41"/>
                  <a:pt x="86" y="41"/>
                  <a:pt x="86" y="41"/>
                </a:cubicBezTo>
                <a:cubicBezTo>
                  <a:pt x="86" y="42"/>
                  <a:pt x="86" y="42"/>
                  <a:pt x="85" y="42"/>
                </a:cubicBezTo>
                <a:moveTo>
                  <a:pt x="83" y="41"/>
                </a:moveTo>
                <a:cubicBezTo>
                  <a:pt x="83" y="41"/>
                  <a:pt x="84" y="41"/>
                  <a:pt x="84" y="41"/>
                </a:cubicBezTo>
                <a:cubicBezTo>
                  <a:pt x="84" y="41"/>
                  <a:pt x="84" y="41"/>
                  <a:pt x="84" y="41"/>
                </a:cubicBezTo>
                <a:cubicBezTo>
                  <a:pt x="84" y="41"/>
                  <a:pt x="83" y="42"/>
                  <a:pt x="83" y="42"/>
                </a:cubicBezTo>
                <a:cubicBezTo>
                  <a:pt x="83" y="42"/>
                  <a:pt x="83" y="41"/>
                  <a:pt x="83" y="41"/>
                </a:cubicBezTo>
                <a:moveTo>
                  <a:pt x="85" y="37"/>
                </a:moveTo>
                <a:cubicBezTo>
                  <a:pt x="85" y="37"/>
                  <a:pt x="85" y="36"/>
                  <a:pt x="85" y="36"/>
                </a:cubicBezTo>
                <a:cubicBezTo>
                  <a:pt x="85" y="36"/>
                  <a:pt x="84" y="36"/>
                  <a:pt x="84" y="36"/>
                </a:cubicBezTo>
                <a:cubicBezTo>
                  <a:pt x="84" y="36"/>
                  <a:pt x="85" y="36"/>
                  <a:pt x="85" y="35"/>
                </a:cubicBezTo>
                <a:cubicBezTo>
                  <a:pt x="85" y="36"/>
                  <a:pt x="85" y="36"/>
                  <a:pt x="86" y="36"/>
                </a:cubicBezTo>
                <a:cubicBezTo>
                  <a:pt x="86" y="36"/>
                  <a:pt x="86" y="36"/>
                  <a:pt x="86" y="36"/>
                </a:cubicBezTo>
                <a:cubicBezTo>
                  <a:pt x="86" y="36"/>
                  <a:pt x="86" y="36"/>
                  <a:pt x="86" y="36"/>
                </a:cubicBezTo>
                <a:cubicBezTo>
                  <a:pt x="86" y="36"/>
                  <a:pt x="85" y="37"/>
                  <a:pt x="85" y="37"/>
                </a:cubicBezTo>
                <a:moveTo>
                  <a:pt x="84" y="37"/>
                </a:moveTo>
                <a:cubicBezTo>
                  <a:pt x="84" y="37"/>
                  <a:pt x="84" y="37"/>
                  <a:pt x="84" y="37"/>
                </a:cubicBezTo>
                <a:cubicBezTo>
                  <a:pt x="84" y="37"/>
                  <a:pt x="84" y="37"/>
                  <a:pt x="84" y="37"/>
                </a:cubicBezTo>
                <a:cubicBezTo>
                  <a:pt x="85" y="37"/>
                  <a:pt x="85" y="37"/>
                  <a:pt x="84" y="37"/>
                </a:cubicBezTo>
                <a:moveTo>
                  <a:pt x="84" y="37"/>
                </a:moveTo>
                <a:cubicBezTo>
                  <a:pt x="84" y="37"/>
                  <a:pt x="84" y="37"/>
                  <a:pt x="84" y="37"/>
                </a:cubicBezTo>
                <a:cubicBezTo>
                  <a:pt x="84" y="37"/>
                  <a:pt x="84" y="37"/>
                  <a:pt x="84" y="37"/>
                </a:cubicBezTo>
                <a:cubicBezTo>
                  <a:pt x="84" y="37"/>
                  <a:pt x="84" y="37"/>
                  <a:pt x="84" y="37"/>
                </a:cubicBezTo>
                <a:moveTo>
                  <a:pt x="85" y="39"/>
                </a:moveTo>
                <a:cubicBezTo>
                  <a:pt x="85" y="39"/>
                  <a:pt x="84" y="39"/>
                  <a:pt x="84" y="39"/>
                </a:cubicBezTo>
                <a:cubicBezTo>
                  <a:pt x="84" y="39"/>
                  <a:pt x="84" y="38"/>
                  <a:pt x="85" y="38"/>
                </a:cubicBezTo>
                <a:cubicBezTo>
                  <a:pt x="85" y="38"/>
                  <a:pt x="85" y="38"/>
                  <a:pt x="85" y="38"/>
                </a:cubicBezTo>
                <a:cubicBezTo>
                  <a:pt x="85" y="39"/>
                  <a:pt x="85" y="39"/>
                  <a:pt x="85" y="39"/>
                </a:cubicBezTo>
                <a:cubicBezTo>
                  <a:pt x="85" y="39"/>
                  <a:pt x="85" y="39"/>
                  <a:pt x="85" y="39"/>
                </a:cubicBezTo>
                <a:moveTo>
                  <a:pt x="86" y="47"/>
                </a:moveTo>
                <a:cubicBezTo>
                  <a:pt x="86" y="47"/>
                  <a:pt x="86" y="47"/>
                  <a:pt x="86" y="47"/>
                </a:cubicBezTo>
                <a:cubicBezTo>
                  <a:pt x="86" y="47"/>
                  <a:pt x="86" y="47"/>
                  <a:pt x="86" y="47"/>
                </a:cubicBezTo>
                <a:cubicBezTo>
                  <a:pt x="86" y="47"/>
                  <a:pt x="85" y="47"/>
                  <a:pt x="85" y="48"/>
                </a:cubicBezTo>
                <a:cubicBezTo>
                  <a:pt x="85" y="48"/>
                  <a:pt x="85" y="48"/>
                  <a:pt x="85" y="48"/>
                </a:cubicBezTo>
                <a:cubicBezTo>
                  <a:pt x="85" y="48"/>
                  <a:pt x="85" y="48"/>
                  <a:pt x="85" y="48"/>
                </a:cubicBezTo>
                <a:cubicBezTo>
                  <a:pt x="85" y="48"/>
                  <a:pt x="85" y="48"/>
                  <a:pt x="84" y="48"/>
                </a:cubicBezTo>
                <a:cubicBezTo>
                  <a:pt x="84" y="48"/>
                  <a:pt x="84" y="48"/>
                  <a:pt x="84" y="48"/>
                </a:cubicBezTo>
                <a:cubicBezTo>
                  <a:pt x="84" y="48"/>
                  <a:pt x="84" y="48"/>
                  <a:pt x="84" y="48"/>
                </a:cubicBezTo>
                <a:cubicBezTo>
                  <a:pt x="84" y="48"/>
                  <a:pt x="84" y="47"/>
                  <a:pt x="84" y="47"/>
                </a:cubicBezTo>
                <a:cubicBezTo>
                  <a:pt x="84" y="47"/>
                  <a:pt x="85" y="47"/>
                  <a:pt x="85" y="47"/>
                </a:cubicBezTo>
                <a:cubicBezTo>
                  <a:pt x="85" y="47"/>
                  <a:pt x="85" y="46"/>
                  <a:pt x="86" y="46"/>
                </a:cubicBezTo>
                <a:cubicBezTo>
                  <a:pt x="86" y="46"/>
                  <a:pt x="86" y="46"/>
                  <a:pt x="86" y="46"/>
                </a:cubicBezTo>
                <a:cubicBezTo>
                  <a:pt x="86" y="46"/>
                  <a:pt x="86" y="47"/>
                  <a:pt x="86" y="47"/>
                </a:cubicBezTo>
                <a:cubicBezTo>
                  <a:pt x="86" y="47"/>
                  <a:pt x="86" y="47"/>
                  <a:pt x="86" y="47"/>
                </a:cubicBezTo>
                <a:moveTo>
                  <a:pt x="66" y="74"/>
                </a:moveTo>
                <a:cubicBezTo>
                  <a:pt x="66" y="74"/>
                  <a:pt x="67" y="73"/>
                  <a:pt x="67" y="73"/>
                </a:cubicBezTo>
                <a:cubicBezTo>
                  <a:pt x="67" y="73"/>
                  <a:pt x="67" y="73"/>
                  <a:pt x="67" y="73"/>
                </a:cubicBezTo>
                <a:cubicBezTo>
                  <a:pt x="67" y="73"/>
                  <a:pt x="67" y="73"/>
                  <a:pt x="67" y="73"/>
                </a:cubicBezTo>
                <a:cubicBezTo>
                  <a:pt x="67" y="74"/>
                  <a:pt x="67" y="74"/>
                  <a:pt x="66" y="74"/>
                </a:cubicBezTo>
                <a:cubicBezTo>
                  <a:pt x="66" y="74"/>
                  <a:pt x="66" y="74"/>
                  <a:pt x="66" y="74"/>
                </a:cubicBezTo>
                <a:moveTo>
                  <a:pt x="59" y="100"/>
                </a:moveTo>
                <a:cubicBezTo>
                  <a:pt x="59" y="100"/>
                  <a:pt x="59" y="100"/>
                  <a:pt x="59" y="100"/>
                </a:cubicBezTo>
                <a:cubicBezTo>
                  <a:pt x="59" y="100"/>
                  <a:pt x="59" y="100"/>
                  <a:pt x="59" y="100"/>
                </a:cubicBezTo>
                <a:cubicBezTo>
                  <a:pt x="59" y="100"/>
                  <a:pt x="59" y="100"/>
                  <a:pt x="59" y="100"/>
                </a:cubicBezTo>
                <a:cubicBezTo>
                  <a:pt x="59" y="100"/>
                  <a:pt x="59" y="100"/>
                  <a:pt x="59" y="100"/>
                </a:cubicBezTo>
                <a:cubicBezTo>
                  <a:pt x="59" y="99"/>
                  <a:pt x="59" y="99"/>
                  <a:pt x="59" y="99"/>
                </a:cubicBezTo>
                <a:cubicBezTo>
                  <a:pt x="59" y="99"/>
                  <a:pt x="59" y="99"/>
                  <a:pt x="59" y="99"/>
                </a:cubicBezTo>
                <a:cubicBezTo>
                  <a:pt x="59" y="99"/>
                  <a:pt x="59" y="99"/>
                  <a:pt x="59" y="99"/>
                </a:cubicBezTo>
                <a:cubicBezTo>
                  <a:pt x="58" y="99"/>
                  <a:pt x="58" y="99"/>
                  <a:pt x="57" y="100"/>
                </a:cubicBezTo>
                <a:cubicBezTo>
                  <a:pt x="57" y="100"/>
                  <a:pt x="57" y="100"/>
                  <a:pt x="57" y="100"/>
                </a:cubicBezTo>
                <a:cubicBezTo>
                  <a:pt x="57" y="100"/>
                  <a:pt x="57" y="100"/>
                  <a:pt x="57" y="100"/>
                </a:cubicBezTo>
                <a:cubicBezTo>
                  <a:pt x="57" y="100"/>
                  <a:pt x="58" y="99"/>
                  <a:pt x="58" y="99"/>
                </a:cubicBezTo>
                <a:cubicBezTo>
                  <a:pt x="58" y="99"/>
                  <a:pt x="58" y="99"/>
                  <a:pt x="58" y="99"/>
                </a:cubicBezTo>
                <a:cubicBezTo>
                  <a:pt x="58" y="99"/>
                  <a:pt x="58"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7" y="99"/>
                  <a:pt x="57" y="99"/>
                  <a:pt x="57" y="99"/>
                </a:cubicBezTo>
                <a:cubicBezTo>
                  <a:pt x="56" y="99"/>
                  <a:pt x="56" y="99"/>
                  <a:pt x="56" y="99"/>
                </a:cubicBezTo>
                <a:cubicBezTo>
                  <a:pt x="55" y="99"/>
                  <a:pt x="55" y="99"/>
                  <a:pt x="54" y="99"/>
                </a:cubicBezTo>
                <a:cubicBezTo>
                  <a:pt x="54" y="99"/>
                  <a:pt x="53" y="99"/>
                  <a:pt x="53" y="99"/>
                </a:cubicBezTo>
                <a:cubicBezTo>
                  <a:pt x="53" y="99"/>
                  <a:pt x="53" y="99"/>
                  <a:pt x="53" y="98"/>
                </a:cubicBezTo>
                <a:cubicBezTo>
                  <a:pt x="53" y="98"/>
                  <a:pt x="54" y="98"/>
                  <a:pt x="54" y="97"/>
                </a:cubicBezTo>
                <a:cubicBezTo>
                  <a:pt x="54" y="97"/>
                  <a:pt x="54" y="97"/>
                  <a:pt x="54" y="97"/>
                </a:cubicBezTo>
                <a:cubicBezTo>
                  <a:pt x="54" y="97"/>
                  <a:pt x="54" y="97"/>
                  <a:pt x="54" y="97"/>
                </a:cubicBezTo>
                <a:cubicBezTo>
                  <a:pt x="54" y="97"/>
                  <a:pt x="54" y="97"/>
                  <a:pt x="55" y="97"/>
                </a:cubicBezTo>
                <a:cubicBezTo>
                  <a:pt x="54" y="96"/>
                  <a:pt x="54" y="96"/>
                  <a:pt x="54" y="96"/>
                </a:cubicBezTo>
                <a:cubicBezTo>
                  <a:pt x="54" y="95"/>
                  <a:pt x="55" y="94"/>
                  <a:pt x="56" y="93"/>
                </a:cubicBezTo>
                <a:cubicBezTo>
                  <a:pt x="56" y="93"/>
                  <a:pt x="57" y="93"/>
                  <a:pt x="57" y="93"/>
                </a:cubicBezTo>
                <a:cubicBezTo>
                  <a:pt x="57" y="93"/>
                  <a:pt x="57" y="93"/>
                  <a:pt x="57" y="93"/>
                </a:cubicBezTo>
                <a:cubicBezTo>
                  <a:pt x="57" y="93"/>
                  <a:pt x="57" y="93"/>
                  <a:pt x="57" y="93"/>
                </a:cubicBezTo>
                <a:cubicBezTo>
                  <a:pt x="57" y="93"/>
                  <a:pt x="57" y="93"/>
                  <a:pt x="57" y="93"/>
                </a:cubicBezTo>
                <a:cubicBezTo>
                  <a:pt x="57" y="93"/>
                  <a:pt x="57" y="93"/>
                  <a:pt x="57" y="93"/>
                </a:cubicBezTo>
                <a:cubicBezTo>
                  <a:pt x="57" y="94"/>
                  <a:pt x="56" y="95"/>
                  <a:pt x="56" y="96"/>
                </a:cubicBezTo>
                <a:cubicBezTo>
                  <a:pt x="56" y="96"/>
                  <a:pt x="56" y="95"/>
                  <a:pt x="57" y="95"/>
                </a:cubicBezTo>
                <a:cubicBezTo>
                  <a:pt x="57" y="95"/>
                  <a:pt x="57" y="95"/>
                  <a:pt x="57" y="95"/>
                </a:cubicBezTo>
                <a:cubicBezTo>
                  <a:pt x="57" y="96"/>
                  <a:pt x="57" y="96"/>
                  <a:pt x="57" y="96"/>
                </a:cubicBezTo>
                <a:cubicBezTo>
                  <a:pt x="57" y="96"/>
                  <a:pt x="57" y="96"/>
                  <a:pt x="57" y="96"/>
                </a:cubicBezTo>
                <a:cubicBezTo>
                  <a:pt x="57" y="96"/>
                  <a:pt x="57" y="96"/>
                  <a:pt x="57" y="96"/>
                </a:cubicBezTo>
                <a:cubicBezTo>
                  <a:pt x="57" y="96"/>
                  <a:pt x="58" y="97"/>
                  <a:pt x="58" y="96"/>
                </a:cubicBezTo>
                <a:cubicBezTo>
                  <a:pt x="58" y="96"/>
                  <a:pt x="58" y="96"/>
                  <a:pt x="58" y="96"/>
                </a:cubicBezTo>
                <a:cubicBezTo>
                  <a:pt x="59" y="96"/>
                  <a:pt x="59" y="96"/>
                  <a:pt x="60" y="96"/>
                </a:cubicBezTo>
                <a:cubicBezTo>
                  <a:pt x="59" y="97"/>
                  <a:pt x="59" y="97"/>
                  <a:pt x="59" y="97"/>
                </a:cubicBezTo>
                <a:cubicBezTo>
                  <a:pt x="59" y="97"/>
                  <a:pt x="59" y="97"/>
                  <a:pt x="59" y="97"/>
                </a:cubicBezTo>
                <a:cubicBezTo>
                  <a:pt x="59" y="97"/>
                  <a:pt x="59" y="97"/>
                  <a:pt x="59" y="97"/>
                </a:cubicBezTo>
                <a:cubicBezTo>
                  <a:pt x="59" y="97"/>
                  <a:pt x="59" y="97"/>
                  <a:pt x="59" y="98"/>
                </a:cubicBezTo>
                <a:cubicBezTo>
                  <a:pt x="59" y="98"/>
                  <a:pt x="60" y="97"/>
                  <a:pt x="60" y="97"/>
                </a:cubicBezTo>
                <a:cubicBezTo>
                  <a:pt x="60" y="97"/>
                  <a:pt x="60" y="97"/>
                  <a:pt x="60" y="97"/>
                </a:cubicBezTo>
                <a:cubicBezTo>
                  <a:pt x="60" y="98"/>
                  <a:pt x="60" y="98"/>
                  <a:pt x="60" y="98"/>
                </a:cubicBezTo>
                <a:cubicBezTo>
                  <a:pt x="60" y="98"/>
                  <a:pt x="60" y="98"/>
                  <a:pt x="59" y="98"/>
                </a:cubicBezTo>
                <a:cubicBezTo>
                  <a:pt x="59" y="98"/>
                  <a:pt x="59" y="98"/>
                  <a:pt x="59" y="98"/>
                </a:cubicBezTo>
                <a:cubicBezTo>
                  <a:pt x="59" y="98"/>
                  <a:pt x="59" y="99"/>
                  <a:pt x="59" y="99"/>
                </a:cubicBezTo>
                <a:cubicBezTo>
                  <a:pt x="59" y="99"/>
                  <a:pt x="59" y="99"/>
                  <a:pt x="59" y="99"/>
                </a:cubicBezTo>
                <a:cubicBezTo>
                  <a:pt x="60" y="99"/>
                  <a:pt x="60" y="99"/>
                  <a:pt x="60" y="98"/>
                </a:cubicBezTo>
                <a:cubicBezTo>
                  <a:pt x="60" y="98"/>
                  <a:pt x="60" y="98"/>
                  <a:pt x="60" y="99"/>
                </a:cubicBezTo>
                <a:cubicBezTo>
                  <a:pt x="60" y="99"/>
                  <a:pt x="60" y="99"/>
                  <a:pt x="60" y="99"/>
                </a:cubicBezTo>
                <a:cubicBezTo>
                  <a:pt x="60" y="99"/>
                  <a:pt x="60" y="99"/>
                  <a:pt x="60" y="99"/>
                </a:cubicBezTo>
                <a:cubicBezTo>
                  <a:pt x="60" y="99"/>
                  <a:pt x="60" y="100"/>
                  <a:pt x="60" y="100"/>
                </a:cubicBezTo>
                <a:cubicBezTo>
                  <a:pt x="60" y="100"/>
                  <a:pt x="60" y="100"/>
                  <a:pt x="59" y="100"/>
                </a:cubicBezTo>
                <a:moveTo>
                  <a:pt x="59" y="166"/>
                </a:moveTo>
                <a:cubicBezTo>
                  <a:pt x="59" y="166"/>
                  <a:pt x="58" y="166"/>
                  <a:pt x="57" y="166"/>
                </a:cubicBezTo>
                <a:cubicBezTo>
                  <a:pt x="57" y="166"/>
                  <a:pt x="57" y="165"/>
                  <a:pt x="57" y="164"/>
                </a:cubicBezTo>
                <a:cubicBezTo>
                  <a:pt x="58" y="164"/>
                  <a:pt x="59" y="164"/>
                  <a:pt x="59" y="165"/>
                </a:cubicBezTo>
                <a:cubicBezTo>
                  <a:pt x="59" y="165"/>
                  <a:pt x="59" y="166"/>
                  <a:pt x="59" y="166"/>
                </a:cubicBezTo>
                <a:moveTo>
                  <a:pt x="58" y="54"/>
                </a:moveTo>
                <a:cubicBezTo>
                  <a:pt x="59" y="55"/>
                  <a:pt x="58" y="55"/>
                  <a:pt x="58" y="55"/>
                </a:cubicBezTo>
                <a:cubicBezTo>
                  <a:pt x="58" y="55"/>
                  <a:pt x="58" y="55"/>
                  <a:pt x="58" y="55"/>
                </a:cubicBezTo>
                <a:cubicBezTo>
                  <a:pt x="58" y="55"/>
                  <a:pt x="58" y="55"/>
                  <a:pt x="58" y="54"/>
                </a:cubicBezTo>
                <a:moveTo>
                  <a:pt x="50" y="101"/>
                </a:moveTo>
                <a:cubicBezTo>
                  <a:pt x="50" y="101"/>
                  <a:pt x="51" y="100"/>
                  <a:pt x="51" y="100"/>
                </a:cubicBezTo>
                <a:cubicBezTo>
                  <a:pt x="52" y="100"/>
                  <a:pt x="52" y="100"/>
                  <a:pt x="52" y="100"/>
                </a:cubicBezTo>
                <a:cubicBezTo>
                  <a:pt x="52" y="100"/>
                  <a:pt x="51" y="101"/>
                  <a:pt x="51" y="101"/>
                </a:cubicBezTo>
                <a:cubicBezTo>
                  <a:pt x="51" y="101"/>
                  <a:pt x="51" y="101"/>
                  <a:pt x="51" y="101"/>
                </a:cubicBezTo>
                <a:cubicBezTo>
                  <a:pt x="51" y="101"/>
                  <a:pt x="51" y="101"/>
                  <a:pt x="51" y="101"/>
                </a:cubicBezTo>
                <a:cubicBezTo>
                  <a:pt x="51" y="101"/>
                  <a:pt x="52" y="100"/>
                  <a:pt x="52" y="101"/>
                </a:cubicBezTo>
                <a:cubicBezTo>
                  <a:pt x="52" y="102"/>
                  <a:pt x="51" y="102"/>
                  <a:pt x="50" y="101"/>
                </a:cubicBezTo>
                <a:moveTo>
                  <a:pt x="44" y="138"/>
                </a:moveTo>
                <a:cubicBezTo>
                  <a:pt x="44" y="138"/>
                  <a:pt x="44" y="138"/>
                  <a:pt x="43" y="138"/>
                </a:cubicBezTo>
                <a:cubicBezTo>
                  <a:pt x="43" y="138"/>
                  <a:pt x="43" y="138"/>
                  <a:pt x="43" y="137"/>
                </a:cubicBezTo>
                <a:cubicBezTo>
                  <a:pt x="43" y="137"/>
                  <a:pt x="43" y="137"/>
                  <a:pt x="43" y="137"/>
                </a:cubicBezTo>
                <a:cubicBezTo>
                  <a:pt x="44" y="137"/>
                  <a:pt x="45" y="137"/>
                  <a:pt x="45" y="137"/>
                </a:cubicBezTo>
                <a:cubicBezTo>
                  <a:pt x="45" y="138"/>
                  <a:pt x="45" y="138"/>
                  <a:pt x="44" y="138"/>
                </a:cubicBezTo>
                <a:moveTo>
                  <a:pt x="44" y="152"/>
                </a:moveTo>
                <a:cubicBezTo>
                  <a:pt x="44" y="152"/>
                  <a:pt x="44" y="152"/>
                  <a:pt x="44" y="152"/>
                </a:cubicBezTo>
                <a:cubicBezTo>
                  <a:pt x="44" y="152"/>
                  <a:pt x="44" y="152"/>
                  <a:pt x="44" y="152"/>
                </a:cubicBezTo>
                <a:cubicBezTo>
                  <a:pt x="44" y="152"/>
                  <a:pt x="44" y="152"/>
                  <a:pt x="44" y="152"/>
                </a:cubicBezTo>
                <a:cubicBezTo>
                  <a:pt x="44" y="152"/>
                  <a:pt x="44" y="152"/>
                  <a:pt x="44" y="152"/>
                </a:cubicBezTo>
                <a:cubicBezTo>
                  <a:pt x="45" y="152"/>
                  <a:pt x="45" y="152"/>
                  <a:pt x="45" y="152"/>
                </a:cubicBezTo>
                <a:cubicBezTo>
                  <a:pt x="45" y="152"/>
                  <a:pt x="45" y="152"/>
                  <a:pt x="45" y="152"/>
                </a:cubicBezTo>
                <a:cubicBezTo>
                  <a:pt x="44" y="152"/>
                  <a:pt x="45" y="152"/>
                  <a:pt x="44" y="152"/>
                </a:cubicBezTo>
                <a:cubicBezTo>
                  <a:pt x="44" y="152"/>
                  <a:pt x="44" y="152"/>
                  <a:pt x="43" y="152"/>
                </a:cubicBezTo>
                <a:cubicBezTo>
                  <a:pt x="43" y="152"/>
                  <a:pt x="43" y="152"/>
                  <a:pt x="43" y="152"/>
                </a:cubicBezTo>
                <a:cubicBezTo>
                  <a:pt x="43" y="152"/>
                  <a:pt x="44" y="152"/>
                  <a:pt x="44" y="152"/>
                </a:cubicBezTo>
                <a:cubicBezTo>
                  <a:pt x="44" y="152"/>
                  <a:pt x="44" y="152"/>
                  <a:pt x="44" y="152"/>
                </a:cubicBezTo>
                <a:moveTo>
                  <a:pt x="41" y="137"/>
                </a:moveTo>
                <a:cubicBezTo>
                  <a:pt x="41" y="137"/>
                  <a:pt x="40" y="137"/>
                  <a:pt x="40" y="137"/>
                </a:cubicBezTo>
                <a:cubicBezTo>
                  <a:pt x="40" y="137"/>
                  <a:pt x="40" y="138"/>
                  <a:pt x="40" y="138"/>
                </a:cubicBezTo>
                <a:cubicBezTo>
                  <a:pt x="39" y="137"/>
                  <a:pt x="39" y="137"/>
                  <a:pt x="39" y="137"/>
                </a:cubicBezTo>
                <a:cubicBezTo>
                  <a:pt x="39" y="138"/>
                  <a:pt x="39" y="138"/>
                  <a:pt x="38" y="138"/>
                </a:cubicBezTo>
                <a:cubicBezTo>
                  <a:pt x="38" y="138"/>
                  <a:pt x="38" y="138"/>
                  <a:pt x="38" y="138"/>
                </a:cubicBezTo>
                <a:cubicBezTo>
                  <a:pt x="37" y="138"/>
                  <a:pt x="37" y="138"/>
                  <a:pt x="37" y="138"/>
                </a:cubicBezTo>
                <a:cubicBezTo>
                  <a:pt x="36" y="138"/>
                  <a:pt x="36" y="138"/>
                  <a:pt x="36" y="138"/>
                </a:cubicBezTo>
                <a:cubicBezTo>
                  <a:pt x="36" y="138"/>
                  <a:pt x="36" y="138"/>
                  <a:pt x="35" y="138"/>
                </a:cubicBezTo>
                <a:cubicBezTo>
                  <a:pt x="35" y="138"/>
                  <a:pt x="35" y="138"/>
                  <a:pt x="35" y="137"/>
                </a:cubicBezTo>
                <a:cubicBezTo>
                  <a:pt x="35" y="137"/>
                  <a:pt x="35" y="137"/>
                  <a:pt x="35" y="137"/>
                </a:cubicBezTo>
                <a:cubicBezTo>
                  <a:pt x="35" y="137"/>
                  <a:pt x="35" y="137"/>
                  <a:pt x="35" y="137"/>
                </a:cubicBezTo>
                <a:cubicBezTo>
                  <a:pt x="36" y="137"/>
                  <a:pt x="37" y="137"/>
                  <a:pt x="37" y="137"/>
                </a:cubicBezTo>
                <a:cubicBezTo>
                  <a:pt x="37" y="137"/>
                  <a:pt x="37" y="137"/>
                  <a:pt x="37" y="137"/>
                </a:cubicBezTo>
                <a:cubicBezTo>
                  <a:pt x="37" y="137"/>
                  <a:pt x="37" y="137"/>
                  <a:pt x="37" y="136"/>
                </a:cubicBezTo>
                <a:cubicBezTo>
                  <a:pt x="37" y="136"/>
                  <a:pt x="36" y="136"/>
                  <a:pt x="36" y="136"/>
                </a:cubicBezTo>
                <a:cubicBezTo>
                  <a:pt x="36" y="136"/>
                  <a:pt x="36" y="136"/>
                  <a:pt x="36" y="136"/>
                </a:cubicBezTo>
                <a:cubicBezTo>
                  <a:pt x="36" y="136"/>
                  <a:pt x="36" y="136"/>
                  <a:pt x="36" y="136"/>
                </a:cubicBezTo>
                <a:cubicBezTo>
                  <a:pt x="36" y="136"/>
                  <a:pt x="36" y="136"/>
                  <a:pt x="36" y="136"/>
                </a:cubicBezTo>
                <a:cubicBezTo>
                  <a:pt x="37" y="136"/>
                  <a:pt x="37" y="136"/>
                  <a:pt x="38" y="136"/>
                </a:cubicBezTo>
                <a:cubicBezTo>
                  <a:pt x="38" y="136"/>
                  <a:pt x="38" y="136"/>
                  <a:pt x="38" y="136"/>
                </a:cubicBezTo>
                <a:cubicBezTo>
                  <a:pt x="38" y="136"/>
                  <a:pt x="39" y="136"/>
                  <a:pt x="39" y="136"/>
                </a:cubicBezTo>
                <a:cubicBezTo>
                  <a:pt x="39" y="136"/>
                  <a:pt x="39" y="136"/>
                  <a:pt x="39" y="136"/>
                </a:cubicBezTo>
                <a:cubicBezTo>
                  <a:pt x="39" y="136"/>
                  <a:pt x="40" y="136"/>
                  <a:pt x="40" y="136"/>
                </a:cubicBezTo>
                <a:cubicBezTo>
                  <a:pt x="40" y="137"/>
                  <a:pt x="42" y="137"/>
                  <a:pt x="42" y="137"/>
                </a:cubicBezTo>
                <a:cubicBezTo>
                  <a:pt x="42" y="137"/>
                  <a:pt x="42" y="138"/>
                  <a:pt x="42" y="138"/>
                </a:cubicBezTo>
                <a:cubicBezTo>
                  <a:pt x="41" y="138"/>
                  <a:pt x="41" y="137"/>
                  <a:pt x="41" y="137"/>
                </a:cubicBezTo>
                <a:moveTo>
                  <a:pt x="34" y="115"/>
                </a:moveTo>
                <a:cubicBezTo>
                  <a:pt x="34" y="115"/>
                  <a:pt x="34" y="115"/>
                  <a:pt x="34" y="115"/>
                </a:cubicBezTo>
                <a:cubicBezTo>
                  <a:pt x="34" y="115"/>
                  <a:pt x="34" y="115"/>
                  <a:pt x="34" y="115"/>
                </a:cubicBezTo>
                <a:cubicBezTo>
                  <a:pt x="34" y="115"/>
                  <a:pt x="34" y="115"/>
                  <a:pt x="34" y="115"/>
                </a:cubicBezTo>
                <a:moveTo>
                  <a:pt x="33" y="115"/>
                </a:moveTo>
                <a:cubicBezTo>
                  <a:pt x="33" y="115"/>
                  <a:pt x="34" y="115"/>
                  <a:pt x="34" y="115"/>
                </a:cubicBezTo>
                <a:cubicBezTo>
                  <a:pt x="34" y="115"/>
                  <a:pt x="34" y="115"/>
                  <a:pt x="34" y="115"/>
                </a:cubicBezTo>
                <a:cubicBezTo>
                  <a:pt x="33" y="115"/>
                  <a:pt x="33" y="115"/>
                  <a:pt x="33" y="115"/>
                </a:cubicBezTo>
                <a:moveTo>
                  <a:pt x="33" y="115"/>
                </a:moveTo>
                <a:cubicBezTo>
                  <a:pt x="33" y="115"/>
                  <a:pt x="33" y="115"/>
                  <a:pt x="33" y="115"/>
                </a:cubicBezTo>
                <a:cubicBezTo>
                  <a:pt x="33" y="115"/>
                  <a:pt x="33" y="115"/>
                  <a:pt x="33" y="115"/>
                </a:cubicBezTo>
                <a:close/>
                <a:moveTo>
                  <a:pt x="32" y="138"/>
                </a:moveTo>
                <a:cubicBezTo>
                  <a:pt x="32" y="138"/>
                  <a:pt x="32" y="138"/>
                  <a:pt x="32" y="138"/>
                </a:cubicBezTo>
                <a:cubicBezTo>
                  <a:pt x="31" y="138"/>
                  <a:pt x="30" y="138"/>
                  <a:pt x="30" y="138"/>
                </a:cubicBezTo>
                <a:cubicBezTo>
                  <a:pt x="30" y="137"/>
                  <a:pt x="31" y="137"/>
                  <a:pt x="31" y="137"/>
                </a:cubicBezTo>
                <a:cubicBezTo>
                  <a:pt x="31" y="137"/>
                  <a:pt x="32" y="138"/>
                  <a:pt x="33" y="138"/>
                </a:cubicBezTo>
                <a:cubicBezTo>
                  <a:pt x="33" y="138"/>
                  <a:pt x="33" y="138"/>
                  <a:pt x="33" y="138"/>
                </a:cubicBezTo>
                <a:cubicBezTo>
                  <a:pt x="32" y="138"/>
                  <a:pt x="32" y="138"/>
                  <a:pt x="32" y="138"/>
                </a:cubicBezTo>
                <a:moveTo>
                  <a:pt x="206" y="140"/>
                </a:moveTo>
                <a:cubicBezTo>
                  <a:pt x="206" y="140"/>
                  <a:pt x="206" y="139"/>
                  <a:pt x="206" y="139"/>
                </a:cubicBezTo>
                <a:cubicBezTo>
                  <a:pt x="206" y="140"/>
                  <a:pt x="207" y="140"/>
                  <a:pt x="207" y="141"/>
                </a:cubicBezTo>
                <a:cubicBezTo>
                  <a:pt x="207" y="141"/>
                  <a:pt x="207" y="141"/>
                  <a:pt x="207" y="141"/>
                </a:cubicBezTo>
                <a:cubicBezTo>
                  <a:pt x="207" y="141"/>
                  <a:pt x="208" y="142"/>
                  <a:pt x="208" y="142"/>
                </a:cubicBezTo>
                <a:cubicBezTo>
                  <a:pt x="208" y="143"/>
                  <a:pt x="207" y="144"/>
                  <a:pt x="206" y="143"/>
                </a:cubicBezTo>
                <a:cubicBezTo>
                  <a:pt x="206" y="143"/>
                  <a:pt x="205" y="143"/>
                  <a:pt x="205" y="142"/>
                </a:cubicBezTo>
                <a:cubicBezTo>
                  <a:pt x="205" y="141"/>
                  <a:pt x="205" y="141"/>
                  <a:pt x="205" y="141"/>
                </a:cubicBezTo>
                <a:cubicBezTo>
                  <a:pt x="205" y="141"/>
                  <a:pt x="205" y="141"/>
                  <a:pt x="205" y="140"/>
                </a:cubicBezTo>
                <a:cubicBezTo>
                  <a:pt x="205" y="140"/>
                  <a:pt x="205" y="140"/>
                  <a:pt x="205" y="140"/>
                </a:cubicBezTo>
                <a:cubicBezTo>
                  <a:pt x="205" y="140"/>
                  <a:pt x="205" y="140"/>
                  <a:pt x="205" y="140"/>
                </a:cubicBezTo>
                <a:cubicBezTo>
                  <a:pt x="205" y="140"/>
                  <a:pt x="205" y="140"/>
                  <a:pt x="206" y="140"/>
                </a:cubicBezTo>
                <a:moveTo>
                  <a:pt x="123" y="75"/>
                </a:moveTo>
                <a:cubicBezTo>
                  <a:pt x="123" y="75"/>
                  <a:pt x="123" y="75"/>
                  <a:pt x="123" y="75"/>
                </a:cubicBezTo>
                <a:cubicBezTo>
                  <a:pt x="124" y="75"/>
                  <a:pt x="124" y="75"/>
                  <a:pt x="124" y="74"/>
                </a:cubicBezTo>
                <a:cubicBezTo>
                  <a:pt x="124" y="74"/>
                  <a:pt x="124" y="74"/>
                  <a:pt x="124" y="74"/>
                </a:cubicBezTo>
                <a:cubicBezTo>
                  <a:pt x="124" y="74"/>
                  <a:pt x="124" y="74"/>
                  <a:pt x="124" y="74"/>
                </a:cubicBezTo>
                <a:cubicBezTo>
                  <a:pt x="124" y="75"/>
                  <a:pt x="124" y="75"/>
                  <a:pt x="124" y="75"/>
                </a:cubicBezTo>
                <a:cubicBezTo>
                  <a:pt x="124" y="75"/>
                  <a:pt x="124" y="75"/>
                  <a:pt x="124" y="76"/>
                </a:cubicBezTo>
                <a:cubicBezTo>
                  <a:pt x="123" y="76"/>
                  <a:pt x="123" y="76"/>
                  <a:pt x="122" y="76"/>
                </a:cubicBezTo>
                <a:cubicBezTo>
                  <a:pt x="122" y="76"/>
                  <a:pt x="122" y="76"/>
                  <a:pt x="122" y="76"/>
                </a:cubicBezTo>
                <a:cubicBezTo>
                  <a:pt x="122" y="76"/>
                  <a:pt x="122" y="76"/>
                  <a:pt x="122" y="76"/>
                </a:cubicBezTo>
                <a:cubicBezTo>
                  <a:pt x="122" y="76"/>
                  <a:pt x="122" y="76"/>
                  <a:pt x="122" y="75"/>
                </a:cubicBezTo>
                <a:cubicBezTo>
                  <a:pt x="122" y="75"/>
                  <a:pt x="123" y="75"/>
                  <a:pt x="123" y="75"/>
                </a:cubicBezTo>
                <a:moveTo>
                  <a:pt x="126" y="78"/>
                </a:moveTo>
                <a:cubicBezTo>
                  <a:pt x="126" y="78"/>
                  <a:pt x="126" y="78"/>
                  <a:pt x="126" y="78"/>
                </a:cubicBezTo>
                <a:cubicBezTo>
                  <a:pt x="126" y="78"/>
                  <a:pt x="126" y="77"/>
                  <a:pt x="126" y="77"/>
                </a:cubicBezTo>
                <a:cubicBezTo>
                  <a:pt x="126" y="77"/>
                  <a:pt x="126" y="77"/>
                  <a:pt x="127" y="77"/>
                </a:cubicBezTo>
                <a:cubicBezTo>
                  <a:pt x="127" y="78"/>
                  <a:pt x="127" y="78"/>
                  <a:pt x="126" y="78"/>
                </a:cubicBezTo>
                <a:cubicBezTo>
                  <a:pt x="126" y="78"/>
                  <a:pt x="126" y="78"/>
                  <a:pt x="126" y="78"/>
                </a:cubicBezTo>
                <a:cubicBezTo>
                  <a:pt x="126" y="78"/>
                  <a:pt x="126" y="78"/>
                  <a:pt x="127" y="78"/>
                </a:cubicBezTo>
                <a:cubicBezTo>
                  <a:pt x="127" y="79"/>
                  <a:pt x="127" y="78"/>
                  <a:pt x="126" y="79"/>
                </a:cubicBezTo>
                <a:cubicBezTo>
                  <a:pt x="126" y="79"/>
                  <a:pt x="126" y="79"/>
                  <a:pt x="126" y="79"/>
                </a:cubicBezTo>
                <a:cubicBezTo>
                  <a:pt x="126" y="79"/>
                  <a:pt x="126" y="79"/>
                  <a:pt x="126" y="79"/>
                </a:cubicBezTo>
                <a:cubicBezTo>
                  <a:pt x="126" y="79"/>
                  <a:pt x="125" y="79"/>
                  <a:pt x="125" y="79"/>
                </a:cubicBezTo>
                <a:cubicBezTo>
                  <a:pt x="125" y="78"/>
                  <a:pt x="125" y="78"/>
                  <a:pt x="126" y="77"/>
                </a:cubicBezTo>
                <a:cubicBezTo>
                  <a:pt x="126" y="77"/>
                  <a:pt x="126" y="77"/>
                  <a:pt x="126" y="78"/>
                </a:cubicBezTo>
                <a:moveTo>
                  <a:pt x="40" y="107"/>
                </a:moveTo>
                <a:cubicBezTo>
                  <a:pt x="40" y="107"/>
                  <a:pt x="40" y="107"/>
                  <a:pt x="40" y="107"/>
                </a:cubicBezTo>
                <a:cubicBezTo>
                  <a:pt x="40" y="107"/>
                  <a:pt x="40" y="107"/>
                  <a:pt x="40" y="107"/>
                </a:cubicBezTo>
                <a:cubicBezTo>
                  <a:pt x="40" y="107"/>
                  <a:pt x="40" y="107"/>
                  <a:pt x="40" y="107"/>
                </a:cubicBezTo>
                <a:cubicBezTo>
                  <a:pt x="40" y="107"/>
                  <a:pt x="40" y="107"/>
                  <a:pt x="40" y="107"/>
                </a:cubicBezTo>
                <a:cubicBezTo>
                  <a:pt x="40" y="107"/>
                  <a:pt x="40" y="107"/>
                  <a:pt x="40" y="107"/>
                </a:cubicBezTo>
                <a:moveTo>
                  <a:pt x="40" y="107"/>
                </a:moveTo>
                <a:cubicBezTo>
                  <a:pt x="40" y="107"/>
                  <a:pt x="40" y="107"/>
                  <a:pt x="40" y="107"/>
                </a:cubicBezTo>
                <a:cubicBezTo>
                  <a:pt x="40" y="107"/>
                  <a:pt x="40" y="107"/>
                  <a:pt x="40" y="107"/>
                </a:cubicBezTo>
                <a:close/>
                <a:moveTo>
                  <a:pt x="33" y="114"/>
                </a:moveTo>
                <a:cubicBezTo>
                  <a:pt x="33" y="114"/>
                  <a:pt x="33" y="114"/>
                  <a:pt x="33" y="114"/>
                </a:cubicBezTo>
                <a:cubicBezTo>
                  <a:pt x="33" y="114"/>
                  <a:pt x="33" y="114"/>
                  <a:pt x="33" y="114"/>
                </a:cubicBezTo>
                <a:cubicBezTo>
                  <a:pt x="33" y="114"/>
                  <a:pt x="33" y="114"/>
                  <a:pt x="33" y="114"/>
                </a:cubicBezTo>
                <a:moveTo>
                  <a:pt x="33" y="115"/>
                </a:moveTo>
                <a:cubicBezTo>
                  <a:pt x="33" y="114"/>
                  <a:pt x="33" y="114"/>
                  <a:pt x="33" y="114"/>
                </a:cubicBezTo>
                <a:cubicBezTo>
                  <a:pt x="33" y="114"/>
                  <a:pt x="33" y="114"/>
                  <a:pt x="33" y="115"/>
                </a:cubicBezTo>
                <a:close/>
                <a:moveTo>
                  <a:pt x="33" y="114"/>
                </a:moveTo>
                <a:cubicBezTo>
                  <a:pt x="33" y="114"/>
                  <a:pt x="33" y="114"/>
                  <a:pt x="33" y="114"/>
                </a:cubicBezTo>
                <a:cubicBezTo>
                  <a:pt x="33" y="114"/>
                  <a:pt x="33" y="114"/>
                  <a:pt x="33" y="114"/>
                </a:cubicBezTo>
                <a:close/>
                <a:moveTo>
                  <a:pt x="33" y="114"/>
                </a:moveTo>
                <a:cubicBezTo>
                  <a:pt x="33" y="114"/>
                  <a:pt x="33" y="114"/>
                  <a:pt x="33" y="114"/>
                </a:cubicBezTo>
                <a:cubicBezTo>
                  <a:pt x="33" y="114"/>
                  <a:pt x="33" y="114"/>
                  <a:pt x="33" y="114"/>
                </a:cubicBezTo>
                <a:close/>
              </a:path>
            </a:pathLst>
          </a:custGeom>
          <a:solidFill>
            <a:schemeClr val="accent4"/>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8" name="Google Shape;4318;p149"/>
          <p:cNvSpPr/>
          <p:nvPr/>
        </p:nvSpPr>
        <p:spPr>
          <a:xfrm>
            <a:off x="5922813" y="3765987"/>
            <a:ext cx="329667" cy="357136"/>
          </a:xfrm>
          <a:custGeom>
            <a:avLst/>
            <a:gdLst/>
            <a:ahLst/>
            <a:cxnLst/>
            <a:rect l="l" t="t" r="r" b="b"/>
            <a:pathLst>
              <a:path w="200" h="216" extrusionOk="0">
                <a:moveTo>
                  <a:pt x="197" y="104"/>
                </a:moveTo>
                <a:cubicBezTo>
                  <a:pt x="197" y="104"/>
                  <a:pt x="197" y="104"/>
                  <a:pt x="197" y="104"/>
                </a:cubicBezTo>
                <a:cubicBezTo>
                  <a:pt x="196" y="105"/>
                  <a:pt x="196" y="105"/>
                  <a:pt x="196" y="105"/>
                </a:cubicBezTo>
                <a:cubicBezTo>
                  <a:pt x="100" y="12"/>
                  <a:pt x="100" y="12"/>
                  <a:pt x="100" y="12"/>
                </a:cubicBezTo>
                <a:cubicBezTo>
                  <a:pt x="28" y="12"/>
                  <a:pt x="28" y="12"/>
                  <a:pt x="28" y="12"/>
                </a:cubicBezTo>
                <a:cubicBezTo>
                  <a:pt x="12" y="12"/>
                  <a:pt x="12" y="12"/>
                  <a:pt x="12" y="12"/>
                </a:cubicBezTo>
                <a:cubicBezTo>
                  <a:pt x="12" y="5"/>
                  <a:pt x="17" y="0"/>
                  <a:pt x="24" y="0"/>
                </a:cubicBezTo>
                <a:cubicBezTo>
                  <a:pt x="24" y="0"/>
                  <a:pt x="24" y="0"/>
                  <a:pt x="24" y="0"/>
                </a:cubicBezTo>
                <a:cubicBezTo>
                  <a:pt x="100" y="0"/>
                  <a:pt x="100" y="0"/>
                  <a:pt x="100" y="0"/>
                </a:cubicBezTo>
                <a:cubicBezTo>
                  <a:pt x="100" y="0"/>
                  <a:pt x="100" y="0"/>
                  <a:pt x="100" y="0"/>
                </a:cubicBezTo>
                <a:cubicBezTo>
                  <a:pt x="100" y="0"/>
                  <a:pt x="100" y="0"/>
                  <a:pt x="100" y="0"/>
                </a:cubicBezTo>
                <a:cubicBezTo>
                  <a:pt x="103" y="0"/>
                  <a:pt x="106" y="1"/>
                  <a:pt x="109" y="4"/>
                </a:cubicBezTo>
                <a:cubicBezTo>
                  <a:pt x="176" y="68"/>
                  <a:pt x="176" y="68"/>
                  <a:pt x="176" y="68"/>
                </a:cubicBezTo>
                <a:cubicBezTo>
                  <a:pt x="176" y="68"/>
                  <a:pt x="176" y="68"/>
                  <a:pt x="176" y="68"/>
                </a:cubicBezTo>
                <a:cubicBezTo>
                  <a:pt x="196" y="87"/>
                  <a:pt x="196" y="87"/>
                  <a:pt x="196" y="87"/>
                </a:cubicBezTo>
                <a:cubicBezTo>
                  <a:pt x="199" y="90"/>
                  <a:pt x="200" y="93"/>
                  <a:pt x="200" y="96"/>
                </a:cubicBezTo>
                <a:cubicBezTo>
                  <a:pt x="200" y="99"/>
                  <a:pt x="199" y="102"/>
                  <a:pt x="197" y="104"/>
                </a:cubicBezTo>
                <a:moveTo>
                  <a:pt x="88" y="24"/>
                </a:moveTo>
                <a:cubicBezTo>
                  <a:pt x="88" y="24"/>
                  <a:pt x="88" y="24"/>
                  <a:pt x="88" y="24"/>
                </a:cubicBezTo>
                <a:cubicBezTo>
                  <a:pt x="88" y="24"/>
                  <a:pt x="88" y="24"/>
                  <a:pt x="88" y="24"/>
                </a:cubicBezTo>
                <a:cubicBezTo>
                  <a:pt x="91" y="24"/>
                  <a:pt x="94" y="25"/>
                  <a:pt x="97" y="28"/>
                </a:cubicBezTo>
                <a:cubicBezTo>
                  <a:pt x="188" y="115"/>
                  <a:pt x="188" y="115"/>
                  <a:pt x="188" y="115"/>
                </a:cubicBezTo>
                <a:cubicBezTo>
                  <a:pt x="190" y="117"/>
                  <a:pt x="191" y="119"/>
                  <a:pt x="192" y="122"/>
                </a:cubicBezTo>
                <a:cubicBezTo>
                  <a:pt x="192" y="122"/>
                  <a:pt x="192" y="122"/>
                  <a:pt x="192" y="122"/>
                </a:cubicBezTo>
                <a:cubicBezTo>
                  <a:pt x="192" y="122"/>
                  <a:pt x="192" y="122"/>
                  <a:pt x="192" y="123"/>
                </a:cubicBezTo>
                <a:cubicBezTo>
                  <a:pt x="192" y="123"/>
                  <a:pt x="192" y="123"/>
                  <a:pt x="192" y="123"/>
                </a:cubicBezTo>
                <a:cubicBezTo>
                  <a:pt x="192" y="123"/>
                  <a:pt x="192" y="123"/>
                  <a:pt x="192" y="124"/>
                </a:cubicBezTo>
                <a:cubicBezTo>
                  <a:pt x="192" y="124"/>
                  <a:pt x="192" y="124"/>
                  <a:pt x="192" y="124"/>
                </a:cubicBezTo>
                <a:cubicBezTo>
                  <a:pt x="192" y="127"/>
                  <a:pt x="191" y="130"/>
                  <a:pt x="189" y="132"/>
                </a:cubicBezTo>
                <a:cubicBezTo>
                  <a:pt x="189" y="132"/>
                  <a:pt x="189" y="132"/>
                  <a:pt x="189" y="132"/>
                </a:cubicBezTo>
                <a:cubicBezTo>
                  <a:pt x="121" y="212"/>
                  <a:pt x="121" y="212"/>
                  <a:pt x="121" y="212"/>
                </a:cubicBezTo>
                <a:cubicBezTo>
                  <a:pt x="121" y="212"/>
                  <a:pt x="121" y="212"/>
                  <a:pt x="121" y="212"/>
                </a:cubicBezTo>
                <a:cubicBezTo>
                  <a:pt x="119" y="214"/>
                  <a:pt x="116" y="216"/>
                  <a:pt x="112" y="216"/>
                </a:cubicBezTo>
                <a:cubicBezTo>
                  <a:pt x="112" y="216"/>
                  <a:pt x="111" y="216"/>
                  <a:pt x="111" y="216"/>
                </a:cubicBezTo>
                <a:cubicBezTo>
                  <a:pt x="111" y="216"/>
                  <a:pt x="110" y="216"/>
                  <a:pt x="110" y="216"/>
                </a:cubicBezTo>
                <a:cubicBezTo>
                  <a:pt x="110" y="216"/>
                  <a:pt x="110" y="216"/>
                  <a:pt x="110" y="216"/>
                </a:cubicBezTo>
                <a:cubicBezTo>
                  <a:pt x="108" y="215"/>
                  <a:pt x="106" y="214"/>
                  <a:pt x="104" y="213"/>
                </a:cubicBezTo>
                <a:cubicBezTo>
                  <a:pt x="104" y="213"/>
                  <a:pt x="104" y="213"/>
                  <a:pt x="104" y="213"/>
                </a:cubicBezTo>
                <a:cubicBezTo>
                  <a:pt x="4" y="121"/>
                  <a:pt x="4" y="121"/>
                  <a:pt x="4" y="121"/>
                </a:cubicBezTo>
                <a:cubicBezTo>
                  <a:pt x="4" y="121"/>
                  <a:pt x="4" y="121"/>
                  <a:pt x="4" y="121"/>
                </a:cubicBezTo>
                <a:cubicBezTo>
                  <a:pt x="2" y="119"/>
                  <a:pt x="0" y="116"/>
                  <a:pt x="0" y="112"/>
                </a:cubicBezTo>
                <a:cubicBezTo>
                  <a:pt x="0" y="112"/>
                  <a:pt x="0" y="112"/>
                  <a:pt x="0" y="112"/>
                </a:cubicBezTo>
                <a:cubicBezTo>
                  <a:pt x="0" y="48"/>
                  <a:pt x="0" y="48"/>
                  <a:pt x="0" y="48"/>
                </a:cubicBezTo>
                <a:cubicBezTo>
                  <a:pt x="0" y="36"/>
                  <a:pt x="0" y="36"/>
                  <a:pt x="0" y="36"/>
                </a:cubicBezTo>
                <a:cubicBezTo>
                  <a:pt x="0" y="36"/>
                  <a:pt x="0" y="36"/>
                  <a:pt x="0" y="36"/>
                </a:cubicBezTo>
                <a:cubicBezTo>
                  <a:pt x="0" y="36"/>
                  <a:pt x="0" y="36"/>
                  <a:pt x="0" y="36"/>
                </a:cubicBezTo>
                <a:cubicBezTo>
                  <a:pt x="0" y="29"/>
                  <a:pt x="5" y="24"/>
                  <a:pt x="12" y="24"/>
                </a:cubicBezTo>
                <a:cubicBezTo>
                  <a:pt x="12" y="24"/>
                  <a:pt x="12" y="24"/>
                  <a:pt x="12" y="24"/>
                </a:cubicBezTo>
                <a:lnTo>
                  <a:pt x="88" y="24"/>
                </a:lnTo>
                <a:close/>
                <a:moveTo>
                  <a:pt x="32" y="72"/>
                </a:moveTo>
                <a:cubicBezTo>
                  <a:pt x="41" y="72"/>
                  <a:pt x="48" y="65"/>
                  <a:pt x="48" y="56"/>
                </a:cubicBezTo>
                <a:cubicBezTo>
                  <a:pt x="48" y="47"/>
                  <a:pt x="41" y="40"/>
                  <a:pt x="32" y="40"/>
                </a:cubicBezTo>
                <a:cubicBezTo>
                  <a:pt x="23" y="40"/>
                  <a:pt x="16" y="47"/>
                  <a:pt x="16" y="56"/>
                </a:cubicBezTo>
                <a:cubicBezTo>
                  <a:pt x="16" y="65"/>
                  <a:pt x="23" y="72"/>
                  <a:pt x="32" y="72"/>
                </a:cubicBezTo>
              </a:path>
            </a:pathLst>
          </a:custGeom>
          <a:solidFill>
            <a:schemeClr val="accent6"/>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19" name="Google Shape;4319;p149"/>
          <p:cNvSpPr/>
          <p:nvPr/>
        </p:nvSpPr>
        <p:spPr>
          <a:xfrm>
            <a:off x="7160015" y="2088490"/>
            <a:ext cx="423400" cy="292501"/>
          </a:xfrm>
          <a:custGeom>
            <a:avLst/>
            <a:gdLst/>
            <a:ahLst/>
            <a:cxnLst/>
            <a:rect l="l" t="t" r="r" b="b"/>
            <a:pathLst>
              <a:path w="256" h="176" extrusionOk="0">
                <a:moveTo>
                  <a:pt x="244" y="176"/>
                </a:moveTo>
                <a:cubicBezTo>
                  <a:pt x="12" y="176"/>
                  <a:pt x="12" y="176"/>
                  <a:pt x="12" y="176"/>
                </a:cubicBezTo>
                <a:cubicBezTo>
                  <a:pt x="5" y="176"/>
                  <a:pt x="0" y="171"/>
                  <a:pt x="0" y="164"/>
                </a:cubicBezTo>
                <a:cubicBezTo>
                  <a:pt x="0" y="72"/>
                  <a:pt x="0" y="72"/>
                  <a:pt x="0" y="72"/>
                </a:cubicBezTo>
                <a:cubicBezTo>
                  <a:pt x="256" y="72"/>
                  <a:pt x="256" y="72"/>
                  <a:pt x="256" y="72"/>
                </a:cubicBezTo>
                <a:cubicBezTo>
                  <a:pt x="256" y="164"/>
                  <a:pt x="256" y="164"/>
                  <a:pt x="256" y="164"/>
                </a:cubicBezTo>
                <a:cubicBezTo>
                  <a:pt x="256" y="171"/>
                  <a:pt x="251" y="176"/>
                  <a:pt x="244" y="176"/>
                </a:cubicBezTo>
                <a:moveTo>
                  <a:pt x="24" y="152"/>
                </a:moveTo>
                <a:cubicBezTo>
                  <a:pt x="72" y="152"/>
                  <a:pt x="72" y="152"/>
                  <a:pt x="72" y="152"/>
                </a:cubicBezTo>
                <a:cubicBezTo>
                  <a:pt x="72" y="140"/>
                  <a:pt x="72" y="140"/>
                  <a:pt x="72" y="140"/>
                </a:cubicBezTo>
                <a:cubicBezTo>
                  <a:pt x="24" y="140"/>
                  <a:pt x="24" y="140"/>
                  <a:pt x="24" y="140"/>
                </a:cubicBezTo>
                <a:lnTo>
                  <a:pt x="24" y="152"/>
                </a:lnTo>
                <a:close/>
                <a:moveTo>
                  <a:pt x="144" y="116"/>
                </a:moveTo>
                <a:cubicBezTo>
                  <a:pt x="24" y="116"/>
                  <a:pt x="24" y="116"/>
                  <a:pt x="24" y="116"/>
                </a:cubicBezTo>
                <a:cubicBezTo>
                  <a:pt x="24" y="128"/>
                  <a:pt x="24" y="128"/>
                  <a:pt x="24" y="128"/>
                </a:cubicBezTo>
                <a:cubicBezTo>
                  <a:pt x="144" y="128"/>
                  <a:pt x="144" y="128"/>
                  <a:pt x="144" y="128"/>
                </a:cubicBezTo>
                <a:lnTo>
                  <a:pt x="144" y="116"/>
                </a:lnTo>
                <a:close/>
                <a:moveTo>
                  <a:pt x="0" y="12"/>
                </a:moveTo>
                <a:cubicBezTo>
                  <a:pt x="0" y="5"/>
                  <a:pt x="5" y="0"/>
                  <a:pt x="12" y="0"/>
                </a:cubicBezTo>
                <a:cubicBezTo>
                  <a:pt x="244" y="0"/>
                  <a:pt x="244" y="0"/>
                  <a:pt x="244" y="0"/>
                </a:cubicBezTo>
                <a:cubicBezTo>
                  <a:pt x="251" y="0"/>
                  <a:pt x="256" y="5"/>
                  <a:pt x="256" y="12"/>
                </a:cubicBezTo>
                <a:cubicBezTo>
                  <a:pt x="256" y="48"/>
                  <a:pt x="256" y="48"/>
                  <a:pt x="256" y="48"/>
                </a:cubicBezTo>
                <a:cubicBezTo>
                  <a:pt x="0" y="48"/>
                  <a:pt x="0" y="48"/>
                  <a:pt x="0" y="48"/>
                </a:cubicBezTo>
                <a:lnTo>
                  <a:pt x="0" y="12"/>
                </a:lnTo>
                <a:close/>
              </a:path>
            </a:pathLst>
          </a:custGeom>
          <a:solidFill>
            <a:schemeClr val="accent3"/>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20" name="Google Shape;4320;p149"/>
          <p:cNvSpPr/>
          <p:nvPr/>
        </p:nvSpPr>
        <p:spPr>
          <a:xfrm>
            <a:off x="7160016" y="5483453"/>
            <a:ext cx="423397" cy="337747"/>
          </a:xfrm>
          <a:custGeom>
            <a:avLst/>
            <a:gdLst/>
            <a:ahLst/>
            <a:cxnLst/>
            <a:rect l="l" t="t" r="r" b="b"/>
            <a:pathLst>
              <a:path w="256" h="204" extrusionOk="0">
                <a:moveTo>
                  <a:pt x="255" y="45"/>
                </a:moveTo>
                <a:cubicBezTo>
                  <a:pt x="255" y="45"/>
                  <a:pt x="255" y="45"/>
                  <a:pt x="255" y="45"/>
                </a:cubicBezTo>
                <a:cubicBezTo>
                  <a:pt x="219" y="125"/>
                  <a:pt x="219" y="125"/>
                  <a:pt x="219" y="125"/>
                </a:cubicBezTo>
                <a:cubicBezTo>
                  <a:pt x="217" y="129"/>
                  <a:pt x="213" y="132"/>
                  <a:pt x="209" y="132"/>
                </a:cubicBezTo>
                <a:cubicBezTo>
                  <a:pt x="105" y="139"/>
                  <a:pt x="105" y="139"/>
                  <a:pt x="105" y="139"/>
                </a:cubicBezTo>
                <a:cubicBezTo>
                  <a:pt x="111" y="156"/>
                  <a:pt x="111" y="156"/>
                  <a:pt x="111" y="156"/>
                </a:cubicBezTo>
                <a:cubicBezTo>
                  <a:pt x="224" y="156"/>
                  <a:pt x="224" y="156"/>
                  <a:pt x="224" y="156"/>
                </a:cubicBezTo>
                <a:cubicBezTo>
                  <a:pt x="237" y="156"/>
                  <a:pt x="248" y="167"/>
                  <a:pt x="248" y="180"/>
                </a:cubicBezTo>
                <a:cubicBezTo>
                  <a:pt x="248" y="193"/>
                  <a:pt x="237" y="204"/>
                  <a:pt x="224" y="204"/>
                </a:cubicBezTo>
                <a:cubicBezTo>
                  <a:pt x="211" y="204"/>
                  <a:pt x="200" y="193"/>
                  <a:pt x="200" y="180"/>
                </a:cubicBezTo>
                <a:cubicBezTo>
                  <a:pt x="88" y="180"/>
                  <a:pt x="88" y="180"/>
                  <a:pt x="88" y="180"/>
                </a:cubicBezTo>
                <a:cubicBezTo>
                  <a:pt x="88" y="193"/>
                  <a:pt x="77" y="204"/>
                  <a:pt x="64" y="204"/>
                </a:cubicBezTo>
                <a:cubicBezTo>
                  <a:pt x="51" y="204"/>
                  <a:pt x="40" y="193"/>
                  <a:pt x="40" y="180"/>
                </a:cubicBezTo>
                <a:cubicBezTo>
                  <a:pt x="40" y="167"/>
                  <a:pt x="51" y="156"/>
                  <a:pt x="64" y="156"/>
                </a:cubicBezTo>
                <a:cubicBezTo>
                  <a:pt x="86" y="156"/>
                  <a:pt x="86" y="156"/>
                  <a:pt x="86" y="156"/>
                </a:cubicBezTo>
                <a:cubicBezTo>
                  <a:pt x="39" y="24"/>
                  <a:pt x="39" y="24"/>
                  <a:pt x="39" y="24"/>
                </a:cubicBezTo>
                <a:cubicBezTo>
                  <a:pt x="12" y="24"/>
                  <a:pt x="12" y="24"/>
                  <a:pt x="12" y="24"/>
                </a:cubicBezTo>
                <a:cubicBezTo>
                  <a:pt x="5" y="24"/>
                  <a:pt x="0" y="19"/>
                  <a:pt x="0" y="12"/>
                </a:cubicBezTo>
                <a:cubicBezTo>
                  <a:pt x="0" y="5"/>
                  <a:pt x="5" y="0"/>
                  <a:pt x="12" y="0"/>
                </a:cubicBezTo>
                <a:cubicBezTo>
                  <a:pt x="48" y="0"/>
                  <a:pt x="48" y="0"/>
                  <a:pt x="48" y="0"/>
                </a:cubicBezTo>
                <a:cubicBezTo>
                  <a:pt x="53" y="0"/>
                  <a:pt x="58" y="3"/>
                  <a:pt x="59" y="8"/>
                </a:cubicBezTo>
                <a:cubicBezTo>
                  <a:pt x="59" y="8"/>
                  <a:pt x="59" y="8"/>
                  <a:pt x="59" y="8"/>
                </a:cubicBezTo>
                <a:cubicBezTo>
                  <a:pt x="66" y="28"/>
                  <a:pt x="66" y="28"/>
                  <a:pt x="66" y="28"/>
                </a:cubicBezTo>
                <a:cubicBezTo>
                  <a:pt x="244" y="28"/>
                  <a:pt x="244" y="28"/>
                  <a:pt x="244" y="28"/>
                </a:cubicBezTo>
                <a:cubicBezTo>
                  <a:pt x="251" y="28"/>
                  <a:pt x="256" y="33"/>
                  <a:pt x="256" y="40"/>
                </a:cubicBezTo>
                <a:cubicBezTo>
                  <a:pt x="256" y="42"/>
                  <a:pt x="256" y="43"/>
                  <a:pt x="255" y="45"/>
                </a:cubicBezTo>
                <a:moveTo>
                  <a:pt x="75" y="52"/>
                </a:moveTo>
                <a:cubicBezTo>
                  <a:pt x="97" y="115"/>
                  <a:pt x="97" y="115"/>
                  <a:pt x="97" y="115"/>
                </a:cubicBezTo>
                <a:cubicBezTo>
                  <a:pt x="200" y="109"/>
                  <a:pt x="200" y="109"/>
                  <a:pt x="200" y="109"/>
                </a:cubicBezTo>
                <a:cubicBezTo>
                  <a:pt x="225" y="52"/>
                  <a:pt x="225" y="52"/>
                  <a:pt x="225" y="52"/>
                </a:cubicBezTo>
                <a:lnTo>
                  <a:pt x="75" y="52"/>
                </a:lnTo>
                <a:close/>
              </a:path>
            </a:pathLst>
          </a:custGeom>
          <a:solidFill>
            <a:schemeClr val="accent4"/>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21" name="Google Shape;4321;p149"/>
          <p:cNvSpPr/>
          <p:nvPr/>
        </p:nvSpPr>
        <p:spPr>
          <a:xfrm>
            <a:off x="1720764" y="2046756"/>
            <a:ext cx="408296" cy="408296"/>
          </a:xfrm>
          <a:custGeom>
            <a:avLst/>
            <a:gdLst/>
            <a:ahLst/>
            <a:cxnLst/>
            <a:rect l="l" t="t" r="r" b="b"/>
            <a:pathLst>
              <a:path w="123" h="123" extrusionOk="0">
                <a:moveTo>
                  <a:pt x="96" y="0"/>
                </a:moveTo>
                <a:cubicBezTo>
                  <a:pt x="88" y="0"/>
                  <a:pt x="82" y="5"/>
                  <a:pt x="77" y="14"/>
                </a:cubicBezTo>
                <a:cubicBezTo>
                  <a:pt x="77" y="14"/>
                  <a:pt x="77" y="14"/>
                  <a:pt x="77" y="14"/>
                </a:cubicBezTo>
                <a:cubicBezTo>
                  <a:pt x="71" y="26"/>
                  <a:pt x="61" y="34"/>
                  <a:pt x="51" y="34"/>
                </a:cubicBezTo>
                <a:cubicBezTo>
                  <a:pt x="15" y="34"/>
                  <a:pt x="15" y="34"/>
                  <a:pt x="15" y="34"/>
                </a:cubicBezTo>
                <a:cubicBezTo>
                  <a:pt x="7" y="34"/>
                  <a:pt x="0" y="43"/>
                  <a:pt x="0" y="54"/>
                </a:cubicBezTo>
                <a:cubicBezTo>
                  <a:pt x="0" y="64"/>
                  <a:pt x="7" y="73"/>
                  <a:pt x="15" y="73"/>
                </a:cubicBezTo>
                <a:cubicBezTo>
                  <a:pt x="20" y="73"/>
                  <a:pt x="23" y="76"/>
                  <a:pt x="23" y="80"/>
                </a:cubicBezTo>
                <a:cubicBezTo>
                  <a:pt x="23" y="115"/>
                  <a:pt x="23" y="115"/>
                  <a:pt x="23" y="115"/>
                </a:cubicBezTo>
                <a:cubicBezTo>
                  <a:pt x="23" y="119"/>
                  <a:pt x="26" y="123"/>
                  <a:pt x="31" y="123"/>
                </a:cubicBezTo>
                <a:cubicBezTo>
                  <a:pt x="46" y="123"/>
                  <a:pt x="46" y="123"/>
                  <a:pt x="46" y="123"/>
                </a:cubicBezTo>
                <a:cubicBezTo>
                  <a:pt x="50" y="123"/>
                  <a:pt x="54" y="119"/>
                  <a:pt x="54" y="115"/>
                </a:cubicBezTo>
                <a:cubicBezTo>
                  <a:pt x="54" y="111"/>
                  <a:pt x="54" y="111"/>
                  <a:pt x="54" y="111"/>
                </a:cubicBezTo>
                <a:cubicBezTo>
                  <a:pt x="54" y="107"/>
                  <a:pt x="50" y="106"/>
                  <a:pt x="50" y="103"/>
                </a:cubicBezTo>
                <a:cubicBezTo>
                  <a:pt x="50" y="77"/>
                  <a:pt x="50" y="77"/>
                  <a:pt x="50" y="77"/>
                </a:cubicBezTo>
                <a:cubicBezTo>
                  <a:pt x="50" y="76"/>
                  <a:pt x="50" y="76"/>
                  <a:pt x="50" y="76"/>
                </a:cubicBezTo>
                <a:cubicBezTo>
                  <a:pt x="50" y="76"/>
                  <a:pt x="50" y="75"/>
                  <a:pt x="50" y="75"/>
                </a:cubicBezTo>
                <a:cubicBezTo>
                  <a:pt x="50" y="75"/>
                  <a:pt x="51" y="75"/>
                  <a:pt x="51" y="74"/>
                </a:cubicBezTo>
                <a:cubicBezTo>
                  <a:pt x="51" y="74"/>
                  <a:pt x="51" y="74"/>
                  <a:pt x="52" y="73"/>
                </a:cubicBezTo>
                <a:cubicBezTo>
                  <a:pt x="52" y="73"/>
                  <a:pt x="52" y="73"/>
                  <a:pt x="52" y="73"/>
                </a:cubicBezTo>
                <a:cubicBezTo>
                  <a:pt x="52" y="73"/>
                  <a:pt x="52" y="73"/>
                  <a:pt x="52" y="73"/>
                </a:cubicBezTo>
                <a:cubicBezTo>
                  <a:pt x="52" y="73"/>
                  <a:pt x="53" y="73"/>
                  <a:pt x="53" y="73"/>
                </a:cubicBezTo>
                <a:cubicBezTo>
                  <a:pt x="63" y="74"/>
                  <a:pt x="71" y="82"/>
                  <a:pt x="77" y="94"/>
                </a:cubicBezTo>
                <a:cubicBezTo>
                  <a:pt x="77" y="94"/>
                  <a:pt x="77" y="94"/>
                  <a:pt x="77" y="94"/>
                </a:cubicBezTo>
                <a:cubicBezTo>
                  <a:pt x="82" y="102"/>
                  <a:pt x="88" y="107"/>
                  <a:pt x="96" y="107"/>
                </a:cubicBezTo>
                <a:cubicBezTo>
                  <a:pt x="114" y="107"/>
                  <a:pt x="123" y="80"/>
                  <a:pt x="123" y="54"/>
                </a:cubicBezTo>
                <a:cubicBezTo>
                  <a:pt x="123" y="27"/>
                  <a:pt x="114" y="0"/>
                  <a:pt x="96" y="0"/>
                </a:cubicBezTo>
                <a:close/>
                <a:moveTo>
                  <a:pt x="77" y="54"/>
                </a:moveTo>
                <a:cubicBezTo>
                  <a:pt x="77" y="50"/>
                  <a:pt x="77" y="46"/>
                  <a:pt x="77" y="42"/>
                </a:cubicBezTo>
                <a:cubicBezTo>
                  <a:pt x="88" y="42"/>
                  <a:pt x="88" y="42"/>
                  <a:pt x="88" y="42"/>
                </a:cubicBezTo>
                <a:cubicBezTo>
                  <a:pt x="92" y="42"/>
                  <a:pt x="96" y="47"/>
                  <a:pt x="96" y="54"/>
                </a:cubicBezTo>
                <a:cubicBezTo>
                  <a:pt x="96" y="60"/>
                  <a:pt x="92" y="65"/>
                  <a:pt x="88" y="65"/>
                </a:cubicBezTo>
                <a:cubicBezTo>
                  <a:pt x="77" y="65"/>
                  <a:pt x="77" y="65"/>
                  <a:pt x="77" y="65"/>
                </a:cubicBezTo>
                <a:cubicBezTo>
                  <a:pt x="77" y="61"/>
                  <a:pt x="77" y="58"/>
                  <a:pt x="77" y="54"/>
                </a:cubicBezTo>
                <a:close/>
                <a:moveTo>
                  <a:pt x="8" y="54"/>
                </a:moveTo>
                <a:cubicBezTo>
                  <a:pt x="8" y="47"/>
                  <a:pt x="11" y="42"/>
                  <a:pt x="15" y="42"/>
                </a:cubicBezTo>
                <a:cubicBezTo>
                  <a:pt x="42" y="42"/>
                  <a:pt x="42" y="42"/>
                  <a:pt x="42" y="42"/>
                </a:cubicBezTo>
                <a:cubicBezTo>
                  <a:pt x="40" y="45"/>
                  <a:pt x="38" y="49"/>
                  <a:pt x="38" y="54"/>
                </a:cubicBezTo>
                <a:cubicBezTo>
                  <a:pt x="38" y="58"/>
                  <a:pt x="40" y="62"/>
                  <a:pt x="42" y="65"/>
                </a:cubicBezTo>
                <a:cubicBezTo>
                  <a:pt x="15" y="65"/>
                  <a:pt x="15" y="65"/>
                  <a:pt x="15" y="65"/>
                </a:cubicBezTo>
                <a:cubicBezTo>
                  <a:pt x="11" y="65"/>
                  <a:pt x="8" y="60"/>
                  <a:pt x="8" y="54"/>
                </a:cubicBezTo>
                <a:close/>
                <a:moveTo>
                  <a:pt x="46" y="115"/>
                </a:moveTo>
                <a:cubicBezTo>
                  <a:pt x="31" y="115"/>
                  <a:pt x="31" y="115"/>
                  <a:pt x="31" y="115"/>
                </a:cubicBezTo>
                <a:cubicBezTo>
                  <a:pt x="31" y="80"/>
                  <a:pt x="31" y="80"/>
                  <a:pt x="31" y="80"/>
                </a:cubicBezTo>
                <a:cubicBezTo>
                  <a:pt x="31" y="78"/>
                  <a:pt x="30" y="75"/>
                  <a:pt x="29" y="73"/>
                </a:cubicBezTo>
                <a:cubicBezTo>
                  <a:pt x="31" y="73"/>
                  <a:pt x="31" y="73"/>
                  <a:pt x="31" y="73"/>
                </a:cubicBezTo>
                <a:cubicBezTo>
                  <a:pt x="31" y="73"/>
                  <a:pt x="31" y="73"/>
                  <a:pt x="31" y="73"/>
                </a:cubicBezTo>
                <a:cubicBezTo>
                  <a:pt x="43" y="73"/>
                  <a:pt x="43" y="73"/>
                  <a:pt x="43" y="73"/>
                </a:cubicBezTo>
                <a:cubicBezTo>
                  <a:pt x="42" y="74"/>
                  <a:pt x="42" y="75"/>
                  <a:pt x="42" y="77"/>
                </a:cubicBezTo>
                <a:cubicBezTo>
                  <a:pt x="42" y="103"/>
                  <a:pt x="42" y="103"/>
                  <a:pt x="42" y="103"/>
                </a:cubicBezTo>
                <a:cubicBezTo>
                  <a:pt x="42" y="107"/>
                  <a:pt x="44" y="110"/>
                  <a:pt x="46" y="111"/>
                </a:cubicBezTo>
                <a:cubicBezTo>
                  <a:pt x="46" y="111"/>
                  <a:pt x="46" y="111"/>
                  <a:pt x="46" y="112"/>
                </a:cubicBezTo>
                <a:lnTo>
                  <a:pt x="46" y="115"/>
                </a:lnTo>
                <a:close/>
                <a:moveTo>
                  <a:pt x="51" y="65"/>
                </a:moveTo>
                <a:cubicBezTo>
                  <a:pt x="50" y="65"/>
                  <a:pt x="50" y="65"/>
                  <a:pt x="50" y="65"/>
                </a:cubicBezTo>
                <a:cubicBezTo>
                  <a:pt x="50" y="65"/>
                  <a:pt x="50" y="65"/>
                  <a:pt x="50" y="65"/>
                </a:cubicBezTo>
                <a:cubicBezTo>
                  <a:pt x="46" y="65"/>
                  <a:pt x="42" y="60"/>
                  <a:pt x="42" y="54"/>
                </a:cubicBezTo>
                <a:cubicBezTo>
                  <a:pt x="42" y="47"/>
                  <a:pt x="46" y="42"/>
                  <a:pt x="50" y="42"/>
                </a:cubicBezTo>
                <a:cubicBezTo>
                  <a:pt x="51" y="42"/>
                  <a:pt x="51" y="42"/>
                  <a:pt x="51" y="42"/>
                </a:cubicBezTo>
                <a:cubicBezTo>
                  <a:pt x="58" y="42"/>
                  <a:pt x="65" y="39"/>
                  <a:pt x="71" y="34"/>
                </a:cubicBezTo>
                <a:cubicBezTo>
                  <a:pt x="70" y="40"/>
                  <a:pt x="69" y="47"/>
                  <a:pt x="69" y="54"/>
                </a:cubicBezTo>
                <a:cubicBezTo>
                  <a:pt x="69" y="60"/>
                  <a:pt x="70" y="67"/>
                  <a:pt x="71" y="73"/>
                </a:cubicBezTo>
                <a:cubicBezTo>
                  <a:pt x="65" y="68"/>
                  <a:pt x="58" y="65"/>
                  <a:pt x="51" y="65"/>
                </a:cubicBezTo>
                <a:close/>
                <a:moveTo>
                  <a:pt x="96" y="100"/>
                </a:moveTo>
                <a:cubicBezTo>
                  <a:pt x="88" y="100"/>
                  <a:pt x="82" y="89"/>
                  <a:pt x="79" y="73"/>
                </a:cubicBezTo>
                <a:cubicBezTo>
                  <a:pt x="88" y="73"/>
                  <a:pt x="88" y="73"/>
                  <a:pt x="88" y="73"/>
                </a:cubicBezTo>
                <a:cubicBezTo>
                  <a:pt x="97" y="73"/>
                  <a:pt x="104" y="64"/>
                  <a:pt x="104" y="54"/>
                </a:cubicBezTo>
                <a:cubicBezTo>
                  <a:pt x="104" y="43"/>
                  <a:pt x="97" y="34"/>
                  <a:pt x="88" y="34"/>
                </a:cubicBezTo>
                <a:cubicBezTo>
                  <a:pt x="79" y="34"/>
                  <a:pt x="79" y="34"/>
                  <a:pt x="79" y="34"/>
                </a:cubicBezTo>
                <a:cubicBezTo>
                  <a:pt x="82" y="19"/>
                  <a:pt x="88" y="8"/>
                  <a:pt x="96" y="8"/>
                </a:cubicBezTo>
                <a:cubicBezTo>
                  <a:pt x="107" y="8"/>
                  <a:pt x="115" y="28"/>
                  <a:pt x="115" y="54"/>
                </a:cubicBezTo>
                <a:cubicBezTo>
                  <a:pt x="115" y="79"/>
                  <a:pt x="107" y="100"/>
                  <a:pt x="96" y="100"/>
                </a:cubicBezTo>
                <a:close/>
                <a:moveTo>
                  <a:pt x="96" y="100"/>
                </a:moveTo>
                <a:cubicBezTo>
                  <a:pt x="96" y="100"/>
                  <a:pt x="96" y="100"/>
                  <a:pt x="96" y="100"/>
                </a:cubicBezTo>
              </a:path>
            </a:pathLst>
          </a:custGeom>
          <a:solidFill>
            <a:schemeClr val="accent1"/>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nvGrpSpPr>
          <p:cNvPr id="4322" name="Google Shape;4322;p149"/>
          <p:cNvGrpSpPr/>
          <p:nvPr/>
        </p:nvGrpSpPr>
        <p:grpSpPr>
          <a:xfrm>
            <a:off x="4466474" y="1967197"/>
            <a:ext cx="367876" cy="535307"/>
            <a:chOff x="4075113" y="1909763"/>
            <a:chExt cx="247650" cy="360363"/>
          </a:xfrm>
        </p:grpSpPr>
        <p:sp>
          <p:nvSpPr>
            <p:cNvPr id="4323" name="Google Shape;4323;p149"/>
            <p:cNvSpPr/>
            <p:nvPr/>
          </p:nvSpPr>
          <p:spPr>
            <a:xfrm>
              <a:off x="4075113" y="1909763"/>
              <a:ext cx="247650" cy="360363"/>
            </a:xfrm>
            <a:custGeom>
              <a:avLst/>
              <a:gdLst/>
              <a:ahLst/>
              <a:cxnLst/>
              <a:rect l="l" t="t" r="r" b="b"/>
              <a:pathLst>
                <a:path w="85" h="123" extrusionOk="0">
                  <a:moveTo>
                    <a:pt x="42" y="0"/>
                  </a:moveTo>
                  <a:cubicBezTo>
                    <a:pt x="19" y="0"/>
                    <a:pt x="0" y="19"/>
                    <a:pt x="0" y="42"/>
                  </a:cubicBezTo>
                  <a:cubicBezTo>
                    <a:pt x="0" y="57"/>
                    <a:pt x="14" y="74"/>
                    <a:pt x="19" y="88"/>
                  </a:cubicBezTo>
                  <a:cubicBezTo>
                    <a:pt x="27" y="110"/>
                    <a:pt x="26" y="123"/>
                    <a:pt x="42" y="123"/>
                  </a:cubicBezTo>
                  <a:cubicBezTo>
                    <a:pt x="59" y="123"/>
                    <a:pt x="58" y="110"/>
                    <a:pt x="65" y="88"/>
                  </a:cubicBezTo>
                  <a:cubicBezTo>
                    <a:pt x="70" y="74"/>
                    <a:pt x="85" y="57"/>
                    <a:pt x="85" y="42"/>
                  </a:cubicBezTo>
                  <a:cubicBezTo>
                    <a:pt x="85" y="19"/>
                    <a:pt x="66" y="0"/>
                    <a:pt x="42" y="0"/>
                  </a:cubicBezTo>
                  <a:close/>
                  <a:moveTo>
                    <a:pt x="52" y="104"/>
                  </a:moveTo>
                  <a:cubicBezTo>
                    <a:pt x="33" y="106"/>
                    <a:pt x="33" y="106"/>
                    <a:pt x="33" y="106"/>
                  </a:cubicBezTo>
                  <a:cubicBezTo>
                    <a:pt x="33" y="104"/>
                    <a:pt x="32" y="102"/>
                    <a:pt x="31" y="99"/>
                  </a:cubicBezTo>
                  <a:cubicBezTo>
                    <a:pt x="31" y="99"/>
                    <a:pt x="31" y="99"/>
                    <a:pt x="31" y="99"/>
                  </a:cubicBezTo>
                  <a:cubicBezTo>
                    <a:pt x="55" y="96"/>
                    <a:pt x="55" y="96"/>
                    <a:pt x="55" y="96"/>
                  </a:cubicBezTo>
                  <a:cubicBezTo>
                    <a:pt x="54" y="97"/>
                    <a:pt x="54" y="98"/>
                    <a:pt x="54" y="99"/>
                  </a:cubicBezTo>
                  <a:cubicBezTo>
                    <a:pt x="53" y="101"/>
                    <a:pt x="53" y="103"/>
                    <a:pt x="52" y="104"/>
                  </a:cubicBezTo>
                  <a:close/>
                  <a:moveTo>
                    <a:pt x="30" y="95"/>
                  </a:moveTo>
                  <a:cubicBezTo>
                    <a:pt x="29" y="93"/>
                    <a:pt x="28" y="91"/>
                    <a:pt x="27" y="88"/>
                  </a:cubicBezTo>
                  <a:cubicBezTo>
                    <a:pt x="57" y="88"/>
                    <a:pt x="57" y="88"/>
                    <a:pt x="57" y="88"/>
                  </a:cubicBezTo>
                  <a:cubicBezTo>
                    <a:pt x="57" y="89"/>
                    <a:pt x="56" y="91"/>
                    <a:pt x="56" y="92"/>
                  </a:cubicBezTo>
                  <a:lnTo>
                    <a:pt x="30" y="95"/>
                  </a:lnTo>
                  <a:close/>
                  <a:moveTo>
                    <a:pt x="42" y="115"/>
                  </a:moveTo>
                  <a:cubicBezTo>
                    <a:pt x="38" y="115"/>
                    <a:pt x="37" y="114"/>
                    <a:pt x="35" y="110"/>
                  </a:cubicBezTo>
                  <a:cubicBezTo>
                    <a:pt x="51" y="108"/>
                    <a:pt x="51" y="108"/>
                    <a:pt x="51" y="108"/>
                  </a:cubicBezTo>
                  <a:cubicBezTo>
                    <a:pt x="49" y="114"/>
                    <a:pt x="47" y="115"/>
                    <a:pt x="42" y="115"/>
                  </a:cubicBezTo>
                  <a:close/>
                  <a:moveTo>
                    <a:pt x="60" y="80"/>
                  </a:moveTo>
                  <a:cubicBezTo>
                    <a:pt x="24" y="80"/>
                    <a:pt x="24" y="80"/>
                    <a:pt x="24" y="80"/>
                  </a:cubicBezTo>
                  <a:cubicBezTo>
                    <a:pt x="23" y="76"/>
                    <a:pt x="20" y="72"/>
                    <a:pt x="18" y="68"/>
                  </a:cubicBezTo>
                  <a:cubicBezTo>
                    <a:pt x="13" y="59"/>
                    <a:pt x="8" y="50"/>
                    <a:pt x="8" y="42"/>
                  </a:cubicBezTo>
                  <a:cubicBezTo>
                    <a:pt x="8" y="23"/>
                    <a:pt x="23" y="8"/>
                    <a:pt x="42" y="8"/>
                  </a:cubicBezTo>
                  <a:cubicBezTo>
                    <a:pt x="61" y="8"/>
                    <a:pt x="77" y="23"/>
                    <a:pt x="77" y="42"/>
                  </a:cubicBezTo>
                  <a:cubicBezTo>
                    <a:pt x="77" y="50"/>
                    <a:pt x="72" y="59"/>
                    <a:pt x="67" y="68"/>
                  </a:cubicBezTo>
                  <a:cubicBezTo>
                    <a:pt x="64" y="72"/>
                    <a:pt x="62" y="76"/>
                    <a:pt x="60" y="80"/>
                  </a:cubicBezTo>
                  <a:close/>
                  <a:moveTo>
                    <a:pt x="60" y="80"/>
                  </a:moveTo>
                  <a:cubicBezTo>
                    <a:pt x="60" y="80"/>
                    <a:pt x="60" y="80"/>
                    <a:pt x="60" y="80"/>
                  </a:cubicBezTo>
                </a:path>
              </a:pathLst>
            </a:custGeom>
            <a:solidFill>
              <a:schemeClr val="accent2"/>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sp>
          <p:nvSpPr>
            <p:cNvPr id="4324" name="Google Shape;4324;p149"/>
            <p:cNvSpPr/>
            <p:nvPr/>
          </p:nvSpPr>
          <p:spPr>
            <a:xfrm>
              <a:off x="4130675" y="1965326"/>
              <a:ext cx="73025" cy="73025"/>
            </a:xfrm>
            <a:custGeom>
              <a:avLst/>
              <a:gdLst/>
              <a:ahLst/>
              <a:cxnLst/>
              <a:rect l="l" t="t" r="r" b="b"/>
              <a:pathLst>
                <a:path w="25" h="25" extrusionOk="0">
                  <a:moveTo>
                    <a:pt x="23" y="0"/>
                  </a:moveTo>
                  <a:cubicBezTo>
                    <a:pt x="11" y="0"/>
                    <a:pt x="0" y="10"/>
                    <a:pt x="0" y="23"/>
                  </a:cubicBezTo>
                  <a:cubicBezTo>
                    <a:pt x="0" y="24"/>
                    <a:pt x="1" y="25"/>
                    <a:pt x="2" y="25"/>
                  </a:cubicBezTo>
                  <a:cubicBezTo>
                    <a:pt x="3" y="25"/>
                    <a:pt x="4" y="24"/>
                    <a:pt x="4" y="23"/>
                  </a:cubicBezTo>
                  <a:cubicBezTo>
                    <a:pt x="4" y="12"/>
                    <a:pt x="13" y="4"/>
                    <a:pt x="23" y="4"/>
                  </a:cubicBezTo>
                  <a:cubicBezTo>
                    <a:pt x="24" y="4"/>
                    <a:pt x="25" y="3"/>
                    <a:pt x="25" y="2"/>
                  </a:cubicBezTo>
                  <a:cubicBezTo>
                    <a:pt x="25" y="1"/>
                    <a:pt x="24" y="0"/>
                    <a:pt x="23" y="0"/>
                  </a:cubicBezTo>
                  <a:close/>
                  <a:moveTo>
                    <a:pt x="23" y="0"/>
                  </a:moveTo>
                  <a:cubicBezTo>
                    <a:pt x="23" y="0"/>
                    <a:pt x="23" y="0"/>
                    <a:pt x="23" y="0"/>
                  </a:cubicBezTo>
                </a:path>
              </a:pathLst>
            </a:custGeom>
            <a:solidFill>
              <a:schemeClr val="accent2"/>
            </a:solidFill>
            <a:ln>
              <a:noFill/>
            </a:ln>
          </p:spPr>
          <p:txBody>
            <a:bodyPr spcFirstLastPara="1" wrap="square" lIns="121900" tIns="60933" rIns="121900" bIns="60933" anchor="t" anchorCtr="0">
              <a:noAutofit/>
            </a:bodyPr>
            <a:lstStyle/>
            <a:p>
              <a:endParaRPr sz="24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32"/>
        <p:cNvGrpSpPr/>
        <p:nvPr/>
      </p:nvGrpSpPr>
      <p:grpSpPr>
        <a:xfrm>
          <a:off x="0" y="0"/>
          <a:ext cx="0" cy="0"/>
          <a:chOff x="0" y="0"/>
          <a:chExt cx="0" cy="0"/>
        </a:xfrm>
      </p:grpSpPr>
      <p:sp>
        <p:nvSpPr>
          <p:cNvPr id="18533" name="Google Shape;18533;p2201"/>
          <p:cNvSpPr txBox="1">
            <a:spLocks noGrp="1"/>
          </p:cNvSpPr>
          <p:nvPr>
            <p:ph type="title"/>
          </p:nvPr>
        </p:nvSpPr>
        <p:spPr>
          <a:xfrm>
            <a:off x="332271" y="324001"/>
            <a:ext cx="8481600" cy="1040400"/>
          </a:xfrm>
          <a:prstGeom prst="rect">
            <a:avLst/>
          </a:prstGeom>
          <a:noFill/>
          <a:ln>
            <a:noFill/>
          </a:ln>
        </p:spPr>
        <p:txBody>
          <a:bodyPr spcFirstLastPara="1" wrap="square" lIns="121900" tIns="60933" rIns="121900" bIns="60933" anchor="ctr" anchorCtr="0">
            <a:noAutofit/>
          </a:bodyPr>
          <a:lstStyle/>
          <a:p>
            <a:pPr>
              <a:buClr>
                <a:schemeClr val="lt1"/>
              </a:buClr>
              <a:buSzPts val="2700"/>
            </a:pPr>
            <a:r>
              <a:rPr lang="en" sz="1467">
                <a:solidFill>
                  <a:schemeClr val="lt1"/>
                </a:solidFill>
              </a:rPr>
              <a:t>Roadmap Arrow Concept</a:t>
            </a:r>
            <a:endParaRPr sz="1467"/>
          </a:p>
        </p:txBody>
      </p:sp>
      <p:grpSp>
        <p:nvGrpSpPr>
          <p:cNvPr id="18534" name="Google Shape;18534;p2201"/>
          <p:cNvGrpSpPr/>
          <p:nvPr/>
        </p:nvGrpSpPr>
        <p:grpSpPr>
          <a:xfrm rot="-1381867">
            <a:off x="1043750" y="2989906"/>
            <a:ext cx="10209807" cy="1144921"/>
            <a:chOff x="986430" y="3215934"/>
            <a:chExt cx="10207136" cy="1144903"/>
          </a:xfrm>
        </p:grpSpPr>
        <p:sp>
          <p:nvSpPr>
            <p:cNvPr id="18535" name="Google Shape;18535;p2201"/>
            <p:cNvSpPr/>
            <p:nvPr/>
          </p:nvSpPr>
          <p:spPr>
            <a:xfrm>
              <a:off x="7771529"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36" name="Google Shape;18536;p2201"/>
            <p:cNvSpPr/>
            <p:nvPr/>
          </p:nvSpPr>
          <p:spPr>
            <a:xfrm>
              <a:off x="8761971"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37" name="Google Shape;18537;p2201"/>
            <p:cNvSpPr/>
            <p:nvPr/>
          </p:nvSpPr>
          <p:spPr>
            <a:xfrm>
              <a:off x="986430" y="3490894"/>
              <a:ext cx="598200" cy="5982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38" name="Google Shape;18538;p2201"/>
            <p:cNvSpPr/>
            <p:nvPr/>
          </p:nvSpPr>
          <p:spPr>
            <a:xfrm>
              <a:off x="1129131" y="3637591"/>
              <a:ext cx="2057400" cy="304800"/>
            </a:xfrm>
            <a:prstGeom prst="roundRect">
              <a:avLst>
                <a:gd name="adj" fmla="val 50000"/>
              </a:avLst>
            </a:prstGeom>
            <a:solidFill>
              <a:schemeClr val="dk2">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39" name="Google Shape;18539;p2201"/>
            <p:cNvSpPr/>
            <p:nvPr/>
          </p:nvSpPr>
          <p:spPr>
            <a:xfrm>
              <a:off x="2785421"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0" name="Google Shape;18540;p2201"/>
            <p:cNvSpPr/>
            <p:nvPr/>
          </p:nvSpPr>
          <p:spPr>
            <a:xfrm>
              <a:off x="2874092" y="3637591"/>
              <a:ext cx="1671000" cy="304800"/>
            </a:xfrm>
            <a:prstGeom prst="roundRect">
              <a:avLst>
                <a:gd name="adj" fmla="val 50000"/>
              </a:avLst>
            </a:prstGeom>
            <a:solidFill>
              <a:schemeClr val="lt2">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1" name="Google Shape;18541;p2201"/>
            <p:cNvSpPr/>
            <p:nvPr/>
          </p:nvSpPr>
          <p:spPr>
            <a:xfrm>
              <a:off x="4142779"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2" name="Google Shape;18542;p2201"/>
            <p:cNvSpPr/>
            <p:nvPr/>
          </p:nvSpPr>
          <p:spPr>
            <a:xfrm>
              <a:off x="4241873" y="3637961"/>
              <a:ext cx="1614900" cy="304800"/>
            </a:xfrm>
            <a:prstGeom prst="roundRect">
              <a:avLst>
                <a:gd name="adj" fmla="val 50000"/>
              </a:avLst>
            </a:prstGeom>
            <a:solidFill>
              <a:schemeClr val="accent1">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3" name="Google Shape;18543;p2201"/>
            <p:cNvSpPr/>
            <p:nvPr/>
          </p:nvSpPr>
          <p:spPr>
            <a:xfrm>
              <a:off x="5461105"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4" name="Google Shape;18544;p2201"/>
            <p:cNvSpPr/>
            <p:nvPr/>
          </p:nvSpPr>
          <p:spPr>
            <a:xfrm>
              <a:off x="5555578" y="3637591"/>
              <a:ext cx="1536000" cy="304800"/>
            </a:xfrm>
            <a:prstGeom prst="roundRect">
              <a:avLst>
                <a:gd name="adj" fmla="val 50000"/>
              </a:avLst>
            </a:prstGeom>
            <a:solidFill>
              <a:schemeClr val="accent2">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5" name="Google Shape;18545;p2201"/>
            <p:cNvSpPr/>
            <p:nvPr/>
          </p:nvSpPr>
          <p:spPr>
            <a:xfrm>
              <a:off x="6685872"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6" name="Google Shape;18546;p2201"/>
            <p:cNvSpPr/>
            <p:nvPr/>
          </p:nvSpPr>
          <p:spPr>
            <a:xfrm>
              <a:off x="6783248" y="3637591"/>
              <a:ext cx="1386900" cy="304800"/>
            </a:xfrm>
            <a:prstGeom prst="roundRect">
              <a:avLst>
                <a:gd name="adj" fmla="val 50000"/>
              </a:avLst>
            </a:prstGeom>
            <a:solidFill>
              <a:schemeClr val="accent3">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7" name="Google Shape;18547;p2201"/>
            <p:cNvSpPr/>
            <p:nvPr/>
          </p:nvSpPr>
          <p:spPr>
            <a:xfrm>
              <a:off x="7864642" y="3637591"/>
              <a:ext cx="1301700" cy="304800"/>
            </a:xfrm>
            <a:prstGeom prst="roundRect">
              <a:avLst>
                <a:gd name="adj" fmla="val 50000"/>
              </a:avLst>
            </a:prstGeom>
            <a:solidFill>
              <a:schemeClr val="accent4">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8" name="Google Shape;18548;p2201"/>
            <p:cNvSpPr/>
            <p:nvPr/>
          </p:nvSpPr>
          <p:spPr>
            <a:xfrm>
              <a:off x="9694156" y="3544332"/>
              <a:ext cx="491400" cy="491400"/>
            </a:xfrm>
            <a:prstGeom prst="ellipse">
              <a:avLst/>
            </a:prstGeom>
            <a:solidFill>
              <a:schemeClr val="dk1">
                <a:alpha val="149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49" name="Google Shape;18549;p2201"/>
            <p:cNvSpPr/>
            <p:nvPr/>
          </p:nvSpPr>
          <p:spPr>
            <a:xfrm>
              <a:off x="9785358" y="3637591"/>
              <a:ext cx="1306500" cy="304800"/>
            </a:xfrm>
            <a:prstGeom prst="roundRect">
              <a:avLst>
                <a:gd name="adj" fmla="val 50000"/>
              </a:avLst>
            </a:prstGeom>
            <a:solidFill>
              <a:srgbClr val="999999"/>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0" name="Google Shape;18550;p2201"/>
            <p:cNvSpPr/>
            <p:nvPr/>
          </p:nvSpPr>
          <p:spPr>
            <a:xfrm>
              <a:off x="8862250" y="3637591"/>
              <a:ext cx="1228800" cy="304800"/>
            </a:xfrm>
            <a:prstGeom prst="roundRect">
              <a:avLst>
                <a:gd name="adj" fmla="val 50000"/>
              </a:avLst>
            </a:prstGeom>
            <a:solidFill>
              <a:schemeClr val="accent5">
                <a:alpha val="6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1" name="Google Shape;18551;p2201"/>
            <p:cNvSpPr/>
            <p:nvPr/>
          </p:nvSpPr>
          <p:spPr>
            <a:xfrm rot="2700000">
              <a:off x="10395281" y="3457374"/>
              <a:ext cx="809072" cy="304622"/>
            </a:xfrm>
            <a:prstGeom prst="roundRect">
              <a:avLst>
                <a:gd name="adj" fmla="val 50000"/>
              </a:avLst>
            </a:prstGeom>
            <a:solidFill>
              <a:srgbClr val="999999"/>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2" name="Google Shape;18552;p2201"/>
            <p:cNvSpPr/>
            <p:nvPr/>
          </p:nvSpPr>
          <p:spPr>
            <a:xfrm rot="-2700000" flipH="1">
              <a:off x="10395190" y="3814777"/>
              <a:ext cx="809072" cy="304622"/>
            </a:xfrm>
            <a:prstGeom prst="roundRect">
              <a:avLst>
                <a:gd name="adj" fmla="val 50000"/>
              </a:avLst>
            </a:prstGeom>
            <a:solidFill>
              <a:srgbClr val="999999"/>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3" name="Google Shape;18553;p2201"/>
            <p:cNvSpPr/>
            <p:nvPr/>
          </p:nvSpPr>
          <p:spPr>
            <a:xfrm rot="1274154">
              <a:off x="1124743" y="3626252"/>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4" name="Google Shape;18554;p2201"/>
            <p:cNvSpPr/>
            <p:nvPr/>
          </p:nvSpPr>
          <p:spPr>
            <a:xfrm rot="1274154">
              <a:off x="2877342" y="3640881"/>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5" name="Google Shape;18555;p2201"/>
            <p:cNvSpPr/>
            <p:nvPr/>
          </p:nvSpPr>
          <p:spPr>
            <a:xfrm rot="1274154">
              <a:off x="4240119" y="3636772"/>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6" name="Google Shape;18556;p2201"/>
            <p:cNvSpPr/>
            <p:nvPr/>
          </p:nvSpPr>
          <p:spPr>
            <a:xfrm rot="1274154">
              <a:off x="5552937" y="3634961"/>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7" name="Google Shape;18557;p2201"/>
            <p:cNvSpPr/>
            <p:nvPr/>
          </p:nvSpPr>
          <p:spPr>
            <a:xfrm rot="1274154">
              <a:off x="6783748" y="3637863"/>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8" name="Google Shape;18558;p2201"/>
            <p:cNvSpPr/>
            <p:nvPr/>
          </p:nvSpPr>
          <p:spPr>
            <a:xfrm rot="1274154">
              <a:off x="7865063" y="3637865"/>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59" name="Google Shape;18559;p2201"/>
            <p:cNvSpPr/>
            <p:nvPr/>
          </p:nvSpPr>
          <p:spPr>
            <a:xfrm rot="1274154">
              <a:off x="8860744" y="3637865"/>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60" name="Google Shape;18560;p2201"/>
            <p:cNvSpPr/>
            <p:nvPr/>
          </p:nvSpPr>
          <p:spPr>
            <a:xfrm rot="1274154">
              <a:off x="9786754" y="3637865"/>
              <a:ext cx="304797" cy="304797"/>
            </a:xfrm>
            <a:prstGeom prst="ellipse">
              <a:avLst/>
            </a:prstGeom>
            <a:solidFill>
              <a:schemeClr val="dk1">
                <a:alpha val="29800"/>
              </a:schemeClr>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grpSp>
      <p:grpSp>
        <p:nvGrpSpPr>
          <p:cNvPr id="18561" name="Google Shape;18561;p2201"/>
          <p:cNvGrpSpPr/>
          <p:nvPr/>
        </p:nvGrpSpPr>
        <p:grpSpPr>
          <a:xfrm>
            <a:off x="1476643" y="4151223"/>
            <a:ext cx="558131" cy="814317"/>
            <a:chOff x="1370011" y="4028768"/>
            <a:chExt cx="697430" cy="1017896"/>
          </a:xfrm>
        </p:grpSpPr>
        <p:sp>
          <p:nvSpPr>
            <p:cNvPr id="18562" name="Google Shape;18562;p2201"/>
            <p:cNvSpPr/>
            <p:nvPr/>
          </p:nvSpPr>
          <p:spPr>
            <a:xfrm>
              <a:off x="1370011" y="4028768"/>
              <a:ext cx="697430" cy="1017896"/>
            </a:xfrm>
            <a:custGeom>
              <a:avLst/>
              <a:gdLst/>
              <a:ahLst/>
              <a:cxnLst/>
              <a:rect l="l" t="t" r="r" b="b"/>
              <a:pathLst>
                <a:path w="638380" h="931713" extrusionOk="0">
                  <a:moveTo>
                    <a:pt x="24" y="319178"/>
                  </a:moveTo>
                  <a:cubicBezTo>
                    <a:pt x="2899" y="163902"/>
                    <a:pt x="142925" y="0"/>
                    <a:pt x="319202" y="0"/>
                  </a:cubicBezTo>
                  <a:cubicBezTo>
                    <a:pt x="495479" y="0"/>
                    <a:pt x="638380" y="142901"/>
                    <a:pt x="638380" y="319178"/>
                  </a:cubicBezTo>
                  <a:cubicBezTo>
                    <a:pt x="638380" y="495455"/>
                    <a:pt x="341661" y="937591"/>
                    <a:pt x="301950" y="931654"/>
                  </a:cubicBezTo>
                  <a:cubicBezTo>
                    <a:pt x="262239" y="925717"/>
                    <a:pt x="-2851" y="474454"/>
                    <a:pt x="24" y="319178"/>
                  </a:cubicBezTo>
                  <a:close/>
                </a:path>
              </a:pathLst>
            </a:custGeom>
            <a:solidFill>
              <a:schemeClr val="dk2"/>
            </a:solidFill>
            <a:ln>
              <a:noFill/>
            </a:ln>
          </p:spPr>
          <p:txBody>
            <a:bodyPr spcFirstLastPara="1" wrap="square" lIns="91433" tIns="45700" rIns="91433" bIns="45700" anchor="ctr" anchorCtr="0">
              <a:noAutofit/>
            </a:bodyPr>
            <a:lstStyle/>
            <a:p>
              <a:pPr algn="ctr"/>
              <a:endParaRPr sz="2400">
                <a:solidFill>
                  <a:schemeClr val="lt1"/>
                </a:solidFill>
                <a:latin typeface="Calibri"/>
                <a:ea typeface="Calibri"/>
                <a:cs typeface="Calibri"/>
                <a:sym typeface="Calibri"/>
              </a:endParaRPr>
            </a:p>
          </p:txBody>
        </p:sp>
        <p:sp>
          <p:nvSpPr>
            <p:cNvPr id="18563" name="Google Shape;18563;p2201"/>
            <p:cNvSpPr/>
            <p:nvPr/>
          </p:nvSpPr>
          <p:spPr>
            <a:xfrm>
              <a:off x="1462767" y="4120468"/>
              <a:ext cx="518400" cy="518400"/>
            </a:xfrm>
            <a:prstGeom prst="ellipse">
              <a:avLst/>
            </a:prstGeom>
            <a:solidFill>
              <a:schemeClr val="lt1"/>
            </a:solidFill>
            <a:ln>
              <a:noFill/>
            </a:ln>
          </p:spPr>
          <p:txBody>
            <a:bodyPr spcFirstLastPara="1" wrap="square" lIns="91433" tIns="45700" rIns="91433" bIns="45700" anchor="ctr" anchorCtr="0">
              <a:noAutofit/>
            </a:bodyPr>
            <a:lstStyle/>
            <a:p>
              <a:pPr algn="ctr"/>
              <a:r>
                <a:rPr lang="en" sz="2400">
                  <a:solidFill>
                    <a:srgbClr val="262626"/>
                  </a:solidFill>
                </a:rPr>
                <a:t>*</a:t>
              </a:r>
              <a:endParaRPr sz="1467"/>
            </a:p>
          </p:txBody>
        </p:sp>
      </p:grpSp>
      <p:sp>
        <p:nvSpPr>
          <p:cNvPr id="18564" name="Google Shape;18564;p2201"/>
          <p:cNvSpPr txBox="1"/>
          <p:nvPr/>
        </p:nvSpPr>
        <p:spPr>
          <a:xfrm>
            <a:off x="977383" y="5836300"/>
            <a:ext cx="1450400" cy="830956"/>
          </a:xfrm>
          <a:prstGeom prst="rect">
            <a:avLst/>
          </a:prstGeom>
          <a:noFill/>
          <a:ln>
            <a:noFill/>
          </a:ln>
        </p:spPr>
        <p:txBody>
          <a:bodyPr spcFirstLastPara="1" wrap="square" lIns="91433" tIns="45700" rIns="91433" bIns="45700" anchor="t" anchorCtr="0">
            <a:spAutoFit/>
          </a:bodyPr>
          <a:lstStyle/>
          <a:p>
            <a:pPr algn="r"/>
            <a:r>
              <a:rPr lang="en" sz="2400">
                <a:solidFill>
                  <a:srgbClr val="FFFFFF"/>
                </a:solidFill>
              </a:rPr>
              <a:t>Digital Start</a:t>
            </a:r>
            <a:endParaRPr sz="1467">
              <a:solidFill>
                <a:srgbClr val="FFFFFF"/>
              </a:solidFill>
            </a:endParaRPr>
          </a:p>
        </p:txBody>
      </p:sp>
      <p:grpSp>
        <p:nvGrpSpPr>
          <p:cNvPr id="18565" name="Google Shape;18565;p2201"/>
          <p:cNvGrpSpPr/>
          <p:nvPr/>
        </p:nvGrpSpPr>
        <p:grpSpPr>
          <a:xfrm>
            <a:off x="3332307" y="4763579"/>
            <a:ext cx="3379800" cy="963331"/>
            <a:chOff x="3198812" y="2895600"/>
            <a:chExt cx="2542732" cy="609600"/>
          </a:xfrm>
        </p:grpSpPr>
        <p:cxnSp>
          <p:nvCxnSpPr>
            <p:cNvPr id="18566" name="Google Shape;18566;p2201"/>
            <p:cNvCxnSpPr/>
            <p:nvPr/>
          </p:nvCxnSpPr>
          <p:spPr>
            <a:xfrm>
              <a:off x="3198812" y="2895600"/>
              <a:ext cx="381000" cy="609600"/>
            </a:xfrm>
            <a:prstGeom prst="straightConnector1">
              <a:avLst/>
            </a:prstGeom>
            <a:noFill/>
            <a:ln w="9525" cap="flat" cmpd="sng">
              <a:solidFill>
                <a:srgbClr val="666666"/>
              </a:solidFill>
              <a:prstDash val="solid"/>
              <a:round/>
              <a:headEnd type="oval" w="med" len="med"/>
              <a:tailEnd type="none" w="sm" len="sm"/>
            </a:ln>
          </p:spPr>
        </p:cxnSp>
        <p:cxnSp>
          <p:nvCxnSpPr>
            <p:cNvPr id="18567" name="Google Shape;18567;p2201"/>
            <p:cNvCxnSpPr/>
            <p:nvPr/>
          </p:nvCxnSpPr>
          <p:spPr>
            <a:xfrm>
              <a:off x="3576744" y="3505200"/>
              <a:ext cx="2164800" cy="0"/>
            </a:xfrm>
            <a:prstGeom prst="straightConnector1">
              <a:avLst/>
            </a:prstGeom>
            <a:noFill/>
            <a:ln w="9525" cap="flat" cmpd="sng">
              <a:solidFill>
                <a:srgbClr val="666666"/>
              </a:solidFill>
              <a:prstDash val="solid"/>
              <a:round/>
              <a:headEnd type="none" w="sm" len="sm"/>
              <a:tailEnd type="none" w="sm" len="sm"/>
            </a:ln>
          </p:spPr>
        </p:cxnSp>
      </p:grpSp>
      <p:grpSp>
        <p:nvGrpSpPr>
          <p:cNvPr id="18568" name="Google Shape;18568;p2201"/>
          <p:cNvGrpSpPr/>
          <p:nvPr/>
        </p:nvGrpSpPr>
        <p:grpSpPr>
          <a:xfrm>
            <a:off x="3831833" y="5317731"/>
            <a:ext cx="3188651" cy="1316942"/>
            <a:chOff x="3670080" y="5330038"/>
            <a:chExt cx="3187800" cy="1316943"/>
          </a:xfrm>
        </p:grpSpPr>
        <p:sp>
          <p:nvSpPr>
            <p:cNvPr id="18569" name="Google Shape;18569;p2201"/>
            <p:cNvSpPr txBox="1"/>
            <p:nvPr/>
          </p:nvSpPr>
          <p:spPr>
            <a:xfrm>
              <a:off x="3670080" y="5754468"/>
              <a:ext cx="2957700" cy="892513"/>
            </a:xfrm>
            <a:prstGeom prst="rect">
              <a:avLst/>
            </a:prstGeom>
            <a:noFill/>
            <a:ln>
              <a:noFill/>
            </a:ln>
          </p:spPr>
          <p:txBody>
            <a:bodyPr spcFirstLastPara="1" wrap="square" lIns="91433" tIns="45700" rIns="91433" bIns="45700" anchor="t" anchorCtr="0">
              <a:spAutoFit/>
            </a:bodyPr>
            <a:lstStyle/>
            <a:p>
              <a:pPr>
                <a:buSzPts val="1100"/>
              </a:pPr>
              <a:r>
                <a:rPr lang="en" sz="1200">
                  <a:solidFill>
                    <a:srgbClr val="FFFFFF"/>
                  </a:solidFill>
                  <a:latin typeface="Helvetica Neue"/>
                  <a:ea typeface="Helvetica Neue"/>
                  <a:cs typeface="Helvetica Neue"/>
                  <a:sym typeface="Helvetica Neue"/>
                </a:rPr>
                <a:t>Salesforce, Deals Source, Deals Sales Accelerator</a:t>
              </a:r>
              <a:endParaRPr sz="1200">
                <a:solidFill>
                  <a:srgbClr val="FFFFFF"/>
                </a:solidFill>
                <a:latin typeface="Helvetica Neue"/>
                <a:ea typeface="Helvetica Neue"/>
                <a:cs typeface="Helvetica Neue"/>
                <a:sym typeface="Helvetica Neue"/>
              </a:endParaRPr>
            </a:p>
            <a:p>
              <a:pPr>
                <a:buClr>
                  <a:schemeClr val="dk1"/>
                </a:buClr>
                <a:buSzPts val="1100"/>
              </a:pPr>
              <a:endParaRPr sz="1200">
                <a:solidFill>
                  <a:srgbClr val="434343"/>
                </a:solidFill>
                <a:latin typeface="Helvetica Neue"/>
                <a:ea typeface="Helvetica Neue"/>
                <a:cs typeface="Helvetica Neue"/>
                <a:sym typeface="Helvetica Neue"/>
              </a:endParaRPr>
            </a:p>
            <a:p>
              <a:endParaRPr sz="1600">
                <a:solidFill>
                  <a:srgbClr val="FFFFFF"/>
                </a:solidFill>
              </a:endParaRPr>
            </a:p>
          </p:txBody>
        </p:sp>
        <p:sp>
          <p:nvSpPr>
            <p:cNvPr id="18570" name="Google Shape;18570;p2201"/>
            <p:cNvSpPr txBox="1"/>
            <p:nvPr/>
          </p:nvSpPr>
          <p:spPr>
            <a:xfrm>
              <a:off x="3670080" y="5330038"/>
              <a:ext cx="3187800" cy="338514"/>
            </a:xfrm>
            <a:prstGeom prst="rect">
              <a:avLst/>
            </a:prstGeom>
            <a:noFill/>
            <a:ln>
              <a:noFill/>
            </a:ln>
          </p:spPr>
          <p:txBody>
            <a:bodyPr spcFirstLastPara="1" wrap="square" lIns="91433" tIns="45700" rIns="91433" bIns="45700" anchor="t" anchorCtr="0">
              <a:spAutoFit/>
            </a:bodyPr>
            <a:lstStyle/>
            <a:p>
              <a:r>
                <a:rPr lang="en" sz="1600">
                  <a:solidFill>
                    <a:srgbClr val="FFFFFF"/>
                  </a:solidFill>
                </a:rPr>
                <a:t>Sales &amp; scoping</a:t>
              </a:r>
              <a:endParaRPr sz="1600">
                <a:solidFill>
                  <a:srgbClr val="FFFFFF"/>
                </a:solidFill>
                <a:latin typeface="Arial"/>
                <a:ea typeface="Arial"/>
                <a:cs typeface="Arial"/>
                <a:sym typeface="Arial"/>
              </a:endParaRPr>
            </a:p>
          </p:txBody>
        </p:sp>
      </p:grpSp>
      <p:grpSp>
        <p:nvGrpSpPr>
          <p:cNvPr id="18571" name="Google Shape;18571;p2201"/>
          <p:cNvGrpSpPr/>
          <p:nvPr/>
        </p:nvGrpSpPr>
        <p:grpSpPr>
          <a:xfrm rot="10800000">
            <a:off x="921052" y="3482736"/>
            <a:ext cx="3644813" cy="725643"/>
            <a:chOff x="3091414" y="2977485"/>
            <a:chExt cx="2650130" cy="527715"/>
          </a:xfrm>
        </p:grpSpPr>
        <p:cxnSp>
          <p:nvCxnSpPr>
            <p:cNvPr id="18572" name="Google Shape;18572;p2201"/>
            <p:cNvCxnSpPr/>
            <p:nvPr/>
          </p:nvCxnSpPr>
          <p:spPr>
            <a:xfrm>
              <a:off x="3091414" y="2977485"/>
              <a:ext cx="488400" cy="527700"/>
            </a:xfrm>
            <a:prstGeom prst="straightConnector1">
              <a:avLst/>
            </a:prstGeom>
            <a:noFill/>
            <a:ln w="9525" cap="flat" cmpd="sng">
              <a:solidFill>
                <a:srgbClr val="666666"/>
              </a:solidFill>
              <a:prstDash val="solid"/>
              <a:round/>
              <a:headEnd type="oval" w="med" len="med"/>
              <a:tailEnd type="none" w="sm" len="sm"/>
            </a:ln>
          </p:spPr>
        </p:cxnSp>
        <p:cxnSp>
          <p:nvCxnSpPr>
            <p:cNvPr id="18573" name="Google Shape;18573;p2201"/>
            <p:cNvCxnSpPr/>
            <p:nvPr/>
          </p:nvCxnSpPr>
          <p:spPr>
            <a:xfrm>
              <a:off x="3576744" y="3505200"/>
              <a:ext cx="2164800" cy="0"/>
            </a:xfrm>
            <a:prstGeom prst="straightConnector1">
              <a:avLst/>
            </a:prstGeom>
            <a:noFill/>
            <a:ln w="9525" cap="flat" cmpd="sng">
              <a:solidFill>
                <a:srgbClr val="666666"/>
              </a:solidFill>
              <a:prstDash val="solid"/>
              <a:round/>
              <a:headEnd type="none" w="sm" len="sm"/>
              <a:tailEnd type="none" w="sm" len="sm"/>
            </a:ln>
          </p:spPr>
        </p:cxnSp>
      </p:grpSp>
      <p:grpSp>
        <p:nvGrpSpPr>
          <p:cNvPr id="18574" name="Google Shape;18574;p2201"/>
          <p:cNvGrpSpPr/>
          <p:nvPr/>
        </p:nvGrpSpPr>
        <p:grpSpPr>
          <a:xfrm>
            <a:off x="744900" y="3043603"/>
            <a:ext cx="3188571" cy="1282200"/>
            <a:chOff x="3670070" y="5224948"/>
            <a:chExt cx="3636600" cy="1282199"/>
          </a:xfrm>
        </p:grpSpPr>
        <p:sp>
          <p:nvSpPr>
            <p:cNvPr id="18575" name="Google Shape;18575;p2201"/>
            <p:cNvSpPr txBox="1"/>
            <p:nvPr/>
          </p:nvSpPr>
          <p:spPr>
            <a:xfrm>
              <a:off x="3670081" y="5799301"/>
              <a:ext cx="2901600" cy="707846"/>
            </a:xfrm>
            <a:prstGeom prst="rect">
              <a:avLst/>
            </a:prstGeom>
            <a:noFill/>
            <a:ln>
              <a:noFill/>
            </a:ln>
          </p:spPr>
          <p:txBody>
            <a:bodyPr spcFirstLastPara="1" wrap="square" lIns="91433" tIns="45700" rIns="91433" bIns="45700" anchor="t" anchorCtr="0">
              <a:spAutoFit/>
            </a:bodyPr>
            <a:lstStyle/>
            <a:p>
              <a:pPr>
                <a:buSzPts val="1100"/>
              </a:pPr>
              <a:r>
                <a:rPr lang="en" sz="1200">
                  <a:solidFill>
                    <a:srgbClr val="434343"/>
                  </a:solidFill>
                  <a:latin typeface="Helvetica Neue"/>
                  <a:ea typeface="Helvetica Neue"/>
                  <a:cs typeface="Helvetica Neue"/>
                  <a:sym typeface="Helvetica Neue"/>
                </a:rPr>
                <a:t> </a:t>
              </a:r>
              <a:r>
                <a:rPr lang="en" sz="1200">
                  <a:solidFill>
                    <a:srgbClr val="FFFFFF"/>
                  </a:solidFill>
                  <a:latin typeface="Helvetica Neue"/>
                  <a:ea typeface="Helvetica Neue"/>
                  <a:cs typeface="Helvetica Neue"/>
                  <a:sym typeface="Helvetica Neue"/>
                </a:rPr>
                <a:t>Concourse, Admin/Rapid Engage</a:t>
              </a:r>
              <a:endParaRPr sz="1200">
                <a:solidFill>
                  <a:srgbClr val="FFFFFF"/>
                </a:solidFill>
                <a:latin typeface="Helvetica Neue"/>
                <a:ea typeface="Helvetica Neue"/>
                <a:cs typeface="Helvetica Neue"/>
                <a:sym typeface="Helvetica Neue"/>
              </a:endParaRPr>
            </a:p>
            <a:p>
              <a:pPr>
                <a:buClr>
                  <a:schemeClr val="dk1"/>
                </a:buClr>
                <a:buSzPts val="1100"/>
              </a:pPr>
              <a:endParaRPr sz="1200">
                <a:solidFill>
                  <a:srgbClr val="FFFFFF"/>
                </a:solidFill>
                <a:latin typeface="Helvetica Neue"/>
                <a:ea typeface="Helvetica Neue"/>
                <a:cs typeface="Helvetica Neue"/>
                <a:sym typeface="Helvetica Neue"/>
              </a:endParaRPr>
            </a:p>
            <a:p>
              <a:endParaRPr sz="1600">
                <a:solidFill>
                  <a:schemeClr val="lt1"/>
                </a:solidFill>
              </a:endParaRPr>
            </a:p>
          </p:txBody>
        </p:sp>
        <p:sp>
          <p:nvSpPr>
            <p:cNvPr id="18576" name="Google Shape;18576;p2201"/>
            <p:cNvSpPr txBox="1"/>
            <p:nvPr/>
          </p:nvSpPr>
          <p:spPr>
            <a:xfrm>
              <a:off x="3670070" y="5224948"/>
              <a:ext cx="3636600" cy="338514"/>
            </a:xfrm>
            <a:prstGeom prst="rect">
              <a:avLst/>
            </a:prstGeom>
            <a:noFill/>
            <a:ln>
              <a:noFill/>
            </a:ln>
          </p:spPr>
          <p:txBody>
            <a:bodyPr spcFirstLastPara="1" wrap="square" lIns="91433" tIns="45700" rIns="91433" bIns="45700" anchor="t" anchorCtr="0">
              <a:spAutoFit/>
            </a:bodyPr>
            <a:lstStyle/>
            <a:p>
              <a:r>
                <a:rPr lang="en" sz="1600">
                  <a:solidFill>
                    <a:schemeClr val="lt1"/>
                  </a:solidFill>
                </a:rPr>
                <a:t>Connected project management</a:t>
              </a:r>
              <a:endParaRPr sz="1600">
                <a:solidFill>
                  <a:schemeClr val="lt1"/>
                </a:solidFill>
                <a:latin typeface="Arial"/>
                <a:ea typeface="Arial"/>
                <a:cs typeface="Arial"/>
                <a:sym typeface="Arial"/>
              </a:endParaRPr>
            </a:p>
          </p:txBody>
        </p:sp>
      </p:grpSp>
      <p:grpSp>
        <p:nvGrpSpPr>
          <p:cNvPr id="18577" name="Google Shape;18577;p2201"/>
          <p:cNvGrpSpPr/>
          <p:nvPr/>
        </p:nvGrpSpPr>
        <p:grpSpPr>
          <a:xfrm>
            <a:off x="5798932" y="3864279"/>
            <a:ext cx="2642464" cy="867287"/>
            <a:chOff x="3164034" y="2852516"/>
            <a:chExt cx="1988011" cy="652684"/>
          </a:xfrm>
        </p:grpSpPr>
        <p:cxnSp>
          <p:nvCxnSpPr>
            <p:cNvPr id="18578" name="Google Shape;18578;p2201"/>
            <p:cNvCxnSpPr>
              <a:stCxn id="18556" idx="4"/>
            </p:cNvCxnSpPr>
            <p:nvPr/>
          </p:nvCxnSpPr>
          <p:spPr>
            <a:xfrm>
              <a:off x="3164034" y="2852516"/>
              <a:ext cx="415800" cy="652500"/>
            </a:xfrm>
            <a:prstGeom prst="straightConnector1">
              <a:avLst/>
            </a:prstGeom>
            <a:noFill/>
            <a:ln w="9525" cap="flat" cmpd="sng">
              <a:solidFill>
                <a:srgbClr val="666666"/>
              </a:solidFill>
              <a:prstDash val="solid"/>
              <a:round/>
              <a:headEnd type="oval" w="med" len="med"/>
              <a:tailEnd type="none" w="sm" len="sm"/>
            </a:ln>
          </p:spPr>
        </p:cxnSp>
        <p:cxnSp>
          <p:nvCxnSpPr>
            <p:cNvPr id="18579" name="Google Shape;18579;p2201"/>
            <p:cNvCxnSpPr/>
            <p:nvPr/>
          </p:nvCxnSpPr>
          <p:spPr>
            <a:xfrm>
              <a:off x="3576745" y="3505200"/>
              <a:ext cx="1575300" cy="0"/>
            </a:xfrm>
            <a:prstGeom prst="straightConnector1">
              <a:avLst/>
            </a:prstGeom>
            <a:noFill/>
            <a:ln w="9525" cap="flat" cmpd="sng">
              <a:solidFill>
                <a:srgbClr val="666666"/>
              </a:solidFill>
              <a:prstDash val="solid"/>
              <a:round/>
              <a:headEnd type="none" w="sm" len="sm"/>
              <a:tailEnd type="none" w="sm" len="sm"/>
            </a:ln>
          </p:spPr>
        </p:cxnSp>
      </p:grpSp>
      <p:grpSp>
        <p:nvGrpSpPr>
          <p:cNvPr id="18580" name="Google Shape;18580;p2201"/>
          <p:cNvGrpSpPr/>
          <p:nvPr/>
        </p:nvGrpSpPr>
        <p:grpSpPr>
          <a:xfrm>
            <a:off x="6344688" y="4292298"/>
            <a:ext cx="3143051" cy="783411"/>
            <a:chOff x="3670080" y="5146415"/>
            <a:chExt cx="3142213" cy="783412"/>
          </a:xfrm>
        </p:grpSpPr>
        <p:sp>
          <p:nvSpPr>
            <p:cNvPr id="18581" name="Google Shape;18581;p2201"/>
            <p:cNvSpPr txBox="1"/>
            <p:nvPr/>
          </p:nvSpPr>
          <p:spPr>
            <a:xfrm>
              <a:off x="3670080" y="5652868"/>
              <a:ext cx="2096100" cy="276959"/>
            </a:xfrm>
            <a:prstGeom prst="rect">
              <a:avLst/>
            </a:prstGeom>
            <a:noFill/>
            <a:ln>
              <a:noFill/>
            </a:ln>
          </p:spPr>
          <p:txBody>
            <a:bodyPr spcFirstLastPara="1" wrap="square" lIns="91433" tIns="45700" rIns="91433" bIns="45700" anchor="t" anchorCtr="0">
              <a:spAutoFit/>
            </a:bodyPr>
            <a:lstStyle/>
            <a:p>
              <a:r>
                <a:rPr lang="en" sz="1200">
                  <a:solidFill>
                    <a:schemeClr val="lt1"/>
                  </a:solidFill>
                </a:rPr>
                <a:t>Microsoft Teams/ O365</a:t>
              </a:r>
              <a:r>
                <a:rPr lang="en" sz="1200">
                  <a:solidFill>
                    <a:schemeClr val="lt1"/>
                  </a:solidFill>
                  <a:latin typeface="Arial"/>
                  <a:ea typeface="Arial"/>
                  <a:cs typeface="Arial"/>
                  <a:sym typeface="Arial"/>
                </a:rPr>
                <a:t> </a:t>
              </a:r>
              <a:endParaRPr sz="1200">
                <a:solidFill>
                  <a:schemeClr val="lt1"/>
                </a:solidFill>
                <a:latin typeface="Arial"/>
                <a:ea typeface="Arial"/>
                <a:cs typeface="Arial"/>
                <a:sym typeface="Arial"/>
              </a:endParaRPr>
            </a:p>
          </p:txBody>
        </p:sp>
        <p:sp>
          <p:nvSpPr>
            <p:cNvPr id="18582" name="Google Shape;18582;p2201"/>
            <p:cNvSpPr txBox="1"/>
            <p:nvPr/>
          </p:nvSpPr>
          <p:spPr>
            <a:xfrm>
              <a:off x="3670093" y="5146415"/>
              <a:ext cx="3142200" cy="338514"/>
            </a:xfrm>
            <a:prstGeom prst="rect">
              <a:avLst/>
            </a:prstGeom>
            <a:noFill/>
            <a:ln>
              <a:noFill/>
            </a:ln>
          </p:spPr>
          <p:txBody>
            <a:bodyPr spcFirstLastPara="1" wrap="square" lIns="91433" tIns="45700" rIns="91433" bIns="45700" anchor="t" anchorCtr="0">
              <a:spAutoFit/>
            </a:bodyPr>
            <a:lstStyle/>
            <a:p>
              <a:r>
                <a:rPr lang="en" sz="1600">
                  <a:solidFill>
                    <a:schemeClr val="lt1"/>
                  </a:solidFill>
                </a:rPr>
                <a:t>Enhanced Internal Collaboration</a:t>
              </a:r>
              <a:endParaRPr sz="1600">
                <a:solidFill>
                  <a:schemeClr val="lt1"/>
                </a:solidFill>
                <a:latin typeface="Arial"/>
                <a:ea typeface="Arial"/>
                <a:cs typeface="Arial"/>
                <a:sym typeface="Arial"/>
              </a:endParaRPr>
            </a:p>
          </p:txBody>
        </p:sp>
      </p:grpSp>
      <p:grpSp>
        <p:nvGrpSpPr>
          <p:cNvPr id="18583" name="Google Shape;18583;p2201"/>
          <p:cNvGrpSpPr/>
          <p:nvPr/>
        </p:nvGrpSpPr>
        <p:grpSpPr>
          <a:xfrm rot="10800000">
            <a:off x="3426967" y="2378763"/>
            <a:ext cx="3497104" cy="838240"/>
            <a:chOff x="3198812" y="2895600"/>
            <a:chExt cx="2542732" cy="609600"/>
          </a:xfrm>
        </p:grpSpPr>
        <p:cxnSp>
          <p:nvCxnSpPr>
            <p:cNvPr id="18584" name="Google Shape;18584;p2201"/>
            <p:cNvCxnSpPr/>
            <p:nvPr/>
          </p:nvCxnSpPr>
          <p:spPr>
            <a:xfrm>
              <a:off x="3198812" y="2895600"/>
              <a:ext cx="381000" cy="609600"/>
            </a:xfrm>
            <a:prstGeom prst="straightConnector1">
              <a:avLst/>
            </a:prstGeom>
            <a:noFill/>
            <a:ln w="9525" cap="flat" cmpd="sng">
              <a:solidFill>
                <a:srgbClr val="666666"/>
              </a:solidFill>
              <a:prstDash val="solid"/>
              <a:round/>
              <a:headEnd type="oval" w="med" len="med"/>
              <a:tailEnd type="none" w="sm" len="sm"/>
            </a:ln>
          </p:spPr>
        </p:cxnSp>
        <p:cxnSp>
          <p:nvCxnSpPr>
            <p:cNvPr id="18585" name="Google Shape;18585;p2201"/>
            <p:cNvCxnSpPr/>
            <p:nvPr/>
          </p:nvCxnSpPr>
          <p:spPr>
            <a:xfrm>
              <a:off x="3576744" y="3505200"/>
              <a:ext cx="2164800" cy="0"/>
            </a:xfrm>
            <a:prstGeom prst="straightConnector1">
              <a:avLst/>
            </a:prstGeom>
            <a:noFill/>
            <a:ln w="9525" cap="flat" cmpd="sng">
              <a:solidFill>
                <a:srgbClr val="666666"/>
              </a:solidFill>
              <a:prstDash val="solid"/>
              <a:round/>
              <a:headEnd type="none" w="sm" len="sm"/>
              <a:tailEnd type="none" w="sm" len="sm"/>
            </a:ln>
          </p:spPr>
        </p:cxnSp>
      </p:grpSp>
      <p:grpSp>
        <p:nvGrpSpPr>
          <p:cNvPr id="18586" name="Google Shape;18586;p2201"/>
          <p:cNvGrpSpPr/>
          <p:nvPr/>
        </p:nvGrpSpPr>
        <p:grpSpPr>
          <a:xfrm>
            <a:off x="3341666" y="1946415"/>
            <a:ext cx="3143037" cy="1152742"/>
            <a:chOff x="3670066" y="5146431"/>
            <a:chExt cx="3142200" cy="1152742"/>
          </a:xfrm>
        </p:grpSpPr>
        <p:sp>
          <p:nvSpPr>
            <p:cNvPr id="18587" name="Google Shape;18587;p2201"/>
            <p:cNvSpPr txBox="1"/>
            <p:nvPr/>
          </p:nvSpPr>
          <p:spPr>
            <a:xfrm>
              <a:off x="3670066" y="5652883"/>
              <a:ext cx="3142200" cy="646290"/>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 sz="1200">
                  <a:solidFill>
                    <a:srgbClr val="FFFFFF"/>
                  </a:solidFill>
                  <a:latin typeface="Helvetica Neue"/>
                  <a:ea typeface="Helvetica Neue"/>
                  <a:cs typeface="Helvetica Neue"/>
                  <a:sym typeface="Helvetica Neue"/>
                </a:rPr>
                <a:t>Common Data Model, Digital Lab, Excel/O365, Business accelerators,Power ΒΙ/Tableau</a:t>
              </a:r>
              <a:endParaRPr sz="1200">
                <a:solidFill>
                  <a:srgbClr val="FFFFFF"/>
                </a:solidFill>
                <a:latin typeface="Arial"/>
                <a:ea typeface="Arial"/>
                <a:cs typeface="Arial"/>
                <a:sym typeface="Arial"/>
              </a:endParaRPr>
            </a:p>
          </p:txBody>
        </p:sp>
        <p:sp>
          <p:nvSpPr>
            <p:cNvPr id="18588" name="Google Shape;18588;p2201"/>
            <p:cNvSpPr txBox="1"/>
            <p:nvPr/>
          </p:nvSpPr>
          <p:spPr>
            <a:xfrm>
              <a:off x="3670081" y="5146431"/>
              <a:ext cx="2901600" cy="338514"/>
            </a:xfrm>
            <a:prstGeom prst="rect">
              <a:avLst/>
            </a:prstGeom>
            <a:noFill/>
            <a:ln>
              <a:noFill/>
            </a:ln>
          </p:spPr>
          <p:txBody>
            <a:bodyPr spcFirstLastPara="1" wrap="square" lIns="91433" tIns="45700" rIns="91433" bIns="45700" anchor="t" anchorCtr="0">
              <a:spAutoFit/>
            </a:bodyPr>
            <a:lstStyle/>
            <a:p>
              <a:r>
                <a:rPr lang="en" sz="1600">
                  <a:solidFill>
                    <a:schemeClr val="lt1"/>
                  </a:solidFill>
                </a:rPr>
                <a:t>Execution/Analysis</a:t>
              </a:r>
              <a:endParaRPr sz="1600">
                <a:solidFill>
                  <a:schemeClr val="lt1"/>
                </a:solidFill>
                <a:latin typeface="Arial"/>
                <a:ea typeface="Arial"/>
                <a:cs typeface="Arial"/>
                <a:sym typeface="Arial"/>
              </a:endParaRPr>
            </a:p>
          </p:txBody>
        </p:sp>
      </p:grpSp>
      <p:grpSp>
        <p:nvGrpSpPr>
          <p:cNvPr id="18589" name="Google Shape;18589;p2201"/>
          <p:cNvGrpSpPr/>
          <p:nvPr/>
        </p:nvGrpSpPr>
        <p:grpSpPr>
          <a:xfrm>
            <a:off x="7919567" y="2807931"/>
            <a:ext cx="3062787" cy="810036"/>
            <a:chOff x="3198812" y="2895600"/>
            <a:chExt cx="2304233" cy="609600"/>
          </a:xfrm>
        </p:grpSpPr>
        <p:cxnSp>
          <p:nvCxnSpPr>
            <p:cNvPr id="18590" name="Google Shape;18590;p2201"/>
            <p:cNvCxnSpPr/>
            <p:nvPr/>
          </p:nvCxnSpPr>
          <p:spPr>
            <a:xfrm>
              <a:off x="3198812" y="2895600"/>
              <a:ext cx="381000" cy="609600"/>
            </a:xfrm>
            <a:prstGeom prst="straightConnector1">
              <a:avLst/>
            </a:prstGeom>
            <a:noFill/>
            <a:ln w="9525" cap="flat" cmpd="sng">
              <a:solidFill>
                <a:srgbClr val="F2F2F2"/>
              </a:solidFill>
              <a:prstDash val="solid"/>
              <a:round/>
              <a:headEnd type="oval" w="med" len="med"/>
              <a:tailEnd type="none" w="sm" len="sm"/>
            </a:ln>
          </p:spPr>
        </p:cxnSp>
        <p:cxnSp>
          <p:nvCxnSpPr>
            <p:cNvPr id="18591" name="Google Shape;18591;p2201"/>
            <p:cNvCxnSpPr/>
            <p:nvPr/>
          </p:nvCxnSpPr>
          <p:spPr>
            <a:xfrm>
              <a:off x="3576745" y="3505200"/>
              <a:ext cx="1926300" cy="0"/>
            </a:xfrm>
            <a:prstGeom prst="straightConnector1">
              <a:avLst/>
            </a:prstGeom>
            <a:noFill/>
            <a:ln w="9525" cap="flat" cmpd="sng">
              <a:solidFill>
                <a:srgbClr val="F2F2F2"/>
              </a:solidFill>
              <a:prstDash val="solid"/>
              <a:round/>
              <a:headEnd type="none" w="sm" len="sm"/>
              <a:tailEnd type="none" w="sm" len="sm"/>
            </a:ln>
          </p:spPr>
        </p:cxnSp>
      </p:grpSp>
      <p:grpSp>
        <p:nvGrpSpPr>
          <p:cNvPr id="18592" name="Google Shape;18592;p2201"/>
          <p:cNvGrpSpPr/>
          <p:nvPr/>
        </p:nvGrpSpPr>
        <p:grpSpPr>
          <a:xfrm>
            <a:off x="8419096" y="3178719"/>
            <a:ext cx="2791944" cy="783397"/>
            <a:chOff x="3670080" y="5146431"/>
            <a:chExt cx="2791200" cy="783396"/>
          </a:xfrm>
        </p:grpSpPr>
        <p:sp>
          <p:nvSpPr>
            <p:cNvPr id="18593" name="Google Shape;18593;p2201"/>
            <p:cNvSpPr txBox="1"/>
            <p:nvPr/>
          </p:nvSpPr>
          <p:spPr>
            <a:xfrm>
              <a:off x="3670080" y="5652868"/>
              <a:ext cx="2791200" cy="276959"/>
            </a:xfrm>
            <a:prstGeom prst="rect">
              <a:avLst/>
            </a:prstGeom>
            <a:noFill/>
            <a:ln>
              <a:noFill/>
            </a:ln>
          </p:spPr>
          <p:txBody>
            <a:bodyPr spcFirstLastPara="1" wrap="square" lIns="91433" tIns="45700" rIns="91433" bIns="45700" anchor="t" anchorCtr="0">
              <a:spAutoFit/>
            </a:bodyPr>
            <a:lstStyle/>
            <a:p>
              <a:r>
                <a:rPr lang="en" sz="1200">
                  <a:solidFill>
                    <a:schemeClr val="lt1"/>
                  </a:solidFill>
                </a:rPr>
                <a:t>Junction, workbench</a:t>
              </a:r>
              <a:endParaRPr sz="1600">
                <a:solidFill>
                  <a:schemeClr val="lt1"/>
                </a:solidFill>
                <a:latin typeface="Arial"/>
                <a:ea typeface="Arial"/>
                <a:cs typeface="Arial"/>
                <a:sym typeface="Arial"/>
              </a:endParaRPr>
            </a:p>
          </p:txBody>
        </p:sp>
        <p:sp>
          <p:nvSpPr>
            <p:cNvPr id="18594" name="Google Shape;18594;p2201"/>
            <p:cNvSpPr txBox="1"/>
            <p:nvPr/>
          </p:nvSpPr>
          <p:spPr>
            <a:xfrm>
              <a:off x="3670080" y="5146431"/>
              <a:ext cx="2791200" cy="338514"/>
            </a:xfrm>
            <a:prstGeom prst="rect">
              <a:avLst/>
            </a:prstGeom>
            <a:noFill/>
            <a:ln>
              <a:noFill/>
            </a:ln>
          </p:spPr>
          <p:txBody>
            <a:bodyPr spcFirstLastPara="1" wrap="square" lIns="91433" tIns="45700" rIns="91433" bIns="45700" anchor="t" anchorCtr="0">
              <a:spAutoFit/>
            </a:bodyPr>
            <a:lstStyle/>
            <a:p>
              <a:r>
                <a:rPr lang="en" sz="1600">
                  <a:solidFill>
                    <a:schemeClr val="lt1"/>
                  </a:solidFill>
                </a:rPr>
                <a:t>Client delivery</a:t>
              </a:r>
              <a:endParaRPr sz="1600">
                <a:solidFill>
                  <a:schemeClr val="lt1"/>
                </a:solidFill>
                <a:latin typeface="Arial"/>
                <a:ea typeface="Arial"/>
                <a:cs typeface="Arial"/>
                <a:sym typeface="Arial"/>
              </a:endParaRPr>
            </a:p>
          </p:txBody>
        </p:sp>
      </p:grpSp>
      <p:grpSp>
        <p:nvGrpSpPr>
          <p:cNvPr id="18595" name="Google Shape;18595;p2201"/>
          <p:cNvGrpSpPr/>
          <p:nvPr/>
        </p:nvGrpSpPr>
        <p:grpSpPr>
          <a:xfrm rot="10800000">
            <a:off x="5340671" y="1576904"/>
            <a:ext cx="3497104" cy="838240"/>
            <a:chOff x="3198812" y="2895600"/>
            <a:chExt cx="2542732" cy="609600"/>
          </a:xfrm>
        </p:grpSpPr>
        <p:cxnSp>
          <p:nvCxnSpPr>
            <p:cNvPr id="18596" name="Google Shape;18596;p2201"/>
            <p:cNvCxnSpPr/>
            <p:nvPr/>
          </p:nvCxnSpPr>
          <p:spPr>
            <a:xfrm>
              <a:off x="3198812" y="2895600"/>
              <a:ext cx="381000" cy="609600"/>
            </a:xfrm>
            <a:prstGeom prst="straightConnector1">
              <a:avLst/>
            </a:prstGeom>
            <a:noFill/>
            <a:ln w="9525" cap="flat" cmpd="sng">
              <a:solidFill>
                <a:srgbClr val="666666"/>
              </a:solidFill>
              <a:prstDash val="solid"/>
              <a:round/>
              <a:headEnd type="oval" w="med" len="med"/>
              <a:tailEnd type="none" w="sm" len="sm"/>
            </a:ln>
          </p:spPr>
        </p:cxnSp>
        <p:cxnSp>
          <p:nvCxnSpPr>
            <p:cNvPr id="18597" name="Google Shape;18597;p2201"/>
            <p:cNvCxnSpPr/>
            <p:nvPr/>
          </p:nvCxnSpPr>
          <p:spPr>
            <a:xfrm>
              <a:off x="3576744" y="3505200"/>
              <a:ext cx="2164800" cy="0"/>
            </a:xfrm>
            <a:prstGeom prst="straightConnector1">
              <a:avLst/>
            </a:prstGeom>
            <a:noFill/>
            <a:ln w="9525" cap="flat" cmpd="sng">
              <a:solidFill>
                <a:srgbClr val="666666"/>
              </a:solidFill>
              <a:prstDash val="solid"/>
              <a:round/>
              <a:headEnd type="none" w="sm" len="sm"/>
              <a:tailEnd type="none" w="sm" len="sm"/>
            </a:ln>
          </p:spPr>
        </p:cxnSp>
      </p:grpSp>
      <p:grpSp>
        <p:nvGrpSpPr>
          <p:cNvPr id="18598" name="Google Shape;18598;p2201"/>
          <p:cNvGrpSpPr/>
          <p:nvPr/>
        </p:nvGrpSpPr>
        <p:grpSpPr>
          <a:xfrm>
            <a:off x="5255384" y="1144561"/>
            <a:ext cx="2902373" cy="783397"/>
            <a:chOff x="3670080" y="5146431"/>
            <a:chExt cx="2901600" cy="783396"/>
          </a:xfrm>
        </p:grpSpPr>
        <p:sp>
          <p:nvSpPr>
            <p:cNvPr id="18599" name="Google Shape;18599;p2201"/>
            <p:cNvSpPr txBox="1"/>
            <p:nvPr/>
          </p:nvSpPr>
          <p:spPr>
            <a:xfrm>
              <a:off x="3670080" y="5652868"/>
              <a:ext cx="2901600" cy="276959"/>
            </a:xfrm>
            <a:prstGeom prst="rect">
              <a:avLst/>
            </a:prstGeom>
            <a:noFill/>
            <a:ln>
              <a:noFill/>
            </a:ln>
          </p:spPr>
          <p:txBody>
            <a:bodyPr spcFirstLastPara="1" wrap="square" lIns="91433" tIns="45700" rIns="91433" bIns="45700" anchor="t" anchorCtr="0">
              <a:spAutoFit/>
            </a:bodyPr>
            <a:lstStyle/>
            <a:p>
              <a:r>
                <a:rPr lang="en" sz="1200">
                  <a:solidFill>
                    <a:srgbClr val="FFFFFF"/>
                  </a:solidFill>
                </a:rPr>
                <a:t>Data Platform, 3rd Party data, Save It</a:t>
              </a:r>
              <a:endParaRPr sz="1200">
                <a:solidFill>
                  <a:schemeClr val="lt1"/>
                </a:solidFill>
                <a:latin typeface="Arial"/>
                <a:ea typeface="Arial"/>
                <a:cs typeface="Arial"/>
                <a:sym typeface="Arial"/>
              </a:endParaRPr>
            </a:p>
          </p:txBody>
        </p:sp>
        <p:sp>
          <p:nvSpPr>
            <p:cNvPr id="18600" name="Google Shape;18600;p2201"/>
            <p:cNvSpPr txBox="1"/>
            <p:nvPr/>
          </p:nvSpPr>
          <p:spPr>
            <a:xfrm>
              <a:off x="3670080" y="5146431"/>
              <a:ext cx="2901600" cy="338514"/>
            </a:xfrm>
            <a:prstGeom prst="rect">
              <a:avLst/>
            </a:prstGeom>
            <a:noFill/>
            <a:ln>
              <a:noFill/>
            </a:ln>
          </p:spPr>
          <p:txBody>
            <a:bodyPr spcFirstLastPara="1" wrap="square" lIns="91433" tIns="45700" rIns="91433" bIns="45700" anchor="t" anchorCtr="0">
              <a:spAutoFit/>
            </a:bodyPr>
            <a:lstStyle/>
            <a:p>
              <a:r>
                <a:rPr lang="en" sz="1600">
                  <a:solidFill>
                    <a:srgbClr val="FFFFFF"/>
                  </a:solidFill>
                </a:rPr>
                <a:t>Data capture</a:t>
              </a:r>
              <a:endParaRPr sz="1600">
                <a:solidFill>
                  <a:srgbClr val="FFFFFF"/>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63"/>
        <p:cNvGrpSpPr/>
        <p:nvPr/>
      </p:nvGrpSpPr>
      <p:grpSpPr>
        <a:xfrm>
          <a:off x="0" y="0"/>
          <a:ext cx="0" cy="0"/>
          <a:chOff x="0" y="0"/>
          <a:chExt cx="0" cy="0"/>
        </a:xfrm>
      </p:grpSpPr>
      <p:sp>
        <p:nvSpPr>
          <p:cNvPr id="6464" name="Google Shape;6464;p347"/>
          <p:cNvSpPr txBox="1">
            <a:spLocks noGrp="1"/>
          </p:cNvSpPr>
          <p:nvPr>
            <p:ph type="body" idx="1"/>
          </p:nvPr>
        </p:nvSpPr>
        <p:spPr>
          <a:xfrm>
            <a:off x="138100" y="1493533"/>
            <a:ext cx="5088800" cy="4073600"/>
          </a:xfrm>
          <a:prstGeom prst="rect">
            <a:avLst/>
          </a:prstGeom>
        </p:spPr>
        <p:txBody>
          <a:bodyPr spcFirstLastPara="1" wrap="square" lIns="0" tIns="0" rIns="0" bIns="0" anchor="t" anchorCtr="0">
            <a:noAutofit/>
          </a:bodyPr>
          <a:lstStyle/>
          <a:p>
            <a:pPr indent="-414856">
              <a:buSzPts val="1300"/>
              <a:buChar char="-"/>
            </a:pPr>
            <a:r>
              <a:rPr lang="en" sz="1733"/>
              <a:t>A leadership perspective series of economic, societal, business insight - brought together to provide the most trusted and respected ‘go to’ source globally.</a:t>
            </a:r>
            <a:endParaRPr sz="1733"/>
          </a:p>
          <a:p>
            <a:pPr marL="0" indent="0">
              <a:buNone/>
            </a:pPr>
            <a:endParaRPr sz="1867">
              <a:solidFill>
                <a:srgbClr val="000000"/>
              </a:solidFill>
            </a:endParaRPr>
          </a:p>
          <a:p>
            <a:pPr indent="-414856">
              <a:buSzPts val="1300"/>
              <a:buChar char="-"/>
            </a:pPr>
            <a:r>
              <a:rPr lang="en" sz="1733">
                <a:solidFill>
                  <a:srgbClr val="000000"/>
                </a:solidFill>
              </a:rPr>
              <a:t>We’re taking a clear stance and position on the issues that matter most to our clients - framed within 6 critical disruptive forces themes. </a:t>
            </a:r>
            <a:endParaRPr sz="1733"/>
          </a:p>
          <a:p>
            <a:pPr marL="0" indent="0">
              <a:buNone/>
            </a:pPr>
            <a:endParaRPr sz="1867"/>
          </a:p>
          <a:p>
            <a:pPr indent="-414856">
              <a:buSzPts val="1300"/>
              <a:buChar char="-"/>
            </a:pPr>
            <a:r>
              <a:rPr lang="en" sz="1733"/>
              <a:t>Authored by key PwC leaders and SMEs with the objective to further their profiles.</a:t>
            </a:r>
            <a:endParaRPr sz="1733"/>
          </a:p>
          <a:p>
            <a:pPr indent="0">
              <a:buNone/>
            </a:pPr>
            <a:endParaRPr sz="1733"/>
          </a:p>
          <a:p>
            <a:pPr indent="-414856">
              <a:buSzPts val="1300"/>
              <a:buChar char="-"/>
            </a:pPr>
            <a:r>
              <a:rPr lang="en" sz="1733"/>
              <a:t>Read a summary of each article and find related assets on our </a:t>
            </a:r>
            <a:r>
              <a:rPr lang="en" sz="1733" u="sng">
                <a:solidFill>
                  <a:schemeClr val="accent1"/>
                </a:solidFill>
                <a:hlinkClick r:id="rId3">
                  <a:extLst>
                    <a:ext uri="{A12FA001-AC4F-418D-AE19-62706E023703}">
                      <ahyp:hlinkClr xmlns:ahyp="http://schemas.microsoft.com/office/drawing/2018/hyperlinkcolor" val="tx"/>
                    </a:ext>
                  </a:extLst>
                </a:hlinkClick>
              </a:rPr>
              <a:t>Google site page</a:t>
            </a:r>
            <a:endParaRPr sz="1733"/>
          </a:p>
          <a:p>
            <a:pPr marL="0" indent="0">
              <a:buNone/>
            </a:pPr>
            <a:endParaRPr sz="1867"/>
          </a:p>
        </p:txBody>
      </p:sp>
      <p:sp>
        <p:nvSpPr>
          <p:cNvPr id="6465" name="Google Shape;6465;p347"/>
          <p:cNvSpPr txBox="1">
            <a:spLocks noGrp="1"/>
          </p:cNvSpPr>
          <p:nvPr>
            <p:ph type="title"/>
          </p:nvPr>
        </p:nvSpPr>
        <p:spPr>
          <a:xfrm>
            <a:off x="442900" y="432000"/>
            <a:ext cx="11306000" cy="684800"/>
          </a:xfrm>
          <a:prstGeom prst="rect">
            <a:avLst/>
          </a:prstGeom>
        </p:spPr>
        <p:txBody>
          <a:bodyPr spcFirstLastPara="1" wrap="square" lIns="0" tIns="0" rIns="0" bIns="0" anchor="t" anchorCtr="0">
            <a:noAutofit/>
          </a:bodyPr>
          <a:lstStyle/>
          <a:p>
            <a:r>
              <a:rPr lang="en"/>
              <a:t>Editorial Summary</a:t>
            </a:r>
            <a:endParaRPr/>
          </a:p>
        </p:txBody>
      </p:sp>
      <p:pic>
        <p:nvPicPr>
          <p:cNvPr id="6466" name="Google Shape;6466;p347"/>
          <p:cNvPicPr preferRelativeResize="0"/>
          <p:nvPr/>
        </p:nvPicPr>
        <p:blipFill>
          <a:blip r:embed="rId4">
            <a:alphaModFix/>
          </a:blip>
          <a:stretch>
            <a:fillRect/>
          </a:stretch>
        </p:blipFill>
        <p:spPr>
          <a:xfrm>
            <a:off x="5717801" y="1741367"/>
            <a:ext cx="1874596" cy="1873680"/>
          </a:xfrm>
          <a:prstGeom prst="rect">
            <a:avLst/>
          </a:prstGeom>
          <a:noFill/>
          <a:ln>
            <a:noFill/>
          </a:ln>
        </p:spPr>
      </p:pic>
      <p:pic>
        <p:nvPicPr>
          <p:cNvPr id="6467" name="Google Shape;6467;p347"/>
          <p:cNvPicPr preferRelativeResize="0"/>
          <p:nvPr/>
        </p:nvPicPr>
        <p:blipFill rotWithShape="1">
          <a:blip r:embed="rId5">
            <a:alphaModFix/>
          </a:blip>
          <a:srcRect/>
          <a:stretch/>
        </p:blipFill>
        <p:spPr>
          <a:xfrm>
            <a:off x="7869845" y="1741367"/>
            <a:ext cx="1874596" cy="1873599"/>
          </a:xfrm>
          <a:prstGeom prst="rect">
            <a:avLst/>
          </a:prstGeom>
          <a:noFill/>
          <a:ln>
            <a:noFill/>
          </a:ln>
        </p:spPr>
      </p:pic>
      <p:pic>
        <p:nvPicPr>
          <p:cNvPr id="6468" name="Google Shape;6468;p347"/>
          <p:cNvPicPr preferRelativeResize="0"/>
          <p:nvPr/>
        </p:nvPicPr>
        <p:blipFill rotWithShape="1">
          <a:blip r:embed="rId6">
            <a:alphaModFix/>
          </a:blip>
          <a:srcRect/>
          <a:stretch/>
        </p:blipFill>
        <p:spPr>
          <a:xfrm>
            <a:off x="9969273" y="1741367"/>
            <a:ext cx="1874596" cy="1873599"/>
          </a:xfrm>
          <a:prstGeom prst="rect">
            <a:avLst/>
          </a:prstGeom>
          <a:noFill/>
          <a:ln>
            <a:noFill/>
          </a:ln>
        </p:spPr>
      </p:pic>
      <p:pic>
        <p:nvPicPr>
          <p:cNvPr id="6469" name="Google Shape;6469;p347"/>
          <p:cNvPicPr preferRelativeResize="0"/>
          <p:nvPr/>
        </p:nvPicPr>
        <p:blipFill rotWithShape="1">
          <a:blip r:embed="rId7">
            <a:alphaModFix/>
          </a:blip>
          <a:srcRect/>
          <a:stretch/>
        </p:blipFill>
        <p:spPr>
          <a:xfrm>
            <a:off x="5717801" y="4403223"/>
            <a:ext cx="1874596" cy="1873599"/>
          </a:xfrm>
          <a:prstGeom prst="rect">
            <a:avLst/>
          </a:prstGeom>
          <a:noFill/>
          <a:ln>
            <a:noFill/>
          </a:ln>
        </p:spPr>
      </p:pic>
      <p:pic>
        <p:nvPicPr>
          <p:cNvPr id="6470" name="Google Shape;6470;p347"/>
          <p:cNvPicPr preferRelativeResize="0"/>
          <p:nvPr/>
        </p:nvPicPr>
        <p:blipFill rotWithShape="1">
          <a:blip r:embed="rId8">
            <a:alphaModFix/>
          </a:blip>
          <a:srcRect/>
          <a:stretch/>
        </p:blipFill>
        <p:spPr>
          <a:xfrm>
            <a:off x="7869845" y="4403223"/>
            <a:ext cx="1874596" cy="1873599"/>
          </a:xfrm>
          <a:prstGeom prst="rect">
            <a:avLst/>
          </a:prstGeom>
          <a:noFill/>
          <a:ln>
            <a:noFill/>
          </a:ln>
        </p:spPr>
      </p:pic>
      <p:pic>
        <p:nvPicPr>
          <p:cNvPr id="6471" name="Google Shape;6471;p347"/>
          <p:cNvPicPr preferRelativeResize="0"/>
          <p:nvPr/>
        </p:nvPicPr>
        <p:blipFill rotWithShape="1">
          <a:blip r:embed="rId9">
            <a:alphaModFix/>
          </a:blip>
          <a:srcRect/>
          <a:stretch/>
        </p:blipFill>
        <p:spPr>
          <a:xfrm>
            <a:off x="9969273" y="4403223"/>
            <a:ext cx="1874596" cy="1873599"/>
          </a:xfrm>
          <a:prstGeom prst="rect">
            <a:avLst/>
          </a:prstGeom>
          <a:noFill/>
          <a:ln>
            <a:noFill/>
          </a:ln>
        </p:spPr>
      </p:pic>
      <p:sp>
        <p:nvSpPr>
          <p:cNvPr id="6472" name="Google Shape;6472;p347"/>
          <p:cNvSpPr txBox="1"/>
          <p:nvPr/>
        </p:nvSpPr>
        <p:spPr>
          <a:xfrm>
            <a:off x="5717800" y="1372233"/>
            <a:ext cx="2583200" cy="481600"/>
          </a:xfrm>
          <a:prstGeom prst="rect">
            <a:avLst/>
          </a:prstGeom>
          <a:noFill/>
          <a:ln>
            <a:noFill/>
          </a:ln>
        </p:spPr>
        <p:txBody>
          <a:bodyPr spcFirstLastPara="1" wrap="square" lIns="0" tIns="0" rIns="0" bIns="0" anchor="t" anchorCtr="0">
            <a:noAutofit/>
          </a:bodyPr>
          <a:lstStyle/>
          <a:p>
            <a:r>
              <a:rPr lang="en" sz="1467"/>
              <a:t>Reporting and Trust</a:t>
            </a:r>
            <a:endParaRPr sz="1467"/>
          </a:p>
        </p:txBody>
      </p:sp>
      <p:sp>
        <p:nvSpPr>
          <p:cNvPr id="6473" name="Google Shape;6473;p347"/>
          <p:cNvSpPr txBox="1"/>
          <p:nvPr/>
        </p:nvSpPr>
        <p:spPr>
          <a:xfrm>
            <a:off x="5718900" y="4024567"/>
            <a:ext cx="2522400" cy="532000"/>
          </a:xfrm>
          <a:prstGeom prst="rect">
            <a:avLst/>
          </a:prstGeom>
          <a:noFill/>
          <a:ln>
            <a:noFill/>
          </a:ln>
        </p:spPr>
        <p:txBody>
          <a:bodyPr spcFirstLastPara="1" wrap="square" lIns="0" tIns="0" rIns="0" bIns="0" anchor="t" anchorCtr="0">
            <a:noAutofit/>
          </a:bodyPr>
          <a:lstStyle/>
          <a:p>
            <a:r>
              <a:rPr lang="en" sz="1467"/>
              <a:t>Fractured World</a:t>
            </a:r>
            <a:endParaRPr sz="1467"/>
          </a:p>
        </p:txBody>
      </p:sp>
      <p:sp>
        <p:nvSpPr>
          <p:cNvPr id="6474" name="Google Shape;6474;p347"/>
          <p:cNvSpPr txBox="1"/>
          <p:nvPr/>
        </p:nvSpPr>
        <p:spPr>
          <a:xfrm>
            <a:off x="7869823" y="1372233"/>
            <a:ext cx="2583200" cy="481600"/>
          </a:xfrm>
          <a:prstGeom prst="rect">
            <a:avLst/>
          </a:prstGeom>
          <a:noFill/>
          <a:ln>
            <a:noFill/>
          </a:ln>
        </p:spPr>
        <p:txBody>
          <a:bodyPr spcFirstLastPara="1" wrap="square" lIns="0" tIns="0" rIns="0" bIns="0" anchor="t" anchorCtr="0">
            <a:noAutofit/>
          </a:bodyPr>
          <a:lstStyle/>
          <a:p>
            <a:r>
              <a:rPr lang="en" sz="1467"/>
              <a:t>Workforce &amp; Skills</a:t>
            </a:r>
            <a:endParaRPr sz="1467"/>
          </a:p>
        </p:txBody>
      </p:sp>
      <p:sp>
        <p:nvSpPr>
          <p:cNvPr id="6475" name="Google Shape;6475;p347"/>
          <p:cNvSpPr txBox="1"/>
          <p:nvPr/>
        </p:nvSpPr>
        <p:spPr>
          <a:xfrm>
            <a:off x="7869817" y="4024547"/>
            <a:ext cx="2315600" cy="833200"/>
          </a:xfrm>
          <a:prstGeom prst="rect">
            <a:avLst/>
          </a:prstGeom>
          <a:noFill/>
          <a:ln>
            <a:noFill/>
          </a:ln>
        </p:spPr>
        <p:txBody>
          <a:bodyPr spcFirstLastPara="1" wrap="square" lIns="0" tIns="0" rIns="0" bIns="0" anchor="t" anchorCtr="0">
            <a:noAutofit/>
          </a:bodyPr>
          <a:lstStyle/>
          <a:p>
            <a:r>
              <a:rPr lang="en" sz="1467"/>
              <a:t>Digital Disruption</a:t>
            </a:r>
            <a:endParaRPr sz="1467"/>
          </a:p>
        </p:txBody>
      </p:sp>
      <p:sp>
        <p:nvSpPr>
          <p:cNvPr id="6476" name="Google Shape;6476;p347"/>
          <p:cNvSpPr txBox="1"/>
          <p:nvPr/>
        </p:nvSpPr>
        <p:spPr>
          <a:xfrm>
            <a:off x="9969269" y="1372233"/>
            <a:ext cx="1714800" cy="481600"/>
          </a:xfrm>
          <a:prstGeom prst="rect">
            <a:avLst/>
          </a:prstGeom>
          <a:noFill/>
          <a:ln>
            <a:noFill/>
          </a:ln>
        </p:spPr>
        <p:txBody>
          <a:bodyPr spcFirstLastPara="1" wrap="square" lIns="0" tIns="0" rIns="0" bIns="0" anchor="t" anchorCtr="0">
            <a:noAutofit/>
          </a:bodyPr>
          <a:lstStyle/>
          <a:p>
            <a:r>
              <a:rPr lang="en" sz="1467"/>
              <a:t>Climate Change</a:t>
            </a:r>
            <a:endParaRPr sz="1467"/>
          </a:p>
        </p:txBody>
      </p:sp>
      <p:sp>
        <p:nvSpPr>
          <p:cNvPr id="6477" name="Google Shape;6477;p347"/>
          <p:cNvSpPr txBox="1"/>
          <p:nvPr/>
        </p:nvSpPr>
        <p:spPr>
          <a:xfrm>
            <a:off x="9969261" y="4024535"/>
            <a:ext cx="2064800" cy="532000"/>
          </a:xfrm>
          <a:prstGeom prst="rect">
            <a:avLst/>
          </a:prstGeom>
          <a:noFill/>
          <a:ln>
            <a:noFill/>
          </a:ln>
        </p:spPr>
        <p:txBody>
          <a:bodyPr spcFirstLastPara="1" wrap="square" lIns="0" tIns="0" rIns="0" bIns="0" anchor="t" anchorCtr="0">
            <a:noAutofit/>
          </a:bodyPr>
          <a:lstStyle/>
          <a:p>
            <a:r>
              <a:rPr lang="en" sz="1467"/>
              <a:t>Inequality and Inclusion</a:t>
            </a:r>
            <a:endParaRPr sz="1467"/>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59"/>
        <p:cNvGrpSpPr/>
        <p:nvPr/>
      </p:nvGrpSpPr>
      <p:grpSpPr>
        <a:xfrm>
          <a:off x="0" y="0"/>
          <a:ext cx="0" cy="0"/>
          <a:chOff x="0" y="0"/>
          <a:chExt cx="0" cy="0"/>
        </a:xfrm>
      </p:grpSpPr>
      <p:sp>
        <p:nvSpPr>
          <p:cNvPr id="15960" name="Google Shape;15960;p2134"/>
          <p:cNvSpPr/>
          <p:nvPr/>
        </p:nvSpPr>
        <p:spPr>
          <a:xfrm>
            <a:off x="0" y="1708175"/>
            <a:ext cx="12192000" cy="3432400"/>
          </a:xfrm>
          <a:prstGeom prst="rect">
            <a:avLst/>
          </a:prstGeom>
          <a:solidFill>
            <a:srgbClr val="F2F2F2"/>
          </a:solidFill>
          <a:ln>
            <a:noFill/>
          </a:ln>
        </p:spPr>
        <p:txBody>
          <a:bodyPr spcFirstLastPara="1" wrap="square" lIns="0" tIns="0" rIns="0" bIns="0" anchor="ctr" anchorCtr="0">
            <a:noAutofit/>
          </a:bodyPr>
          <a:lstStyle/>
          <a:p>
            <a:pPr>
              <a:buClr>
                <a:srgbClr val="000000"/>
              </a:buClr>
              <a:buSzPts val="1100"/>
            </a:pPr>
            <a:endParaRPr sz="1467">
              <a:solidFill>
                <a:srgbClr val="000000"/>
              </a:solidFill>
              <a:latin typeface="Arial"/>
              <a:ea typeface="Arial"/>
              <a:cs typeface="Arial"/>
              <a:sym typeface="Arial"/>
            </a:endParaRPr>
          </a:p>
        </p:txBody>
      </p:sp>
      <p:sp>
        <p:nvSpPr>
          <p:cNvPr id="15961" name="Google Shape;15961;p2134"/>
          <p:cNvSpPr txBox="1"/>
          <p:nvPr/>
        </p:nvSpPr>
        <p:spPr>
          <a:xfrm>
            <a:off x="362300" y="1349975"/>
            <a:ext cx="2966000" cy="434400"/>
          </a:xfrm>
          <a:prstGeom prst="rect">
            <a:avLst/>
          </a:prstGeom>
          <a:noFill/>
          <a:ln>
            <a:noFill/>
          </a:ln>
        </p:spPr>
        <p:txBody>
          <a:bodyPr spcFirstLastPara="1" wrap="square" lIns="0" tIns="0" rIns="0" bIns="0" anchor="t" anchorCtr="0">
            <a:noAutofit/>
          </a:bodyPr>
          <a:lstStyle/>
          <a:p>
            <a:pPr>
              <a:buClr>
                <a:srgbClr val="000000"/>
              </a:buClr>
              <a:buSzPts val="1200"/>
            </a:pPr>
            <a:r>
              <a:rPr lang="en" sz="2533" b="1" dirty="0">
                <a:solidFill>
                  <a:schemeClr val="accent1"/>
                </a:solidFill>
                <a:latin typeface="Helvetica Neue"/>
                <a:ea typeface="Helvetica Neue"/>
                <a:cs typeface="Helvetica Neue"/>
                <a:sym typeface="Helvetica Neue"/>
              </a:rPr>
              <a:t>Learn</a:t>
            </a:r>
            <a:endParaRPr sz="2533" b="1" dirty="0">
              <a:solidFill>
                <a:schemeClr val="accent1"/>
              </a:solidFill>
              <a:latin typeface="Helvetica Neue"/>
              <a:ea typeface="Helvetica Neue"/>
              <a:cs typeface="Helvetica Neue"/>
              <a:sym typeface="Helvetica Neue"/>
            </a:endParaRPr>
          </a:p>
        </p:txBody>
      </p:sp>
      <p:sp>
        <p:nvSpPr>
          <p:cNvPr id="15962" name="Google Shape;15962;p2134"/>
          <p:cNvSpPr/>
          <p:nvPr/>
        </p:nvSpPr>
        <p:spPr>
          <a:xfrm>
            <a:off x="0" y="1925"/>
            <a:ext cx="2966000" cy="937200"/>
          </a:xfrm>
          <a:prstGeom prst="rect">
            <a:avLst/>
          </a:prstGeom>
          <a:solidFill>
            <a:srgbClr val="EB8C00"/>
          </a:solidFill>
          <a:ln w="9525" cap="flat" cmpd="sng">
            <a:solidFill>
              <a:schemeClr val="accent4"/>
            </a:solidFill>
            <a:prstDash val="solid"/>
            <a:round/>
            <a:headEnd type="none" w="sm" len="sm"/>
            <a:tailEnd type="none" w="sm" len="sm"/>
          </a:ln>
        </p:spPr>
        <p:txBody>
          <a:bodyPr spcFirstLastPara="1" wrap="square" lIns="365767" tIns="91433" rIns="91433" bIns="91433" anchor="ctr" anchorCtr="0">
            <a:noAutofit/>
          </a:bodyPr>
          <a:lstStyle/>
          <a:p>
            <a:pPr>
              <a:buClr>
                <a:srgbClr val="000000"/>
              </a:buClr>
              <a:buSzPts val="2400"/>
            </a:pPr>
            <a:r>
              <a:rPr lang="en" sz="3200" dirty="0">
                <a:solidFill>
                  <a:srgbClr val="FFFFFF"/>
                </a:solidFill>
                <a:latin typeface="Georgia"/>
                <a:ea typeface="Georgia"/>
                <a:cs typeface="Georgia"/>
                <a:sym typeface="Georgia"/>
              </a:rPr>
              <a:t>Next Steps</a:t>
            </a:r>
            <a:endParaRPr sz="1467" dirty="0">
              <a:solidFill>
                <a:srgbClr val="000000"/>
              </a:solidFill>
              <a:latin typeface="Arial"/>
              <a:ea typeface="Arial"/>
              <a:cs typeface="Arial"/>
              <a:sym typeface="Arial"/>
            </a:endParaRPr>
          </a:p>
        </p:txBody>
      </p:sp>
      <p:cxnSp>
        <p:nvCxnSpPr>
          <p:cNvPr id="15963" name="Google Shape;15963;p2134"/>
          <p:cNvCxnSpPr/>
          <p:nvPr/>
        </p:nvCxnSpPr>
        <p:spPr>
          <a:xfrm>
            <a:off x="6090000" y="1404875"/>
            <a:ext cx="12000" cy="3728800"/>
          </a:xfrm>
          <a:prstGeom prst="straightConnector1">
            <a:avLst/>
          </a:prstGeom>
          <a:noFill/>
          <a:ln w="9525" cap="flat" cmpd="sng">
            <a:solidFill>
              <a:schemeClr val="dk2"/>
            </a:solidFill>
            <a:prstDash val="solid"/>
            <a:round/>
            <a:headEnd type="none" w="sm" len="sm"/>
            <a:tailEnd type="none" w="sm" len="sm"/>
          </a:ln>
        </p:spPr>
      </p:cxnSp>
      <p:pic>
        <p:nvPicPr>
          <p:cNvPr id="15964" name="Google Shape;15964;p2134"/>
          <p:cNvPicPr preferRelativeResize="0"/>
          <p:nvPr/>
        </p:nvPicPr>
        <p:blipFill>
          <a:blip r:embed="rId3">
            <a:alphaModFix/>
          </a:blip>
          <a:stretch>
            <a:fillRect/>
          </a:stretch>
        </p:blipFill>
        <p:spPr>
          <a:xfrm>
            <a:off x="2965801" y="-3626"/>
            <a:ext cx="1374348" cy="948299"/>
          </a:xfrm>
          <a:prstGeom prst="rect">
            <a:avLst/>
          </a:prstGeom>
          <a:noFill/>
          <a:ln>
            <a:noFill/>
          </a:ln>
        </p:spPr>
      </p:pic>
      <p:sp>
        <p:nvSpPr>
          <p:cNvPr id="15965" name="Google Shape;15965;p2134"/>
          <p:cNvSpPr txBox="1"/>
          <p:nvPr/>
        </p:nvSpPr>
        <p:spPr>
          <a:xfrm>
            <a:off x="442925" y="1892725"/>
            <a:ext cx="5473600" cy="3000000"/>
          </a:xfrm>
          <a:prstGeom prst="rect">
            <a:avLst/>
          </a:prstGeom>
          <a:noFill/>
          <a:ln>
            <a:noFill/>
          </a:ln>
        </p:spPr>
        <p:txBody>
          <a:bodyPr spcFirstLastPara="1" wrap="square" lIns="91433" tIns="91433" rIns="91433" bIns="91433" anchor="t" anchorCtr="0">
            <a:noAutofit/>
          </a:bodyPr>
          <a:lstStyle/>
          <a:p>
            <a:pPr marL="457189" indent="-321725">
              <a:buClr>
                <a:schemeClr val="dk1"/>
              </a:buClr>
              <a:buSzPts val="1200"/>
              <a:buFont typeface="Georgia"/>
              <a:buChar char="❏"/>
            </a:pPr>
            <a:r>
              <a:rPr lang="en" sz="1600" dirty="0">
                <a:solidFill>
                  <a:schemeClr val="dk1"/>
                </a:solidFill>
                <a:latin typeface="Georgia"/>
                <a:ea typeface="Georgia"/>
                <a:cs typeface="Georgia"/>
                <a:sym typeface="Georgia"/>
              </a:rPr>
              <a:t>Visit the </a:t>
            </a:r>
            <a:r>
              <a:rPr lang="en" sz="1600" u="sng" dirty="0">
                <a:solidFill>
                  <a:schemeClr val="accent1"/>
                </a:solidFill>
                <a:latin typeface="Georgia"/>
                <a:ea typeface="Georgia"/>
                <a:cs typeface="Georgia"/>
                <a:sym typeface="Georgia"/>
                <a:hlinkClick r:id="rId4">
                  <a:extLst>
                    <a:ext uri="{A12FA001-AC4F-418D-AE19-62706E023703}">
                      <ahyp:hlinkClr xmlns:ahyp="http://schemas.microsoft.com/office/drawing/2018/hyperlinkcolor" val="tx"/>
                    </a:ext>
                  </a:extLst>
                </a:hlinkClick>
              </a:rPr>
              <a:t>Workbench Guide site</a:t>
            </a:r>
            <a:endParaRPr sz="1600" dirty="0">
              <a:solidFill>
                <a:schemeClr val="dk1"/>
              </a:solidFill>
              <a:latin typeface="Georgia"/>
              <a:ea typeface="Georgia"/>
              <a:cs typeface="Georgia"/>
              <a:sym typeface="Georgia"/>
            </a:endParaRPr>
          </a:p>
          <a:p>
            <a:pPr marL="457189" indent="-321725">
              <a:spcBef>
                <a:spcPts val="1067"/>
              </a:spcBef>
              <a:buClr>
                <a:schemeClr val="dk1"/>
              </a:buClr>
              <a:buSzPts val="1200"/>
              <a:buFont typeface="Georgia"/>
              <a:buChar char="❏"/>
            </a:pPr>
            <a:r>
              <a:rPr lang="en" sz="1600" dirty="0">
                <a:solidFill>
                  <a:schemeClr val="dk1"/>
                </a:solidFill>
                <a:latin typeface="Georgia"/>
                <a:ea typeface="Georgia"/>
                <a:cs typeface="Georgia"/>
                <a:sym typeface="Georgia"/>
              </a:rPr>
              <a:t>Watch </a:t>
            </a:r>
            <a:r>
              <a:rPr lang="en" sz="1600" u="sng" dirty="0">
                <a:solidFill>
                  <a:schemeClr val="hlink"/>
                </a:solidFill>
                <a:latin typeface="Georgia"/>
                <a:ea typeface="Georgia"/>
                <a:cs typeface="Georgia"/>
                <a:sym typeface="Georgia"/>
                <a:hlinkClick r:id="rId5"/>
              </a:rPr>
              <a:t>Workbench How-To Videos</a:t>
            </a:r>
            <a:endParaRPr sz="1600" dirty="0">
              <a:solidFill>
                <a:schemeClr val="dk1"/>
              </a:solidFill>
              <a:latin typeface="Georgia"/>
              <a:ea typeface="Georgia"/>
              <a:cs typeface="Georgia"/>
              <a:sym typeface="Georgia"/>
            </a:endParaRPr>
          </a:p>
          <a:p>
            <a:pPr marL="457189" indent="-321725">
              <a:spcBef>
                <a:spcPts val="1067"/>
              </a:spcBef>
              <a:buClr>
                <a:schemeClr val="dk1"/>
              </a:buClr>
              <a:buSzPts val="1200"/>
              <a:buFont typeface="Georgia"/>
              <a:buChar char="❏"/>
            </a:pPr>
            <a:r>
              <a:rPr lang="en" sz="1600" dirty="0">
                <a:solidFill>
                  <a:schemeClr val="dk1"/>
                </a:solidFill>
                <a:latin typeface="Georgia"/>
                <a:ea typeface="Georgia"/>
                <a:cs typeface="Georgia"/>
                <a:sym typeface="Georgia"/>
              </a:rPr>
              <a:t>Visit the </a:t>
            </a:r>
            <a:r>
              <a:rPr lang="en" sz="1600" u="sng" dirty="0">
                <a:solidFill>
                  <a:schemeClr val="hlink"/>
                </a:solidFill>
                <a:latin typeface="Georgia"/>
                <a:ea typeface="Georgia"/>
                <a:cs typeface="Georgia"/>
                <a:sym typeface="Georgia"/>
                <a:hlinkClick r:id="rId6"/>
              </a:rPr>
              <a:t>Digitizing TMT</a:t>
            </a:r>
            <a:r>
              <a:rPr lang="en" sz="1600" dirty="0">
                <a:solidFill>
                  <a:schemeClr val="dk1"/>
                </a:solidFill>
                <a:latin typeface="Georgia"/>
                <a:ea typeface="Georgia"/>
                <a:cs typeface="Georgia"/>
                <a:sym typeface="Georgia"/>
              </a:rPr>
              <a:t> microsite </a:t>
            </a:r>
            <a:endParaRPr sz="1600" dirty="0">
              <a:solidFill>
                <a:schemeClr val="dk1"/>
              </a:solidFill>
              <a:latin typeface="Georgia"/>
              <a:ea typeface="Georgia"/>
              <a:cs typeface="Georgia"/>
              <a:sym typeface="Georgia"/>
            </a:endParaRPr>
          </a:p>
          <a:p>
            <a:pPr marL="457189" indent="-321725">
              <a:spcBef>
                <a:spcPts val="1067"/>
              </a:spcBef>
              <a:buClr>
                <a:schemeClr val="dk1"/>
              </a:buClr>
              <a:buSzPts val="1200"/>
              <a:buFont typeface="Georgia"/>
              <a:buChar char="❏"/>
            </a:pPr>
            <a:r>
              <a:rPr lang="en" sz="1600" dirty="0">
                <a:solidFill>
                  <a:schemeClr val="dk1"/>
                </a:solidFill>
                <a:latin typeface="Georgia"/>
                <a:ea typeface="Georgia"/>
                <a:cs typeface="Georgia"/>
                <a:sym typeface="Georgia"/>
              </a:rPr>
              <a:t>Watch a full walkthrough of </a:t>
            </a:r>
            <a:r>
              <a:rPr lang="en" sz="1600" u="sng" dirty="0">
                <a:solidFill>
                  <a:schemeClr val="hlink"/>
                </a:solidFill>
                <a:latin typeface="Georgia"/>
                <a:ea typeface="Georgia"/>
                <a:cs typeface="Georgia"/>
                <a:sym typeface="Georgia"/>
                <a:hlinkClick r:id="rId7"/>
              </a:rPr>
              <a:t>Workbench basics for TMT</a:t>
            </a:r>
            <a:endParaRPr sz="1600" dirty="0">
              <a:solidFill>
                <a:schemeClr val="dk1"/>
              </a:solidFill>
              <a:latin typeface="Georgia"/>
              <a:ea typeface="Georgia"/>
              <a:cs typeface="Georgia"/>
              <a:sym typeface="Georgia"/>
            </a:endParaRPr>
          </a:p>
          <a:p>
            <a:pPr marL="457189" indent="-321725">
              <a:spcBef>
                <a:spcPts val="1067"/>
              </a:spcBef>
              <a:buClr>
                <a:schemeClr val="dk1"/>
              </a:buClr>
              <a:buSzPts val="1200"/>
              <a:buFont typeface="Georgia"/>
              <a:buChar char="❏"/>
            </a:pPr>
            <a:r>
              <a:rPr lang="en" sz="1600" dirty="0">
                <a:solidFill>
                  <a:schemeClr val="dk1"/>
                </a:solidFill>
                <a:latin typeface="Georgia"/>
                <a:ea typeface="Georgia"/>
                <a:cs typeface="Georgia"/>
                <a:sym typeface="Georgia"/>
              </a:rPr>
              <a:t>Ask a </a:t>
            </a:r>
            <a:r>
              <a:rPr lang="en" sz="1600" u="sng" dirty="0">
                <a:solidFill>
                  <a:schemeClr val="accent1"/>
                </a:solidFill>
                <a:latin typeface="Georgia"/>
                <a:ea typeface="Georgia"/>
                <a:cs typeface="Georgia"/>
                <a:sym typeface="Georgia"/>
                <a:hlinkClick r:id="rId8">
                  <a:extLst>
                    <a:ext uri="{A12FA001-AC4F-418D-AE19-62706E023703}">
                      <ahyp:hlinkClr xmlns:ahyp="http://schemas.microsoft.com/office/drawing/2018/hyperlinkcolor" val="tx"/>
                    </a:ext>
                  </a:extLst>
                </a:hlinkClick>
              </a:rPr>
              <a:t>Digital Accelerator</a:t>
            </a:r>
            <a:endParaRPr sz="1600" dirty="0">
              <a:solidFill>
                <a:schemeClr val="dk1"/>
              </a:solidFill>
              <a:latin typeface="Georgia"/>
              <a:ea typeface="Georgia"/>
              <a:cs typeface="Georgia"/>
              <a:sym typeface="Georgia"/>
            </a:endParaRPr>
          </a:p>
          <a:p>
            <a:pPr marL="457189" indent="-321725">
              <a:spcBef>
                <a:spcPts val="1067"/>
              </a:spcBef>
              <a:spcAft>
                <a:spcPts val="1067"/>
              </a:spcAft>
              <a:buClr>
                <a:schemeClr val="dk1"/>
              </a:buClr>
              <a:buSzPts val="1200"/>
              <a:buFont typeface="Georgia"/>
              <a:buChar char="❏"/>
            </a:pPr>
            <a:r>
              <a:rPr lang="en" sz="1600" dirty="0">
                <a:solidFill>
                  <a:schemeClr val="dk1"/>
                </a:solidFill>
                <a:latin typeface="Georgia"/>
                <a:ea typeface="Georgia"/>
                <a:cs typeface="Georgia"/>
                <a:sym typeface="Georgia"/>
              </a:rPr>
              <a:t>Ask a </a:t>
            </a:r>
            <a:r>
              <a:rPr lang="en" sz="1600" u="sng" dirty="0">
                <a:solidFill>
                  <a:schemeClr val="accent1"/>
                </a:solidFill>
                <a:latin typeface="Georgia"/>
                <a:ea typeface="Georgia"/>
                <a:cs typeface="Georgia"/>
                <a:sym typeface="Georgia"/>
                <a:hlinkClick r:id="rId9">
                  <a:extLst>
                    <a:ext uri="{A12FA001-AC4F-418D-AE19-62706E023703}">
                      <ahyp:hlinkClr xmlns:ahyp="http://schemas.microsoft.com/office/drawing/2018/hyperlinkcolor" val="tx"/>
                    </a:ext>
                  </a:extLst>
                </a:hlinkClick>
              </a:rPr>
              <a:t>Digital Lab Champion</a:t>
            </a:r>
            <a:endParaRPr sz="1600" dirty="0">
              <a:latin typeface="Georgia"/>
              <a:ea typeface="Georgia"/>
              <a:cs typeface="Georgia"/>
              <a:sym typeface="Georgia"/>
            </a:endParaRPr>
          </a:p>
        </p:txBody>
      </p:sp>
      <p:sp>
        <p:nvSpPr>
          <p:cNvPr id="15966" name="Google Shape;15966;p2134"/>
          <p:cNvSpPr txBox="1"/>
          <p:nvPr/>
        </p:nvSpPr>
        <p:spPr>
          <a:xfrm>
            <a:off x="6402751" y="1349973"/>
            <a:ext cx="2732000" cy="434400"/>
          </a:xfrm>
          <a:prstGeom prst="rect">
            <a:avLst/>
          </a:prstGeom>
          <a:noFill/>
          <a:ln>
            <a:noFill/>
          </a:ln>
        </p:spPr>
        <p:txBody>
          <a:bodyPr spcFirstLastPara="1" wrap="square" lIns="0" tIns="0" rIns="0" bIns="0" anchor="t" anchorCtr="0">
            <a:noAutofit/>
          </a:bodyPr>
          <a:lstStyle/>
          <a:p>
            <a:pPr>
              <a:buClr>
                <a:srgbClr val="000000"/>
              </a:buClr>
              <a:buSzPts val="1200"/>
            </a:pPr>
            <a:r>
              <a:rPr lang="en" sz="2533" b="1">
                <a:solidFill>
                  <a:schemeClr val="accent1"/>
                </a:solidFill>
                <a:latin typeface="Helvetica Neue"/>
                <a:ea typeface="Helvetica Neue"/>
                <a:cs typeface="Helvetica Neue"/>
                <a:sym typeface="Helvetica Neue"/>
              </a:rPr>
              <a:t>Act</a:t>
            </a:r>
            <a:endParaRPr sz="2533" b="1">
              <a:solidFill>
                <a:schemeClr val="accent1"/>
              </a:solidFill>
              <a:latin typeface="Helvetica Neue"/>
              <a:ea typeface="Helvetica Neue"/>
              <a:cs typeface="Helvetica Neue"/>
              <a:sym typeface="Helvetica Neue"/>
            </a:endParaRPr>
          </a:p>
        </p:txBody>
      </p:sp>
      <p:sp>
        <p:nvSpPr>
          <p:cNvPr id="15967" name="Google Shape;15967;p2134"/>
          <p:cNvSpPr txBox="1"/>
          <p:nvPr/>
        </p:nvSpPr>
        <p:spPr>
          <a:xfrm>
            <a:off x="6402751" y="1892725"/>
            <a:ext cx="5473600" cy="3000000"/>
          </a:xfrm>
          <a:prstGeom prst="rect">
            <a:avLst/>
          </a:prstGeom>
          <a:noFill/>
          <a:ln>
            <a:noFill/>
          </a:ln>
        </p:spPr>
        <p:txBody>
          <a:bodyPr spcFirstLastPara="1" wrap="square" lIns="91433" tIns="91433" rIns="91433" bIns="91433" anchor="t" anchorCtr="0">
            <a:noAutofit/>
          </a:bodyPr>
          <a:lstStyle/>
          <a:p>
            <a:pPr marL="457189" indent="-321725">
              <a:buClr>
                <a:schemeClr val="dk1"/>
              </a:buClr>
              <a:buSzPts val="1200"/>
              <a:buFont typeface="Georgia"/>
              <a:buChar char="❏"/>
            </a:pPr>
            <a:r>
              <a:rPr lang="en" sz="1600">
                <a:solidFill>
                  <a:schemeClr val="dk1"/>
                </a:solidFill>
                <a:latin typeface="Georgia"/>
                <a:ea typeface="Georgia"/>
                <a:cs typeface="Georgia"/>
                <a:sym typeface="Georgia"/>
              </a:rPr>
              <a:t>Attend an upcoming </a:t>
            </a:r>
            <a:r>
              <a:rPr lang="en" sz="1600" u="sng">
                <a:solidFill>
                  <a:schemeClr val="accent1"/>
                </a:solidFill>
                <a:latin typeface="Georgia"/>
                <a:ea typeface="Georgia"/>
                <a:cs typeface="Georgia"/>
                <a:sym typeface="Georgia"/>
                <a:hlinkClick r:id="rId10">
                  <a:extLst>
                    <a:ext uri="{A12FA001-AC4F-418D-AE19-62706E023703}">
                      <ahyp:hlinkClr xmlns:ahyp="http://schemas.microsoft.com/office/drawing/2018/hyperlinkcolor" val="tx"/>
                    </a:ext>
                  </a:extLst>
                </a:hlinkClick>
              </a:rPr>
              <a:t>TMT Lunch and Learn</a:t>
            </a:r>
            <a:endParaRPr sz="1600">
              <a:latin typeface="Georgia"/>
              <a:ea typeface="Georgia"/>
              <a:cs typeface="Georgia"/>
              <a:sym typeface="Georgia"/>
            </a:endParaRPr>
          </a:p>
          <a:p>
            <a:pPr marL="457189" indent="-321725">
              <a:spcBef>
                <a:spcPts val="1067"/>
              </a:spcBef>
              <a:buClr>
                <a:schemeClr val="dk1"/>
              </a:buClr>
              <a:buSzPts val="1200"/>
              <a:buFont typeface="Georgia"/>
              <a:buChar char="❏"/>
            </a:pPr>
            <a:r>
              <a:rPr lang="en" sz="1600">
                <a:solidFill>
                  <a:schemeClr val="dk1"/>
                </a:solidFill>
                <a:latin typeface="Georgia"/>
                <a:ea typeface="Georgia"/>
                <a:cs typeface="Georgia"/>
                <a:sym typeface="Georgia"/>
              </a:rPr>
              <a:t>Join a </a:t>
            </a:r>
            <a:r>
              <a:rPr lang="en" sz="1600" u="sng">
                <a:solidFill>
                  <a:schemeClr val="accent1"/>
                </a:solidFill>
                <a:latin typeface="Georgia"/>
                <a:ea typeface="Georgia"/>
                <a:cs typeface="Georgia"/>
                <a:sym typeface="Georgia"/>
                <a:hlinkClick r:id="rId11">
                  <a:extLst>
                    <a:ext uri="{A12FA001-AC4F-418D-AE19-62706E023703}">
                      <ahyp:hlinkClr xmlns:ahyp="http://schemas.microsoft.com/office/drawing/2018/hyperlinkcolor" val="tx"/>
                    </a:ext>
                  </a:extLst>
                </a:hlinkClick>
              </a:rPr>
              <a:t>Digital Community</a:t>
            </a:r>
            <a:r>
              <a:rPr lang="en" sz="1600">
                <a:solidFill>
                  <a:schemeClr val="dk1"/>
                </a:solidFill>
                <a:latin typeface="Georgia"/>
                <a:ea typeface="Georgia"/>
                <a:cs typeface="Georgia"/>
                <a:sym typeface="Georgia"/>
              </a:rPr>
              <a:t> for various skills and technologies</a:t>
            </a:r>
            <a:endParaRPr sz="1600">
              <a:solidFill>
                <a:schemeClr val="dk1"/>
              </a:solidFill>
              <a:latin typeface="Georgia"/>
              <a:ea typeface="Georgia"/>
              <a:cs typeface="Georgia"/>
              <a:sym typeface="Georgia"/>
            </a:endParaRPr>
          </a:p>
          <a:p>
            <a:pPr marL="457189" indent="-321725">
              <a:spcBef>
                <a:spcPts val="1067"/>
              </a:spcBef>
              <a:buClr>
                <a:schemeClr val="dk1"/>
              </a:buClr>
              <a:buSzPts val="1200"/>
              <a:buFont typeface="Georgia"/>
              <a:buChar char="❏"/>
            </a:pPr>
            <a:r>
              <a:rPr lang="en" sz="1600">
                <a:latin typeface="Georgia"/>
                <a:ea typeface="Georgia"/>
                <a:cs typeface="Georgia"/>
                <a:sym typeface="Georgia"/>
              </a:rPr>
              <a:t>Review your automation performance and goals for FY20 and FY21, respectively </a:t>
            </a:r>
            <a:endParaRPr sz="1600">
              <a:latin typeface="Georgia"/>
              <a:ea typeface="Georgia"/>
              <a:cs typeface="Georgia"/>
              <a:sym typeface="Georgia"/>
            </a:endParaRPr>
          </a:p>
          <a:p>
            <a:pPr marL="457189" indent="-321725">
              <a:spcBef>
                <a:spcPts val="1067"/>
              </a:spcBef>
              <a:spcAft>
                <a:spcPts val="1067"/>
              </a:spcAft>
              <a:buClr>
                <a:schemeClr val="dk1"/>
              </a:buClr>
              <a:buSzPts val="1200"/>
              <a:buFont typeface="Georgia"/>
              <a:buChar char="❏"/>
            </a:pPr>
            <a:r>
              <a:rPr lang="en" sz="1600">
                <a:latin typeface="Georgia"/>
                <a:ea typeface="Georgia"/>
                <a:cs typeface="Georgia"/>
                <a:sym typeface="Georgia"/>
              </a:rPr>
              <a:t>Activate and challenge your teams to use new tools and resources like Workbench on engagements </a:t>
            </a:r>
            <a:endParaRPr sz="1600">
              <a:latin typeface="Georgia"/>
              <a:ea typeface="Georgia"/>
              <a:cs typeface="Georgia"/>
              <a:sym typeface="Georgia"/>
            </a:endParaRPr>
          </a:p>
        </p:txBody>
      </p:sp>
      <p:sp>
        <p:nvSpPr>
          <p:cNvPr id="15968" name="Google Shape;15968;p2134"/>
          <p:cNvSpPr txBox="1"/>
          <p:nvPr/>
        </p:nvSpPr>
        <p:spPr>
          <a:xfrm>
            <a:off x="-100" y="5351300"/>
            <a:ext cx="12192000" cy="434400"/>
          </a:xfrm>
          <a:prstGeom prst="rect">
            <a:avLst/>
          </a:prstGeom>
          <a:noFill/>
          <a:ln>
            <a:noFill/>
          </a:ln>
        </p:spPr>
        <p:txBody>
          <a:bodyPr spcFirstLastPara="1" wrap="square" lIns="0" tIns="0" rIns="0" bIns="0" anchor="t" anchorCtr="0">
            <a:noAutofit/>
          </a:bodyPr>
          <a:lstStyle/>
          <a:p>
            <a:pPr algn="ctr">
              <a:buClr>
                <a:srgbClr val="000000"/>
              </a:buClr>
              <a:buSzPts val="1200"/>
            </a:pPr>
            <a:r>
              <a:rPr lang="en" sz="2533" b="1">
                <a:solidFill>
                  <a:srgbClr val="D04A02"/>
                </a:solidFill>
                <a:latin typeface="Helvetica Neue"/>
                <a:ea typeface="Helvetica Neue"/>
                <a:cs typeface="Helvetica Neue"/>
                <a:sym typeface="Helvetica Neue"/>
              </a:rPr>
              <a:t>Connect</a:t>
            </a:r>
            <a:endParaRPr sz="2533" b="1">
              <a:solidFill>
                <a:srgbClr val="D04A02"/>
              </a:solidFill>
              <a:latin typeface="Helvetica Neue"/>
              <a:ea typeface="Helvetica Neue"/>
              <a:cs typeface="Helvetica Neue"/>
              <a:sym typeface="Helvetica Neue"/>
            </a:endParaRPr>
          </a:p>
        </p:txBody>
      </p:sp>
      <p:sp>
        <p:nvSpPr>
          <p:cNvPr id="15969" name="Google Shape;15969;p2134"/>
          <p:cNvSpPr txBox="1"/>
          <p:nvPr/>
        </p:nvSpPr>
        <p:spPr>
          <a:xfrm>
            <a:off x="0" y="5633300"/>
            <a:ext cx="12192000" cy="721200"/>
          </a:xfrm>
          <a:prstGeom prst="rect">
            <a:avLst/>
          </a:prstGeom>
          <a:noFill/>
          <a:ln>
            <a:noFill/>
          </a:ln>
        </p:spPr>
        <p:txBody>
          <a:bodyPr spcFirstLastPara="1" wrap="square" lIns="91433" tIns="91433" rIns="91433" bIns="91433" anchor="t" anchorCtr="0">
            <a:noAutofit/>
          </a:bodyPr>
          <a:lstStyle/>
          <a:p>
            <a:pPr algn="ctr">
              <a:spcAft>
                <a:spcPts val="1067"/>
              </a:spcAft>
            </a:pPr>
            <a:r>
              <a:rPr lang="en" sz="1600">
                <a:latin typeface="Georgia"/>
                <a:ea typeface="Georgia"/>
                <a:cs typeface="Georgia"/>
                <a:sym typeface="Georgia"/>
              </a:rPr>
              <a:t>Still not finding the answers to your questions? </a:t>
            </a:r>
            <a:br>
              <a:rPr lang="en" sz="1600">
                <a:latin typeface="Georgia"/>
                <a:ea typeface="Georgia"/>
                <a:cs typeface="Georgia"/>
                <a:sym typeface="Georgia"/>
              </a:rPr>
            </a:br>
            <a:r>
              <a:rPr lang="en" sz="1600" u="sng">
                <a:solidFill>
                  <a:srgbClr val="D04A02"/>
                </a:solidFill>
                <a:latin typeface="Georgia"/>
                <a:ea typeface="Georgia"/>
                <a:cs typeface="Georgia"/>
                <a:sym typeface="Georgia"/>
                <a:hlinkClick r:id="rId12">
                  <a:extLst>
                    <a:ext uri="{A12FA001-AC4F-418D-AE19-62706E023703}">
                      <ahyp:hlinkClr xmlns:ahyp="http://schemas.microsoft.com/office/drawing/2018/hyperlinkcolor" val="tx"/>
                    </a:ext>
                  </a:extLst>
                </a:hlinkClick>
              </a:rPr>
              <a:t>Reach out to TMT’s dedicated Digital Automation Team</a:t>
            </a:r>
            <a:r>
              <a:rPr lang="en" sz="1600">
                <a:latin typeface="Georgia"/>
                <a:ea typeface="Georgia"/>
                <a:cs typeface="Georgia"/>
                <a:sym typeface="Georgia"/>
              </a:rPr>
              <a:t> </a:t>
            </a:r>
            <a:endParaRPr sz="1600">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2"/>
        <p:cNvGrpSpPr/>
        <p:nvPr/>
      </p:nvGrpSpPr>
      <p:grpSpPr>
        <a:xfrm>
          <a:off x="0" y="0"/>
          <a:ext cx="0" cy="0"/>
          <a:chOff x="0" y="0"/>
          <a:chExt cx="0" cy="0"/>
        </a:xfrm>
      </p:grpSpPr>
      <p:pic>
        <p:nvPicPr>
          <p:cNvPr id="2933" name="Google Shape;2933;p206"/>
          <p:cNvPicPr preferRelativeResize="0"/>
          <p:nvPr/>
        </p:nvPicPr>
        <p:blipFill rotWithShape="1">
          <a:blip r:embed="rId3">
            <a:alphaModFix/>
          </a:blip>
          <a:srcRect l="-1639" t="36538" r="60130" b="-1288"/>
          <a:stretch/>
        </p:blipFill>
        <p:spPr>
          <a:xfrm>
            <a:off x="4882800" y="1"/>
            <a:ext cx="7309205" cy="6857999"/>
          </a:xfrm>
          <a:prstGeom prst="rect">
            <a:avLst/>
          </a:prstGeom>
          <a:noFill/>
          <a:ln>
            <a:noFill/>
          </a:ln>
        </p:spPr>
      </p:pic>
      <p:sp>
        <p:nvSpPr>
          <p:cNvPr id="2934" name="Google Shape;2934;p206"/>
          <p:cNvSpPr txBox="1"/>
          <p:nvPr/>
        </p:nvSpPr>
        <p:spPr>
          <a:xfrm>
            <a:off x="2324100" y="4554225"/>
            <a:ext cx="1647600" cy="1003200"/>
          </a:xfrm>
          <a:prstGeom prst="rect">
            <a:avLst/>
          </a:prstGeom>
          <a:solidFill>
            <a:srgbClr val="000000"/>
          </a:solidFill>
          <a:ln>
            <a:noFill/>
          </a:ln>
        </p:spPr>
        <p:txBody>
          <a:bodyPr spcFirstLastPara="1" wrap="square" lIns="183300" tIns="137500" rIns="183300" bIns="229167" anchor="ctr" anchorCtr="0">
            <a:noAutofit/>
          </a:bodyPr>
          <a:lstStyle/>
          <a:p>
            <a:pPr algn="ctr">
              <a:buClr>
                <a:srgbClr val="000000"/>
              </a:buClr>
              <a:buSzPts val="3600"/>
            </a:pPr>
            <a:r>
              <a:rPr lang="en" sz="4800">
                <a:solidFill>
                  <a:srgbClr val="FFFFFF"/>
                </a:solidFill>
                <a:latin typeface="Georgia"/>
                <a:ea typeface="Georgia"/>
                <a:cs typeface="Georgia"/>
                <a:sym typeface="Georgia"/>
              </a:rPr>
              <a:t>you</a:t>
            </a:r>
            <a:endParaRPr sz="4800">
              <a:solidFill>
                <a:srgbClr val="FFFFFF"/>
              </a:solidFill>
              <a:latin typeface="Arial"/>
              <a:ea typeface="Arial"/>
              <a:cs typeface="Arial"/>
              <a:sym typeface="Arial"/>
            </a:endParaRPr>
          </a:p>
        </p:txBody>
      </p:sp>
      <p:sp>
        <p:nvSpPr>
          <p:cNvPr id="2935" name="Google Shape;2935;p206"/>
          <p:cNvSpPr txBox="1"/>
          <p:nvPr/>
        </p:nvSpPr>
        <p:spPr>
          <a:xfrm>
            <a:off x="1016251" y="3581400"/>
            <a:ext cx="2374800" cy="1003200"/>
          </a:xfrm>
          <a:prstGeom prst="rect">
            <a:avLst/>
          </a:prstGeom>
          <a:solidFill>
            <a:srgbClr val="000000"/>
          </a:solidFill>
          <a:ln>
            <a:noFill/>
          </a:ln>
        </p:spPr>
        <p:txBody>
          <a:bodyPr spcFirstLastPara="1" wrap="square" lIns="183300" tIns="137500" rIns="183300" bIns="229167" anchor="ctr" anchorCtr="0">
            <a:noAutofit/>
          </a:bodyPr>
          <a:lstStyle/>
          <a:p>
            <a:pPr algn="ctr">
              <a:buClr>
                <a:srgbClr val="000000"/>
              </a:buClr>
              <a:buSzPts val="3600"/>
            </a:pPr>
            <a:r>
              <a:rPr lang="en" sz="4800">
                <a:solidFill>
                  <a:srgbClr val="FFFFFF"/>
                </a:solidFill>
                <a:latin typeface="Georgia"/>
                <a:ea typeface="Georgia"/>
                <a:cs typeface="Georgia"/>
                <a:sym typeface="Georgia"/>
              </a:rPr>
              <a:t>Thank</a:t>
            </a:r>
            <a:endParaRPr sz="4800">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3"/>
        <p:cNvGrpSpPr/>
        <p:nvPr/>
      </p:nvGrpSpPr>
      <p:grpSpPr>
        <a:xfrm>
          <a:off x="0" y="0"/>
          <a:ext cx="0" cy="0"/>
          <a:chOff x="0" y="0"/>
          <a:chExt cx="0" cy="0"/>
        </a:xfrm>
      </p:grpSpPr>
      <p:sp>
        <p:nvSpPr>
          <p:cNvPr id="3144" name="Google Shape;3144;p144"/>
          <p:cNvSpPr txBox="1">
            <a:spLocks noGrp="1"/>
          </p:cNvSpPr>
          <p:nvPr>
            <p:ph type="ctrTitle" idx="4294967295"/>
          </p:nvPr>
        </p:nvSpPr>
        <p:spPr>
          <a:xfrm>
            <a:off x="442384" y="2210997"/>
            <a:ext cx="4779200" cy="2211600"/>
          </a:xfrm>
          <a:prstGeom prst="rect">
            <a:avLst/>
          </a:prstGeom>
          <a:noFill/>
          <a:ln>
            <a:noFill/>
          </a:ln>
        </p:spPr>
        <p:txBody>
          <a:bodyPr spcFirstLastPara="1" wrap="square" lIns="0" tIns="0" rIns="0" bIns="0" anchor="t" anchorCtr="0">
            <a:noAutofit/>
          </a:bodyPr>
          <a:lstStyle/>
          <a:p>
            <a:pPr>
              <a:lnSpc>
                <a:spcPct val="100000"/>
              </a:lnSpc>
              <a:buSzPts val="800"/>
            </a:pPr>
            <a:r>
              <a:rPr lang="en" sz="8000" dirty="0"/>
              <a:t>Thank you</a:t>
            </a:r>
            <a:endParaRPr sz="8000" b="1" dirty="0">
              <a:latin typeface="Arial"/>
              <a:ea typeface="Arial"/>
              <a:cs typeface="Arial"/>
              <a:sym typeface="Arial"/>
            </a:endParaRPr>
          </a:p>
        </p:txBody>
      </p:sp>
      <p:sp>
        <p:nvSpPr>
          <p:cNvPr id="3145" name="Google Shape;3145;p144"/>
          <p:cNvSpPr txBox="1">
            <a:spLocks noGrp="1"/>
          </p:cNvSpPr>
          <p:nvPr>
            <p:ph type="body" idx="4294967295"/>
          </p:nvPr>
        </p:nvSpPr>
        <p:spPr>
          <a:xfrm>
            <a:off x="442384" y="4927914"/>
            <a:ext cx="1810800" cy="205121"/>
          </a:xfrm>
          <a:prstGeom prst="rect">
            <a:avLst/>
          </a:prstGeom>
          <a:noFill/>
          <a:ln>
            <a:noFill/>
          </a:ln>
        </p:spPr>
        <p:txBody>
          <a:bodyPr spcFirstLastPara="1" wrap="square" lIns="0" tIns="0" rIns="0" bIns="0" anchor="t" anchorCtr="0">
            <a:spAutoFit/>
          </a:bodyPr>
          <a:lstStyle/>
          <a:p>
            <a:pPr marL="0" indent="0">
              <a:buSzPts val="800"/>
              <a:buNone/>
            </a:pPr>
            <a:r>
              <a:rPr lang="en" sz="1333" b="1" dirty="0"/>
              <a:t>April 2023</a:t>
            </a:r>
            <a:endParaRPr dirty="0"/>
          </a:p>
        </p:txBody>
      </p:sp>
      <p:sp>
        <p:nvSpPr>
          <p:cNvPr id="3146" name="Google Shape;3146;p144"/>
          <p:cNvSpPr/>
          <p:nvPr/>
        </p:nvSpPr>
        <p:spPr>
          <a:xfrm>
            <a:off x="358333" y="6469800"/>
            <a:ext cx="2804000" cy="199200"/>
          </a:xfrm>
          <a:prstGeom prst="rect">
            <a:avLst/>
          </a:prstGeom>
          <a:solidFill>
            <a:srgbClr val="FFFFFF"/>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3147" name="Google Shape;3147;p144"/>
          <p:cNvSpPr/>
          <p:nvPr/>
        </p:nvSpPr>
        <p:spPr>
          <a:xfrm>
            <a:off x="442383" y="5253900"/>
            <a:ext cx="6428400" cy="1005600"/>
          </a:xfrm>
          <a:prstGeom prst="rect">
            <a:avLst/>
          </a:prstGeom>
          <a:noFill/>
          <a:ln>
            <a:noFill/>
          </a:ln>
        </p:spPr>
        <p:txBody>
          <a:bodyPr spcFirstLastPara="1" wrap="square" lIns="0" tIns="0" rIns="0" bIns="0" anchor="t" anchorCtr="0">
            <a:noAutofit/>
          </a:bodyPr>
          <a:lstStyle/>
          <a:p>
            <a:pPr>
              <a:buClr>
                <a:srgbClr val="000000"/>
              </a:buClr>
              <a:buSzPts val="700"/>
            </a:pPr>
            <a:r>
              <a:rPr lang="en" sz="933" dirty="0">
                <a:solidFill>
                  <a:srgbClr val="000000"/>
                </a:solidFill>
                <a:latin typeface="Arial"/>
                <a:ea typeface="Arial"/>
                <a:cs typeface="Arial"/>
                <a:sym typeface="Arial"/>
              </a:rPr>
              <a:t>© 2023 PwC. All rights reserved. PwC refers to the US member firm or one of its subsidiaries or affiliates, and may sometimes refer to the PwC network. Each member firm is a separate legal entity. Please see www.pwc.com/structure for further details. This proposal is protected under the copyright laws of the United States and other countries. This proposal contains information that is proprietary and confidential to PricewaterhouseCoopers LLP, and shall not be disclosed outside the recipient's company or duplicated, used or disclosed, in whole or in part, by the recipient for any purpose other than to evaluate this proposal. Any other use or disclosure, in whole or in part, of this information without the express written permission of PricewaterhouseCoopers LLP is prohibited.</a:t>
            </a:r>
            <a:endParaRPr sz="1867"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0BC835C3A8434AB14C01B98E359A3A" ma:contentTypeVersion="15" ma:contentTypeDescription="Create a new document." ma:contentTypeScope="" ma:versionID="426f5943de4203d84d94b566d64d1dcd">
  <xsd:schema xmlns:xsd="http://www.w3.org/2001/XMLSchema" xmlns:xs="http://www.w3.org/2001/XMLSchema" xmlns:p="http://schemas.microsoft.com/office/2006/metadata/properties" xmlns:ns2="d168d88d-612c-40a2-8305-2c22e13f572b" xmlns:ns3="67a1a43c-9c60-4541-b0e6-832ed3cddab4" targetNamespace="http://schemas.microsoft.com/office/2006/metadata/properties" ma:root="true" ma:fieldsID="401c350dc5448d236ed173c79948d93d" ns2:_="" ns3:_="">
    <xsd:import namespace="d168d88d-612c-40a2-8305-2c22e13f572b"/>
    <xsd:import namespace="67a1a43c-9c60-4541-b0e6-832ed3cddab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68d88d-612c-40a2-8305-2c22e13f57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a1a43c-9c60-4541-b0e6-832ed3cddab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afe1ea77-baa3-4b48-831f-715ec237c12e}" ma:internalName="TaxCatchAll" ma:showField="CatchAllData" ma:web="67a1a43c-9c60-4541-b0e6-832ed3cdda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7a1a43c-9c60-4541-b0e6-832ed3cddab4" xsi:nil="true"/>
    <lcf76f155ced4ddcb4097134ff3c332f xmlns="d168d88d-612c-40a2-8305-2c22e13f572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9D4B9E0-586A-40F9-B699-2539496503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68d88d-612c-40a2-8305-2c22e13f572b"/>
    <ds:schemaRef ds:uri="67a1a43c-9c60-4541-b0e6-832ed3cdda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221477-9D33-4657-946A-7D7FD1CE4437}">
  <ds:schemaRefs>
    <ds:schemaRef ds:uri="http://schemas.microsoft.com/sharepoint/v3/contenttype/forms"/>
  </ds:schemaRefs>
</ds:datastoreItem>
</file>

<file path=customXml/itemProps3.xml><?xml version="1.0" encoding="utf-8"?>
<ds:datastoreItem xmlns:ds="http://schemas.openxmlformats.org/officeDocument/2006/customXml" ds:itemID="{B7303881-9DC0-4375-A2FC-83EBB061AB87}">
  <ds:schemaRefs>
    <ds:schemaRef ds:uri="http://schemas.microsoft.com/office/2006/metadata/properties"/>
    <ds:schemaRef ds:uri="http://schemas.microsoft.com/office/2006/documentManagement/types"/>
    <ds:schemaRef ds:uri="67a1a43c-9c60-4541-b0e6-832ed3cddab4"/>
    <ds:schemaRef ds:uri="http://purl.org/dc/terms/"/>
    <ds:schemaRef ds:uri="http://purl.org/dc/dcmitype/"/>
    <ds:schemaRef ds:uri="http://schemas.microsoft.com/office/infopath/2007/PartnerControls"/>
    <ds:schemaRef ds:uri="http://schemas.openxmlformats.org/package/2006/metadata/core-properties"/>
    <ds:schemaRef ds:uri="d168d88d-612c-40a2-8305-2c22e13f572b"/>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28</TotalTime>
  <Words>834</Words>
  <Application>Microsoft Macintosh PowerPoint</Application>
  <PresentationFormat>Widescreen</PresentationFormat>
  <Paragraphs>151</Paragraphs>
  <Slides>10</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Calibri</vt:lpstr>
      <vt:lpstr>Calibri Light</vt:lpstr>
      <vt:lpstr>DM Sans</vt:lpstr>
      <vt:lpstr>Georgia</vt:lpstr>
      <vt:lpstr>Helvetica Neue</vt:lpstr>
      <vt:lpstr>office theme</vt:lpstr>
      <vt:lpstr>PwC</vt:lpstr>
      <vt:lpstr>PowerPoint Presentation</vt:lpstr>
      <vt:lpstr>Features</vt:lpstr>
      <vt:lpstr>Basis for communication moments per stakeholder group*</vt:lpstr>
      <vt:lpstr>Roadmap Infographics</vt:lpstr>
      <vt:lpstr>Roadmap Infographics</vt:lpstr>
      <vt:lpstr>Roadmap Arrow Concept</vt:lpstr>
      <vt:lpstr>Editorial Summary</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Liem Vo-Nguyen</cp:lastModifiedBy>
  <cp:revision>2</cp:revision>
  <dcterms:created xsi:type="dcterms:W3CDTF">2023-04-20T22:45:34Z</dcterms:created>
  <dcterms:modified xsi:type="dcterms:W3CDTF">2025-03-28T04:28:41Z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0x010100210BC835C3A8434AB14C01B98E359A3A</vt:lpwstr>
  </property>
  <property fmtid="{D5CDD505-2E9C-101B-9397-08002B2CF9AE}" pid="3" name="MediaServiceImageTags">
    <vt:lpwstr/>
  </property>
</Properties>
</file>